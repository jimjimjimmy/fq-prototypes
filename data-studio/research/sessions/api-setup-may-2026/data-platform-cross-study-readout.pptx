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23" r:id="rId5"/>
  </p:sldMasterIdLst>
  <p:notesMasterIdLst>
    <p:notesMasterId r:id="rId6"/>
  </p:notesMasterIdLst>
  <p:sldIdLst>
    <p:sldId id="331" r:id="rId90"/>
    <p:sldId id="332" r:id="rId91"/>
    <p:sldId id="333" r:id="rId92"/>
    <p:sldId id="334" r:id="rId93"/>
  </p:sldIdLst>
  <p:sldSz cy="5143500" cx="9144000"/>
  <p:notesSz cx="6858000" cy="9144000"/>
  <p:embeddedFontLst>
    <p:embeddedFont>
      <p:font typeface="Outfit Light"/>
      <p:regular r:id="rId82"/>
      <p:bold r:id="rId83"/>
    </p:embeddedFont>
    <p:embeddedFont>
      <p:font typeface="Outfit"/>
      <p:regular r:id="rId84"/>
      <p:bold r:id="rId85"/>
    </p:embeddedFont>
    <p:embeddedFont>
      <p:font typeface="Outfit Medium"/>
      <p:regular r:id="rId86"/>
      <p:bold r:id="rId87"/>
    </p:embeddedFont>
    <p:embeddedFont>
      <p:font typeface="Outfit SemiBold"/>
      <p:regular r:id="rId88"/>
      <p:bold r:id="rId8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F0C03AB-D915-4ABA-A61D-CA6573B6E78F}">
  <a:tblStyle styleId="{1F0C03AB-D915-4ABA-A61D-CA6573B6E78F}" styleName="Table_0">
    <a:wholeTbl>
      <a:tcTxStyle b="off" i="off">
        <a:font>
          <a:latin typeface="Outfit"/>
          <a:ea typeface="Outfit"/>
          <a:cs typeface="Outfit"/>
        </a:font>
        <a:schemeClr val="dk1"/>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chemeClr val="accent1"/>
              </a:solidFill>
              <a:prstDash val="solid"/>
              <a:round/>
              <a:headEnd len="sm" w="sm" type="none"/>
              <a:tailEnd len="sm" w="sm" type="none"/>
            </a:ln>
          </a:insideH>
          <a:insideV>
            <a:ln cap="flat" cmpd="sng" w="9525">
              <a:solidFill>
                <a:schemeClr val="accent1"/>
              </a:solidFill>
              <a:prstDash val="solid"/>
              <a:round/>
              <a:headEnd len="sm" w="sm" type="none"/>
              <a:tailEnd len="sm" w="sm" type="none"/>
            </a:ln>
          </a:insideV>
        </a:tcBdr>
        <a:fill>
          <a:solidFill>
            <a:srgbClr val="FFFFFF">
              <a:alpha val="0"/>
            </a:srgbClr>
          </a:solidFill>
        </a:fill>
      </a:tcStyle>
    </a:wholeTbl>
    <a:band1H>
      <a:tcTxStyle/>
      <a:tcStyle>
        <a:fill>
          <a:solidFill>
            <a:schemeClr val="accent1">
              <a:alpha val="40000"/>
            </a:schemeClr>
          </a:solidFill>
        </a:fill>
      </a:tcStyle>
    </a:band1H>
    <a:band2H>
      <a:tcTxStyle/>
    </a:band2H>
    <a:band1V>
      <a:tcTxStyle/>
      <a:tcStyle>
        <a:tcBdr>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tcBdr>
        <a:fill>
          <a:solidFill>
            <a:schemeClr val="accent1">
              <a:alpha val="40000"/>
            </a:schemeClr>
          </a:solidFill>
        </a:fill>
      </a:tcStyle>
    </a:band1V>
    <a:band2V>
      <a:tcTxStyle/>
    </a:band2V>
    <a:lastCol>
      <a:tcTxStyle b="on" i="off"/>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chemeClr val="accent1"/>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lastCol>
    <a:firstCol>
      <a:tcTxStyle b="on" i="off"/>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chemeClr val="accent1"/>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firstCol>
    <a:lastRow>
      <a:tcTxStyle b="on" i="off"/>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lastRow>
    <a:seCell>
      <a:tcTxStyle/>
    </a:seCell>
    <a:swCell>
      <a:tcTxStyle/>
    </a:swCell>
    <a:firstRow>
      <a:tcTxStyle b="on" i="off">
        <a:font>
          <a:latin typeface="Outfit"/>
          <a:ea typeface="Outfit"/>
          <a:cs typeface="Outfit"/>
        </a:font>
        <a:schemeClr val="lt1"/>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l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accent1"/>
          </a:solidFill>
        </a:fill>
      </a:tcStyle>
    </a:firstRow>
    <a:neCell>
      <a:tcTxStyle/>
    </a:neCell>
    <a:nwCell>
      <a:tcTxStyle/>
    </a:nwCell>
  </a:tblStyle>
  <a:tblStyle styleId="{19E57595-32C7-44A5-9A60-03F62C8D46A0}" styleName="Table_1">
    <a:wholeTbl>
      <a:tcTxStyle b="off" i="off">
        <a:font>
          <a:latin typeface="Outfit"/>
          <a:ea typeface="Outfit"/>
          <a:cs typeface="Outfit"/>
        </a:font>
        <a:schemeClr val="dk1"/>
      </a:tcTxStyle>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insideH>
            <a:ln cap="flat" cmpd="sng" w="9525">
              <a:solidFill>
                <a:schemeClr val="accent2"/>
              </a:solidFill>
              <a:prstDash val="solid"/>
              <a:round/>
              <a:headEnd len="sm" w="sm" type="none"/>
              <a:tailEnd len="sm" w="sm" type="none"/>
            </a:ln>
          </a:insideH>
          <a:insideV>
            <a:ln cap="flat" cmpd="sng" w="9525">
              <a:solidFill>
                <a:schemeClr val="accent2"/>
              </a:solidFill>
              <a:prstDash val="solid"/>
              <a:round/>
              <a:headEnd len="sm" w="sm" type="none"/>
              <a:tailEnd len="sm" w="sm" type="none"/>
            </a:ln>
          </a:insideV>
        </a:tcBdr>
        <a:fill>
          <a:solidFill>
            <a:srgbClr val="FFFFFF">
              <a:alpha val="0"/>
            </a:srgbClr>
          </a:solidFill>
        </a:fill>
      </a:tcStyle>
    </a:wholeTbl>
    <a:band1H>
      <a:tcTxStyle/>
      <a:tcStyle>
        <a:fill>
          <a:solidFill>
            <a:schemeClr val="accent2">
              <a:alpha val="40000"/>
            </a:schemeClr>
          </a:solidFill>
        </a:fill>
      </a:tcStyle>
    </a:band1H>
    <a:band2H>
      <a:tcTxStyle/>
    </a:band2H>
    <a:band1V>
      <a:tcTxStyle/>
      <a:tcStyle>
        <a:tcBdr>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tcBdr>
        <a:fill>
          <a:solidFill>
            <a:schemeClr val="accent2">
              <a:alpha val="40000"/>
            </a:schemeClr>
          </a:solidFill>
        </a:fill>
      </a:tcStyle>
    </a:band1V>
    <a:band2V>
      <a:tcTxStyle/>
    </a:band2V>
    <a:lastCol>
      <a:tcTxStyle b="on" i="off"/>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insideH>
            <a:ln cap="flat" cmpd="sng" w="9525">
              <a:solidFill>
                <a:schemeClr val="accent2"/>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lastCol>
    <a:firstCol>
      <a:tcTxStyle b="on" i="off"/>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insideH>
            <a:ln cap="flat" cmpd="sng" w="9525">
              <a:solidFill>
                <a:schemeClr val="accent2"/>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firstCol>
    <a:lastRow>
      <a:tcTxStyle b="on" i="off"/>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lastRow>
    <a:seCell>
      <a:tcTxStyle/>
    </a:seCell>
    <a:swCell>
      <a:tcTxStyle/>
    </a:swCell>
    <a:firstRow>
      <a:tcTxStyle b="on" i="off">
        <a:font>
          <a:latin typeface="Outfit"/>
          <a:ea typeface="Outfit"/>
          <a:cs typeface="Outfit"/>
        </a:font>
        <a:schemeClr val="lt1"/>
      </a:tcTxStyle>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l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accent2"/>
          </a:solidFill>
        </a:fill>
      </a:tcStyle>
    </a:firstRow>
    <a:neCell>
      <a:tcTxStyle/>
    </a:neCell>
    <a:nwCell>
      <a:tcTxStyle/>
    </a:nwCell>
  </a:tblStyle>
  <a:tblStyle styleId="{891AFD3D-6282-4DD4-90BE-FCD3D00BBC99}" styleName="Table_2">
    <a:wholeTbl>
      <a:tcTxStyle b="off" i="off">
        <a:font>
          <a:latin typeface="Outfit"/>
          <a:ea typeface="Outfit"/>
          <a:cs typeface="Outfit"/>
        </a:font>
        <a:schemeClr val="dk1"/>
      </a:tcTxStyle>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chemeClr val="accent3"/>
              </a:solidFill>
              <a:prstDash val="solid"/>
              <a:round/>
              <a:headEnd len="sm" w="sm" type="none"/>
              <a:tailEnd len="sm" w="sm" type="none"/>
            </a:ln>
          </a:insideH>
          <a:insideV>
            <a:ln cap="flat" cmpd="sng" w="9525">
              <a:solidFill>
                <a:schemeClr val="accent3"/>
              </a:solidFill>
              <a:prstDash val="solid"/>
              <a:round/>
              <a:headEnd len="sm" w="sm" type="none"/>
              <a:tailEnd len="sm" w="sm" type="none"/>
            </a:ln>
          </a:insideV>
        </a:tcBdr>
        <a:fill>
          <a:solidFill>
            <a:srgbClr val="FFFFFF">
              <a:alpha val="0"/>
            </a:srgbClr>
          </a:solidFill>
        </a:fill>
      </a:tcStyle>
    </a:wholeTbl>
    <a:band1H>
      <a:tcTxStyle/>
      <a:tcStyle>
        <a:fill>
          <a:solidFill>
            <a:schemeClr val="accent3">
              <a:alpha val="40000"/>
            </a:schemeClr>
          </a:solidFill>
        </a:fill>
      </a:tcStyle>
    </a:band1H>
    <a:band2H>
      <a:tcTxStyle/>
    </a:band2H>
    <a:band1V>
      <a:tcTxStyle/>
      <a:tcStyle>
        <a:tcBdr>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tcBdr>
        <a:fill>
          <a:solidFill>
            <a:schemeClr val="accent3">
              <a:alpha val="40000"/>
            </a:schemeClr>
          </a:solidFill>
        </a:fill>
      </a:tcStyle>
    </a:band1V>
    <a:band2V>
      <a:tcTxStyle/>
    </a:band2V>
    <a:lastCol>
      <a:tcTxStyle b="on" i="off"/>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chemeClr val="accent3"/>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lastCol>
    <a:firstCol>
      <a:tcTxStyle b="on" i="off"/>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chemeClr val="accent3"/>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firstCol>
    <a:lastRow>
      <a:tcTxStyle b="on" i="off"/>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lastRow>
    <a:seCell>
      <a:tcTxStyle/>
    </a:seCell>
    <a:swCell>
      <a:tcTxStyle/>
    </a:swCell>
    <a:firstRow>
      <a:tcTxStyle b="on" i="off">
        <a:font>
          <a:latin typeface="Outfit"/>
          <a:ea typeface="Outfit"/>
          <a:cs typeface="Outfit"/>
        </a:font>
        <a:schemeClr val="lt1"/>
      </a:tcTxStyle>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l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accent3"/>
          </a:solidFill>
        </a:fill>
      </a:tcStyle>
    </a:firstRow>
    <a:neCell>
      <a:tcTxStyle/>
    </a:neCell>
    <a:nwCell>
      <a:tcTxStyle/>
    </a:nwCell>
  </a:tblStyle>
  <a:tblStyle styleId="{53025324-6643-48F6-BA0C-92B79822AB41}" styleName="Table_3">
    <a:wholeTbl>
      <a:tcTxStyle b="off" i="off">
        <a:font>
          <a:latin typeface="Outfit"/>
          <a:ea typeface="Outfit"/>
          <a:cs typeface="Outfit"/>
        </a:font>
        <a:schemeClr val="dk1"/>
      </a:tcTxStyle>
      <a:tcStyle>
        <a:tcBdr>
          <a:left>
            <a:ln cap="flat" cmpd="sng" w="9525">
              <a:solidFill>
                <a:schemeClr val="accent4"/>
              </a:solidFill>
              <a:prstDash val="solid"/>
              <a:round/>
              <a:headEnd len="sm" w="sm" type="none"/>
              <a:tailEnd len="sm" w="sm" type="none"/>
            </a:ln>
          </a:left>
          <a:right>
            <a:ln cap="flat" cmpd="sng" w="9525">
              <a:solidFill>
                <a:schemeClr val="accent4"/>
              </a:solidFill>
              <a:prstDash val="solid"/>
              <a:round/>
              <a:headEnd len="sm" w="sm" type="none"/>
              <a:tailEnd len="sm" w="sm" type="none"/>
            </a:ln>
          </a:right>
          <a:top>
            <a:ln cap="flat" cmpd="sng" w="9525">
              <a:solidFill>
                <a:schemeClr val="accent4"/>
              </a:solidFill>
              <a:prstDash val="solid"/>
              <a:round/>
              <a:headEnd len="sm" w="sm" type="none"/>
              <a:tailEnd len="sm" w="sm" type="none"/>
            </a:ln>
          </a:top>
          <a:bottom>
            <a:ln cap="flat" cmpd="sng" w="9525">
              <a:solidFill>
                <a:schemeClr val="accent4"/>
              </a:solidFill>
              <a:prstDash val="solid"/>
              <a:round/>
              <a:headEnd len="sm" w="sm" type="none"/>
              <a:tailEnd len="sm" w="sm" type="none"/>
            </a:ln>
          </a:bottom>
          <a:insideH>
            <a:ln cap="flat" cmpd="sng" w="9525">
              <a:solidFill>
                <a:schemeClr val="accent4"/>
              </a:solidFill>
              <a:prstDash val="solid"/>
              <a:round/>
              <a:headEnd len="sm" w="sm" type="none"/>
              <a:tailEnd len="sm" w="sm" type="none"/>
            </a:ln>
          </a:insideH>
          <a:insideV>
            <a:ln cap="flat" cmpd="sng" w="9525">
              <a:solidFill>
                <a:schemeClr val="accent4"/>
              </a:solidFill>
              <a:prstDash val="solid"/>
              <a:round/>
              <a:headEnd len="sm" w="sm" type="none"/>
              <a:tailEnd len="sm" w="sm" type="none"/>
            </a:ln>
          </a:insideV>
        </a:tcBdr>
        <a:fill>
          <a:solidFill>
            <a:srgbClr val="FFFFFF">
              <a:alpha val="0"/>
            </a:srgbClr>
          </a:solidFill>
        </a:fill>
      </a:tcStyle>
    </a:wholeTbl>
    <a:band1H>
      <a:tcTxStyle/>
      <a:tcStyle>
        <a:fill>
          <a:solidFill>
            <a:schemeClr val="accent4">
              <a:alpha val="40000"/>
            </a:schemeClr>
          </a:solidFill>
        </a:fill>
      </a:tcStyle>
    </a:band1H>
    <a:band2H>
      <a:tcTxStyle/>
    </a:band2H>
    <a:band1V>
      <a:tcTxStyle/>
      <a:tcStyle>
        <a:tcBdr>
          <a:top>
            <a:ln cap="flat" cmpd="sng" w="9525">
              <a:solidFill>
                <a:schemeClr val="accent4"/>
              </a:solidFill>
              <a:prstDash val="solid"/>
              <a:round/>
              <a:headEnd len="sm" w="sm" type="none"/>
              <a:tailEnd len="sm" w="sm" type="none"/>
            </a:ln>
          </a:top>
          <a:bottom>
            <a:ln cap="flat" cmpd="sng" w="9525">
              <a:solidFill>
                <a:schemeClr val="accent4"/>
              </a:solidFill>
              <a:prstDash val="solid"/>
              <a:round/>
              <a:headEnd len="sm" w="sm" type="none"/>
              <a:tailEnd len="sm" w="sm" type="none"/>
            </a:ln>
          </a:bottom>
        </a:tcBdr>
        <a:fill>
          <a:solidFill>
            <a:schemeClr val="accent4">
              <a:alpha val="40000"/>
            </a:schemeClr>
          </a:solidFill>
        </a:fill>
      </a:tcStyle>
    </a:band1V>
    <a:band2V>
      <a:tcTxStyle/>
    </a:band2V>
    <a:lastCol>
      <a:tcTxStyle b="on" i="off"/>
      <a:tcStyle>
        <a:tcBdr>
          <a:left>
            <a:ln cap="flat" cmpd="sng" w="9525">
              <a:solidFill>
                <a:schemeClr val="accent4"/>
              </a:solidFill>
              <a:prstDash val="solid"/>
              <a:round/>
              <a:headEnd len="sm" w="sm" type="none"/>
              <a:tailEnd len="sm" w="sm" type="none"/>
            </a:ln>
          </a:left>
          <a:right>
            <a:ln cap="flat" cmpd="sng" w="9525">
              <a:solidFill>
                <a:schemeClr val="accent4"/>
              </a:solidFill>
              <a:prstDash val="solid"/>
              <a:round/>
              <a:headEnd len="sm" w="sm" type="none"/>
              <a:tailEnd len="sm" w="sm" type="none"/>
            </a:ln>
          </a:right>
          <a:top>
            <a:ln cap="flat" cmpd="sng" w="9525">
              <a:solidFill>
                <a:schemeClr val="accent4"/>
              </a:solidFill>
              <a:prstDash val="solid"/>
              <a:round/>
              <a:headEnd len="sm" w="sm" type="none"/>
              <a:tailEnd len="sm" w="sm" type="none"/>
            </a:ln>
          </a:top>
          <a:bottom>
            <a:ln cap="flat" cmpd="sng" w="9525">
              <a:solidFill>
                <a:schemeClr val="accent4"/>
              </a:solidFill>
              <a:prstDash val="solid"/>
              <a:round/>
              <a:headEnd len="sm" w="sm" type="none"/>
              <a:tailEnd len="sm" w="sm" type="none"/>
            </a:ln>
          </a:bottom>
          <a:insideH>
            <a:ln cap="flat" cmpd="sng" w="9525">
              <a:solidFill>
                <a:schemeClr val="accent4"/>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lastCol>
    <a:firstCol>
      <a:tcTxStyle b="on" i="off"/>
      <a:tcStyle>
        <a:tcBdr>
          <a:left>
            <a:ln cap="flat" cmpd="sng" w="9525">
              <a:solidFill>
                <a:schemeClr val="accent4"/>
              </a:solidFill>
              <a:prstDash val="solid"/>
              <a:round/>
              <a:headEnd len="sm" w="sm" type="none"/>
              <a:tailEnd len="sm" w="sm" type="none"/>
            </a:ln>
          </a:left>
          <a:right>
            <a:ln cap="flat" cmpd="sng" w="9525">
              <a:solidFill>
                <a:schemeClr val="accent4"/>
              </a:solidFill>
              <a:prstDash val="solid"/>
              <a:round/>
              <a:headEnd len="sm" w="sm" type="none"/>
              <a:tailEnd len="sm" w="sm" type="none"/>
            </a:ln>
          </a:right>
          <a:top>
            <a:ln cap="flat" cmpd="sng" w="9525">
              <a:solidFill>
                <a:schemeClr val="accent4"/>
              </a:solidFill>
              <a:prstDash val="solid"/>
              <a:round/>
              <a:headEnd len="sm" w="sm" type="none"/>
              <a:tailEnd len="sm" w="sm" type="none"/>
            </a:ln>
          </a:top>
          <a:bottom>
            <a:ln cap="flat" cmpd="sng" w="9525">
              <a:solidFill>
                <a:schemeClr val="accent4"/>
              </a:solidFill>
              <a:prstDash val="solid"/>
              <a:round/>
              <a:headEnd len="sm" w="sm" type="none"/>
              <a:tailEnd len="sm" w="sm" type="none"/>
            </a:ln>
          </a:bottom>
          <a:insideH>
            <a:ln cap="flat" cmpd="sng" w="9525">
              <a:solidFill>
                <a:schemeClr val="accent4"/>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firstCol>
    <a:lastRow>
      <a:tcTxStyle b="on" i="off"/>
      <a:tcStyle>
        <a:tcBdr>
          <a:left>
            <a:ln cap="flat" cmpd="sng" w="9525">
              <a:solidFill>
                <a:schemeClr val="accent4"/>
              </a:solidFill>
              <a:prstDash val="solid"/>
              <a:round/>
              <a:headEnd len="sm" w="sm" type="none"/>
              <a:tailEnd len="sm" w="sm" type="none"/>
            </a:ln>
          </a:left>
          <a:right>
            <a:ln cap="flat" cmpd="sng" w="9525">
              <a:solidFill>
                <a:schemeClr val="accent4"/>
              </a:solidFill>
              <a:prstDash val="solid"/>
              <a:round/>
              <a:headEnd len="sm" w="sm" type="none"/>
              <a:tailEnd len="sm" w="sm" type="none"/>
            </a:ln>
          </a:right>
          <a:top>
            <a:ln cap="flat" cmpd="sng" w="9525">
              <a:solidFill>
                <a:schemeClr val="accent4"/>
              </a:solidFill>
              <a:prstDash val="solid"/>
              <a:round/>
              <a:headEnd len="sm" w="sm" type="none"/>
              <a:tailEnd len="sm" w="sm" type="none"/>
            </a:ln>
          </a:top>
          <a:bottom>
            <a:ln cap="flat" cmpd="sng" w="9525">
              <a:solidFill>
                <a:schemeClr val="accent4"/>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lastRow>
    <a:seCell>
      <a:tcTxStyle/>
    </a:seCell>
    <a:swCell>
      <a:tcTxStyle/>
    </a:swCell>
    <a:firstRow>
      <a:tcTxStyle b="on" i="off">
        <a:font>
          <a:latin typeface="Outfit"/>
          <a:ea typeface="Outfit"/>
          <a:cs typeface="Outfit"/>
        </a:font>
        <a:schemeClr val="lt1"/>
      </a:tcTxStyle>
      <a:tcStyle>
        <a:tcBdr>
          <a:left>
            <a:ln cap="flat" cmpd="sng" w="9525">
              <a:solidFill>
                <a:schemeClr val="accent4"/>
              </a:solidFill>
              <a:prstDash val="solid"/>
              <a:round/>
              <a:headEnd len="sm" w="sm" type="none"/>
              <a:tailEnd len="sm" w="sm" type="none"/>
            </a:ln>
          </a:left>
          <a:right>
            <a:ln cap="flat" cmpd="sng" w="9525">
              <a:solidFill>
                <a:schemeClr val="accent4"/>
              </a:solidFill>
              <a:prstDash val="solid"/>
              <a:round/>
              <a:headEnd len="sm" w="sm" type="none"/>
              <a:tailEnd len="sm" w="sm" type="none"/>
            </a:ln>
          </a:right>
          <a:top>
            <a:ln cap="flat" cmpd="sng" w="9525">
              <a:solidFill>
                <a:schemeClr val="accent4"/>
              </a:solidFill>
              <a:prstDash val="solid"/>
              <a:round/>
              <a:headEnd len="sm" w="sm" type="none"/>
              <a:tailEnd len="sm" w="sm" type="none"/>
            </a:ln>
          </a:top>
          <a:bottom>
            <a:ln cap="flat" cmpd="sng" w="9525">
              <a:solidFill>
                <a:schemeClr val="l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accent4"/>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font" Target="fonts/OutfitLight-regular.fntdata"/><Relationship Id="rId83" Type="http://schemas.openxmlformats.org/officeDocument/2006/relationships/font" Target="fonts/OutfitLight-bold.fntdata"/><Relationship Id="rId84" Type="http://schemas.openxmlformats.org/officeDocument/2006/relationships/font" Target="fonts/Outfit-regular.fntdata"/><Relationship Id="rId85" Type="http://schemas.openxmlformats.org/officeDocument/2006/relationships/font" Target="fonts/Outfit-bold.fntdata"/><Relationship Id="rId86" Type="http://schemas.openxmlformats.org/officeDocument/2006/relationships/font" Target="fonts/OutfitMedium-regular.fntdata"/><Relationship Id="rId87" Type="http://schemas.openxmlformats.org/officeDocument/2006/relationships/font" Target="fonts/OutfitMedium-bold.fntdata"/><Relationship Id="rId88" Type="http://schemas.openxmlformats.org/officeDocument/2006/relationships/font" Target="fonts/OutfitSemiBold-regular.fntdata"/><Relationship Id="rId89" Type="http://schemas.openxmlformats.org/officeDocument/2006/relationships/font" Target="fonts/OutfitSemiBold-bold.fntdata"/><Relationship Id="rId90" Type="http://schemas.openxmlformats.org/officeDocument/2006/relationships/slide" Target="slides/slide76.xml"/><Relationship Id="rId91" Type="http://schemas.openxmlformats.org/officeDocument/2006/relationships/slide" Target="slides/slide77.xml"/><Relationship Id="rId92" Type="http://schemas.openxmlformats.org/officeDocument/2006/relationships/slide" Target="slides/slide78.xml"/><Relationship Id="rId93"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34790c2a3a6_0_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g34790c2a3a6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34790c2a3a6_0_6: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g34790c2a3a6_0_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34790c2a3a6_0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9" name="Google Shape;699;g34790c2a3a6_0_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4790c2a3a6_0_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4" name="Google Shape;734;g34790c2a3a6_0_6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34790c2a3a6_0_1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0" name="Google Shape;790;g34790c2a3a6_0_1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34790c2a3a6_0_1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0" name="Google Shape;840;g34790c2a3a6_0_16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4790c2a3a6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6" name="Google Shape;856;g34790c2a3a6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34790c2a3a6_0_189: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g34790c2a3a6_0_1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4790c2a3a6_0_2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5" name="Google Shape;885;g34790c2a3a6_0_20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g34790c2a3a6_0_2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1" name="Google Shape;901;g34790c2a3a6_0_2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34790c2a3a6_0_2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8" name="Google Shape;928;g34790c2a3a6_0_25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34790c2a3a6_0_2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3" name="Google Shape;943;g34790c2a3a6_0_26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34790c2a3a6_0_2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9" name="Google Shape;949;g34790c2a3a6_0_26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34790c2a3a6_0_2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5" name="Google Shape;955;g34790c2a3a6_0_27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34790c2a3a6_0_2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1" name="Google Shape;961;g34790c2a3a6_0_27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33f8099ee41_0_1927: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g33f8099ee41_0_19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g347968e3934_1_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g347968e3934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347968e3934_1_6: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g347968e3934_1_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347060ce5b5_2_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g347060ce5b5_2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g347060ce5b5_2_11: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g347060ce5b5_2_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47060ce5b5_2_23: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g347060ce5b5_2_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g347060ce5b5_2_38: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g347060ce5b5_2_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47060ce5b5_2_54: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g347060ce5b5_2_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343c4d310d2_0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4" name="Google Shape;1064;g343c4d310d2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343c4d310d2_0_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0" name="Google Shape;1070;g343c4d310d2_0_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5" name="Shape 1075"/>
        <p:cNvGrpSpPr/>
        <p:nvPr/>
      </p:nvGrpSpPr>
      <p:grpSpPr>
        <a:xfrm>
          <a:off x="0" y="0"/>
          <a:ext cx="0" cy="0"/>
          <a:chOff x="0" y="0"/>
          <a:chExt cx="0" cy="0"/>
        </a:xfrm>
      </p:grpSpPr>
      <p:sp>
        <p:nvSpPr>
          <p:cNvPr id="1076" name="Google Shape;1076;g343c4d310d2_0_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7" name="Google Shape;1077;g343c4d310d2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g343c4d310d2_0_5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3" name="Google Shape;1083;g343c4d310d2_0_5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343c4d310d2_0_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0" name="Google Shape;1090;g343c4d310d2_0_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43c4d310d2_0_5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6" name="Google Shape;1096;g343c4d310d2_0_5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g343c4d310d2_0_6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3" name="Google Shape;1103;g343c4d310d2_0_6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g343c4d310d2_0_6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9" name="Google Shape;1109;g343c4d310d2_0_6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343c4d310d2_0_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6" name="Google Shape;1116;g343c4d310d2_0_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g33f8099ee41_0_1982: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g33f8099ee41_0_19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g343c4d310d2_0_6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8" name="Google Shape;1128;g343c4d310d2_0_6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g343c4d310d2_0_6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4" name="Google Shape;1134;g343c4d310d2_0_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g343c4d310d2_0_6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0" name="Google Shape;1140;g343c4d310d2_0_6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33f8099ee41_0_2002: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g33f8099ee41_0_20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g33f8099ee41_0_2008: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g33f8099ee41_0_20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0" name="Shape 1160"/>
        <p:cNvGrpSpPr/>
        <p:nvPr/>
      </p:nvGrpSpPr>
      <p:grpSpPr>
        <a:xfrm>
          <a:off x="0" y="0"/>
          <a:ext cx="0" cy="0"/>
          <a:chOff x="0" y="0"/>
          <a:chExt cx="0" cy="0"/>
        </a:xfrm>
      </p:grpSpPr>
      <p:sp>
        <p:nvSpPr>
          <p:cNvPr id="1161" name="Google Shape;1161;g33f8099ee41_0_2016: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g33f8099ee41_0_20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1" name="Shape 1171"/>
        <p:cNvGrpSpPr/>
        <p:nvPr/>
      </p:nvGrpSpPr>
      <p:grpSpPr>
        <a:xfrm>
          <a:off x="0" y="0"/>
          <a:ext cx="0" cy="0"/>
          <a:chOff x="0" y="0"/>
          <a:chExt cx="0" cy="0"/>
        </a:xfrm>
      </p:grpSpPr>
      <p:sp>
        <p:nvSpPr>
          <p:cNvPr id="1172" name="Google Shape;1172;g33f8099ee41_0_2026: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g33f8099ee41_0_20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33f8099ee41_0_2038: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g33f8099ee41_0_20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3f8099ee41_0_2052: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g33f8099ee41_0_20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g33f8099ee41_0_2064: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g33f8099ee41_0_20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8" name="Shape 1228"/>
        <p:cNvGrpSpPr/>
        <p:nvPr/>
      </p:nvGrpSpPr>
      <p:grpSpPr>
        <a:xfrm>
          <a:off x="0" y="0"/>
          <a:ext cx="0" cy="0"/>
          <a:chOff x="0" y="0"/>
          <a:chExt cx="0" cy="0"/>
        </a:xfrm>
      </p:grpSpPr>
      <p:sp>
        <p:nvSpPr>
          <p:cNvPr id="1229" name="Google Shape;1229;g33f8099ee41_0_2079: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g33f8099ee41_0_20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7" name="Shape 1247"/>
        <p:cNvGrpSpPr/>
        <p:nvPr/>
      </p:nvGrpSpPr>
      <p:grpSpPr>
        <a:xfrm>
          <a:off x="0" y="0"/>
          <a:ext cx="0" cy="0"/>
          <a:chOff x="0" y="0"/>
          <a:chExt cx="0" cy="0"/>
        </a:xfrm>
      </p:grpSpPr>
      <p:sp>
        <p:nvSpPr>
          <p:cNvPr id="1248" name="Google Shape;1248;g345ab532d6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9" name="Google Shape;1249;g345ab532d6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8" name="Shape 1258"/>
        <p:cNvGrpSpPr/>
        <p:nvPr/>
      </p:nvGrpSpPr>
      <p:grpSpPr>
        <a:xfrm>
          <a:off x="0" y="0"/>
          <a:ext cx="0" cy="0"/>
          <a:chOff x="0" y="0"/>
          <a:chExt cx="0" cy="0"/>
        </a:xfrm>
      </p:grpSpPr>
      <p:sp>
        <p:nvSpPr>
          <p:cNvPr id="1259" name="Google Shape;1259;g345ab532d69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0" name="Google Shape;1260;g345ab532d6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g345ab532d69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4" name="Google Shape;1274;g345ab532d69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g345ab532d6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1" name="Google Shape;1291;g345ab532d6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9" name="Shape 1309"/>
        <p:cNvGrpSpPr/>
        <p:nvPr/>
      </p:nvGrpSpPr>
      <p:grpSpPr>
        <a:xfrm>
          <a:off x="0" y="0"/>
          <a:ext cx="0" cy="0"/>
          <a:chOff x="0" y="0"/>
          <a:chExt cx="0" cy="0"/>
        </a:xfrm>
      </p:grpSpPr>
      <p:sp>
        <p:nvSpPr>
          <p:cNvPr id="1310" name="Google Shape;1310;g33f8099ee41_0_2163: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g33f8099ee41_0_21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8" name="Shape 1318"/>
        <p:cNvGrpSpPr/>
        <p:nvPr/>
      </p:nvGrpSpPr>
      <p:grpSpPr>
        <a:xfrm>
          <a:off x="0" y="0"/>
          <a:ext cx="0" cy="0"/>
          <a:chOff x="0" y="0"/>
          <a:chExt cx="0" cy="0"/>
        </a:xfrm>
      </p:grpSpPr>
      <p:sp>
        <p:nvSpPr>
          <p:cNvPr id="1319" name="Google Shape;1319;g33f8099ee41_0_2171: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g33f8099ee41_0_21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7" name="Shape 1327"/>
        <p:cNvGrpSpPr/>
        <p:nvPr/>
      </p:nvGrpSpPr>
      <p:grpSpPr>
        <a:xfrm>
          <a:off x="0" y="0"/>
          <a:ext cx="0" cy="0"/>
          <a:chOff x="0" y="0"/>
          <a:chExt cx="0" cy="0"/>
        </a:xfrm>
      </p:grpSpPr>
      <p:sp>
        <p:nvSpPr>
          <p:cNvPr id="1328" name="Google Shape;1328;g33f8099ee41_0_2179: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g33f8099ee41_0_21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8" name="Shape 1338"/>
        <p:cNvGrpSpPr/>
        <p:nvPr/>
      </p:nvGrpSpPr>
      <p:grpSpPr>
        <a:xfrm>
          <a:off x="0" y="0"/>
          <a:ext cx="0" cy="0"/>
          <a:chOff x="0" y="0"/>
          <a:chExt cx="0" cy="0"/>
        </a:xfrm>
      </p:grpSpPr>
      <p:sp>
        <p:nvSpPr>
          <p:cNvPr id="1339" name="Google Shape;1339;g33f8099ee41_0_2189: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g33f8099ee41_0_21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0" name="Shape 1350"/>
        <p:cNvGrpSpPr/>
        <p:nvPr/>
      </p:nvGrpSpPr>
      <p:grpSpPr>
        <a:xfrm>
          <a:off x="0" y="0"/>
          <a:ext cx="0" cy="0"/>
          <a:chOff x="0" y="0"/>
          <a:chExt cx="0" cy="0"/>
        </a:xfrm>
      </p:grpSpPr>
      <p:sp>
        <p:nvSpPr>
          <p:cNvPr id="1351" name="Google Shape;1351;g33f8099ee41_0_220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g33f8099ee41_0_22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7" name="Shape 1357"/>
        <p:cNvGrpSpPr/>
        <p:nvPr/>
      </p:nvGrpSpPr>
      <p:grpSpPr>
        <a:xfrm>
          <a:off x="0" y="0"/>
          <a:ext cx="0" cy="0"/>
          <a:chOff x="0" y="0"/>
          <a:chExt cx="0" cy="0"/>
        </a:xfrm>
      </p:grpSpPr>
      <p:sp>
        <p:nvSpPr>
          <p:cNvPr id="1358" name="Google Shape;1358;g33f8099ee41_0_2206: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g33f8099ee41_0_22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5" name="Shape 1365"/>
        <p:cNvGrpSpPr/>
        <p:nvPr/>
      </p:nvGrpSpPr>
      <p:grpSpPr>
        <a:xfrm>
          <a:off x="0" y="0"/>
          <a:ext cx="0" cy="0"/>
          <a:chOff x="0" y="0"/>
          <a:chExt cx="0" cy="0"/>
        </a:xfrm>
      </p:grpSpPr>
      <p:sp>
        <p:nvSpPr>
          <p:cNvPr id="1366" name="Google Shape;1366;g33f8099ee41_0_2213: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g33f8099ee41_0_22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4" name="Shape 1374"/>
        <p:cNvGrpSpPr/>
        <p:nvPr/>
      </p:nvGrpSpPr>
      <p:grpSpPr>
        <a:xfrm>
          <a:off x="0" y="0"/>
          <a:ext cx="0" cy="0"/>
          <a:chOff x="0" y="0"/>
          <a:chExt cx="0" cy="0"/>
        </a:xfrm>
      </p:grpSpPr>
      <p:sp>
        <p:nvSpPr>
          <p:cNvPr id="1375" name="Google Shape;1375;g33f8099ee41_0_2221: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g33f8099ee41_0_22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5" name="Shape 1385"/>
        <p:cNvGrpSpPr/>
        <p:nvPr/>
      </p:nvGrpSpPr>
      <p:grpSpPr>
        <a:xfrm>
          <a:off x="0" y="0"/>
          <a:ext cx="0" cy="0"/>
          <a:chOff x="0" y="0"/>
          <a:chExt cx="0" cy="0"/>
        </a:xfrm>
      </p:grpSpPr>
      <p:sp>
        <p:nvSpPr>
          <p:cNvPr id="1386" name="Google Shape;1386;g33f8099ee41_0_2231: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g33f8099ee41_0_22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7" name="Shape 1397"/>
        <p:cNvGrpSpPr/>
        <p:nvPr/>
      </p:nvGrpSpPr>
      <p:grpSpPr>
        <a:xfrm>
          <a:off x="0" y="0"/>
          <a:ext cx="0" cy="0"/>
          <a:chOff x="0" y="0"/>
          <a:chExt cx="0" cy="0"/>
        </a:xfrm>
      </p:grpSpPr>
      <p:sp>
        <p:nvSpPr>
          <p:cNvPr id="1398" name="Google Shape;1398;g33f8099ee41_0_2242: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g33f8099ee41_0_22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7" name="Shape 1417"/>
        <p:cNvGrpSpPr/>
        <p:nvPr/>
      </p:nvGrpSpPr>
      <p:grpSpPr>
        <a:xfrm>
          <a:off x="0" y="0"/>
          <a:ext cx="0" cy="0"/>
          <a:chOff x="0" y="0"/>
          <a:chExt cx="0" cy="0"/>
        </a:xfrm>
      </p:grpSpPr>
      <p:sp>
        <p:nvSpPr>
          <p:cNvPr id="1418" name="Google Shape;1418;g33f8099ee41_0_2261: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g33f8099ee41_0_22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7" name="Shape 1427"/>
        <p:cNvGrpSpPr/>
        <p:nvPr/>
      </p:nvGrpSpPr>
      <p:grpSpPr>
        <a:xfrm>
          <a:off x="0" y="0"/>
          <a:ext cx="0" cy="0"/>
          <a:chOff x="0" y="0"/>
          <a:chExt cx="0" cy="0"/>
        </a:xfrm>
      </p:grpSpPr>
      <p:sp>
        <p:nvSpPr>
          <p:cNvPr id="1428" name="Google Shape;1428;g33f8099ee41_0_227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g33f8099ee41_0_22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5" name="Shape 1435"/>
        <p:cNvGrpSpPr/>
        <p:nvPr/>
      </p:nvGrpSpPr>
      <p:grpSpPr>
        <a:xfrm>
          <a:off x="0" y="0"/>
          <a:ext cx="0" cy="0"/>
          <a:chOff x="0" y="0"/>
          <a:chExt cx="0" cy="0"/>
        </a:xfrm>
      </p:grpSpPr>
      <p:sp>
        <p:nvSpPr>
          <p:cNvPr id="1436" name="Google Shape;1436;g33f8099ee41_0_2277: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g33f8099ee41_0_22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4" name="Shape 1444"/>
        <p:cNvGrpSpPr/>
        <p:nvPr/>
      </p:nvGrpSpPr>
      <p:grpSpPr>
        <a:xfrm>
          <a:off x="0" y="0"/>
          <a:ext cx="0" cy="0"/>
          <a:chOff x="0" y="0"/>
          <a:chExt cx="0" cy="0"/>
        </a:xfrm>
      </p:grpSpPr>
      <p:sp>
        <p:nvSpPr>
          <p:cNvPr id="1445" name="Google Shape;1445;g33f8099ee41_0_2285: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g33f8099ee41_0_22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2" name="Shape 1452"/>
        <p:cNvGrpSpPr/>
        <p:nvPr/>
      </p:nvGrpSpPr>
      <p:grpSpPr>
        <a:xfrm>
          <a:off x="0" y="0"/>
          <a:ext cx="0" cy="0"/>
          <a:chOff x="0" y="0"/>
          <a:chExt cx="0" cy="0"/>
        </a:xfrm>
      </p:grpSpPr>
      <p:sp>
        <p:nvSpPr>
          <p:cNvPr id="1453" name="Google Shape;1453;g33f8099ee41_0_2292: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g33f8099ee41_0_22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1" name="Shape 1461"/>
        <p:cNvGrpSpPr/>
        <p:nvPr/>
      </p:nvGrpSpPr>
      <p:grpSpPr>
        <a:xfrm>
          <a:off x="0" y="0"/>
          <a:ext cx="0" cy="0"/>
          <a:chOff x="0" y="0"/>
          <a:chExt cx="0" cy="0"/>
        </a:xfrm>
      </p:grpSpPr>
      <p:sp>
        <p:nvSpPr>
          <p:cNvPr id="1462" name="Google Shape;1462;g33f8099ee41_0_230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g33f8099ee41_0_23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9" name="Shape 1469"/>
        <p:cNvGrpSpPr/>
        <p:nvPr/>
      </p:nvGrpSpPr>
      <p:grpSpPr>
        <a:xfrm>
          <a:off x="0" y="0"/>
          <a:ext cx="0" cy="0"/>
          <a:chOff x="0" y="0"/>
          <a:chExt cx="0" cy="0"/>
        </a:xfrm>
      </p:grpSpPr>
      <p:sp>
        <p:nvSpPr>
          <p:cNvPr id="1470" name="Google Shape;1470;g33f8099ee41_0_2307: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g33f8099ee41_0_23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8" name="Shape 1478"/>
        <p:cNvGrpSpPr/>
        <p:nvPr/>
      </p:nvGrpSpPr>
      <p:grpSpPr>
        <a:xfrm>
          <a:off x="0" y="0"/>
          <a:ext cx="0" cy="0"/>
          <a:chOff x="0" y="0"/>
          <a:chExt cx="0" cy="0"/>
        </a:xfrm>
      </p:grpSpPr>
      <p:sp>
        <p:nvSpPr>
          <p:cNvPr id="1479" name="Google Shape;1479;g33f8099ee41_0_2315: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g33f8099ee41_0_23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6" name="Shape 1486"/>
        <p:cNvGrpSpPr/>
        <p:nvPr/>
      </p:nvGrpSpPr>
      <p:grpSpPr>
        <a:xfrm>
          <a:off x="0" y="0"/>
          <a:ext cx="0" cy="0"/>
          <a:chOff x="0" y="0"/>
          <a:chExt cx="0" cy="0"/>
        </a:xfrm>
      </p:grpSpPr>
      <p:sp>
        <p:nvSpPr>
          <p:cNvPr id="1487" name="Google Shape;1487;g33f8099ee41_0_2322: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g33f8099ee41_0_23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1" name="Shape 1501"/>
        <p:cNvGrpSpPr/>
        <p:nvPr/>
      </p:nvGrpSpPr>
      <p:grpSpPr>
        <a:xfrm>
          <a:off x="0" y="0"/>
          <a:ext cx="0" cy="0"/>
          <a:chOff x="0" y="0"/>
          <a:chExt cx="0" cy="0"/>
        </a:xfrm>
      </p:grpSpPr>
      <p:sp>
        <p:nvSpPr>
          <p:cNvPr id="1502" name="Google Shape;1502;g33f8099ee41_0_2336: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g33f8099ee41_0_23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1" name="Shape 1521"/>
        <p:cNvGrpSpPr/>
        <p:nvPr/>
      </p:nvGrpSpPr>
      <p:grpSpPr>
        <a:xfrm>
          <a:off x="0" y="0"/>
          <a:ext cx="0" cy="0"/>
          <a:chOff x="0" y="0"/>
          <a:chExt cx="0" cy="0"/>
        </a:xfrm>
      </p:grpSpPr>
      <p:sp>
        <p:nvSpPr>
          <p:cNvPr id="1522" name="Google Shape;1522;g33f8099ee41_0_2355: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g33f8099ee41_0_23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6" name="Shape 1546"/>
        <p:cNvGrpSpPr/>
        <p:nvPr/>
      </p:nvGrpSpPr>
      <p:grpSpPr>
        <a:xfrm>
          <a:off x="0" y="0"/>
          <a:ext cx="0" cy="0"/>
          <a:chOff x="0" y="0"/>
          <a:chExt cx="0" cy="0"/>
        </a:xfrm>
      </p:grpSpPr>
      <p:sp>
        <p:nvSpPr>
          <p:cNvPr id="1547" name="Google Shape;1547;g33f8099ee41_0_2379: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g33f8099ee41_0_23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1" name="Shape 1551"/>
        <p:cNvGrpSpPr/>
        <p:nvPr/>
      </p:nvGrpSpPr>
      <p:grpSpPr>
        <a:xfrm>
          <a:off x="0" y="0"/>
          <a:ext cx="0" cy="0"/>
          <a:chOff x="0" y="0"/>
          <a:chExt cx="0" cy="0"/>
        </a:xfrm>
      </p:grpSpPr>
      <p:sp>
        <p:nvSpPr>
          <p:cNvPr id="1552" name="Google Shape;1552;g33f8099ee41_0_2383: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g33f8099ee41_0_23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9" name="Shape 1559"/>
        <p:cNvGrpSpPr/>
        <p:nvPr/>
      </p:nvGrpSpPr>
      <p:grpSpPr>
        <a:xfrm>
          <a:off x="0" y="0"/>
          <a:ext cx="0" cy="0"/>
          <a:chOff x="0" y="0"/>
          <a:chExt cx="0" cy="0"/>
        </a:xfrm>
      </p:grpSpPr>
      <p:sp>
        <p:nvSpPr>
          <p:cNvPr id="1560" name="Google Shape;1560;g33f8099ee41_0_239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g33f8099ee41_0_23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6" name="Shape 1566"/>
        <p:cNvGrpSpPr/>
        <p:nvPr/>
      </p:nvGrpSpPr>
      <p:grpSpPr>
        <a:xfrm>
          <a:off x="0" y="0"/>
          <a:ext cx="0" cy="0"/>
          <a:chOff x="0" y="0"/>
          <a:chExt cx="0" cy="0"/>
        </a:xfrm>
      </p:grpSpPr>
      <p:sp>
        <p:nvSpPr>
          <p:cNvPr id="1567" name="Google Shape;1567;g33f8099ee41_0_2396: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g33f8099ee41_0_23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6" name="Shape 1576"/>
        <p:cNvGrpSpPr/>
        <p:nvPr/>
      </p:nvGrpSpPr>
      <p:grpSpPr>
        <a:xfrm>
          <a:off x="0" y="0"/>
          <a:ext cx="0" cy="0"/>
          <a:chOff x="0" y="0"/>
          <a:chExt cx="0" cy="0"/>
        </a:xfrm>
      </p:grpSpPr>
      <p:sp>
        <p:nvSpPr>
          <p:cNvPr id="1577" name="Google Shape;1577;g33f8099ee41_0_2405: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g33f8099ee41_0_24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8" name="Shape 1588"/>
        <p:cNvGrpSpPr/>
        <p:nvPr/>
      </p:nvGrpSpPr>
      <p:grpSpPr>
        <a:xfrm>
          <a:off x="0" y="0"/>
          <a:ext cx="0" cy="0"/>
          <a:chOff x="0" y="0"/>
          <a:chExt cx="0" cy="0"/>
        </a:xfrm>
      </p:grpSpPr>
      <p:sp>
        <p:nvSpPr>
          <p:cNvPr id="1589" name="Google Shape;1589;g33fe2f7dd4c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0" name="Google Shape;1590;g33fe2f7dd4c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7.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7.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7.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7.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7.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7.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7.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7.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Slide_One Column 2">
  <p:cSld name="Text Slide_One Column 2">
    <p:spTree>
      <p:nvGrpSpPr>
        <p:cNvPr id="11" name="Shape 11"/>
        <p:cNvGrpSpPr/>
        <p:nvPr/>
      </p:nvGrpSpPr>
      <p:grpSpPr>
        <a:xfrm>
          <a:off x="0" y="0"/>
          <a:ext cx="0" cy="0"/>
          <a:chOff x="0" y="0"/>
          <a:chExt cx="0" cy="0"/>
        </a:xfrm>
      </p:grpSpPr>
      <p:pic>
        <p:nvPicPr>
          <p:cNvPr id="12" name="Google Shape;12;p2"/>
          <p:cNvPicPr preferRelativeResize="0"/>
          <p:nvPr/>
        </p:nvPicPr>
        <p:blipFill rotWithShape="1">
          <a:blip r:embed="rId2">
            <a:alphaModFix/>
          </a:blip>
          <a:srcRect b="0" l="0" r="0" t="0"/>
          <a:stretch/>
        </p:blipFill>
        <p:spPr>
          <a:xfrm>
            <a:off x="8022471" y="238125"/>
            <a:ext cx="789176" cy="202769"/>
          </a:xfrm>
          <a:prstGeom prst="rect">
            <a:avLst/>
          </a:prstGeom>
          <a:noFill/>
          <a:ln>
            <a:noFill/>
          </a:ln>
        </p:spPr>
      </p:pic>
      <p:sp>
        <p:nvSpPr>
          <p:cNvPr id="13" name="Google Shape;13;p2"/>
          <p:cNvSpPr txBox="1"/>
          <p:nvPr>
            <p:ph idx="1" type="body"/>
          </p:nvPr>
        </p:nvSpPr>
        <p:spPr>
          <a:xfrm>
            <a:off x="295955" y="1915681"/>
            <a:ext cx="7758900" cy="27759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1B1915"/>
              </a:buClr>
              <a:buSzPts val="1100"/>
              <a:buNone/>
              <a:defRPr/>
            </a:lvl1pPr>
            <a:lvl2pPr indent="-228600" lvl="1" marL="914400" algn="l">
              <a:lnSpc>
                <a:spcPct val="110000"/>
              </a:lnSpc>
              <a:spcBef>
                <a:spcPts val="200"/>
              </a:spcBef>
              <a:spcAft>
                <a:spcPts val="0"/>
              </a:spcAft>
              <a:buClr>
                <a:srgbClr val="1B1915"/>
              </a:buClr>
              <a:buSzPts val="1100"/>
              <a:buNone/>
              <a:defRPr/>
            </a:lvl2pPr>
            <a:lvl3pPr indent="-228600" lvl="2" marL="1371600" algn="l">
              <a:lnSpc>
                <a:spcPct val="110000"/>
              </a:lnSpc>
              <a:spcBef>
                <a:spcPts val="200"/>
              </a:spcBef>
              <a:spcAft>
                <a:spcPts val="0"/>
              </a:spcAft>
              <a:buClr>
                <a:srgbClr val="1B1915"/>
              </a:buClr>
              <a:buSzPts val="900"/>
              <a:buNone/>
              <a:defRPr/>
            </a:lvl3pPr>
            <a:lvl4pPr indent="-228600" lvl="3" marL="1828800" algn="l">
              <a:lnSpc>
                <a:spcPct val="110000"/>
              </a:lnSpc>
              <a:spcBef>
                <a:spcPts val="200"/>
              </a:spcBef>
              <a:spcAft>
                <a:spcPts val="0"/>
              </a:spcAft>
              <a:buClr>
                <a:srgbClr val="1B1915"/>
              </a:buClr>
              <a:buSzPts val="800"/>
              <a:buNone/>
              <a:defRPr/>
            </a:lvl4pPr>
            <a:lvl5pPr indent="-228600" lvl="4" marL="2286000" algn="l">
              <a:lnSpc>
                <a:spcPct val="110000"/>
              </a:lnSpc>
              <a:spcBef>
                <a:spcPts val="200"/>
              </a:spcBef>
              <a:spcAft>
                <a:spcPts val="0"/>
              </a:spcAft>
              <a:buClr>
                <a:srgbClr val="1B1915"/>
              </a:buClr>
              <a:buSzPts val="800"/>
              <a:buNone/>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14" name="Google Shape;14;p2"/>
          <p:cNvSpPr txBox="1"/>
          <p:nvPr>
            <p:ph idx="2" type="body"/>
          </p:nvPr>
        </p:nvSpPr>
        <p:spPr>
          <a:xfrm>
            <a:off x="295955" y="1521619"/>
            <a:ext cx="7758900" cy="2337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400"/>
              </a:spcBef>
              <a:spcAft>
                <a:spcPts val="0"/>
              </a:spcAft>
              <a:buClr>
                <a:srgbClr val="226548"/>
              </a:buClr>
              <a:buSzPts val="1700"/>
              <a:buNone/>
              <a:defRPr b="0" i="0" sz="17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15" name="Google Shape;15;p2"/>
          <p:cNvSpPr txBox="1"/>
          <p:nvPr>
            <p:ph type="title"/>
          </p:nvPr>
        </p:nvSpPr>
        <p:spPr>
          <a:xfrm>
            <a:off x="295955" y="594518"/>
            <a:ext cx="7758900" cy="642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800"/>
              <a:buFont typeface="Outfit"/>
              <a:buNone/>
              <a:defRPr b="0" sz="3800">
                <a:solidFill>
                  <a:schemeClr val="dk1"/>
                </a:solidFill>
              </a:defRPr>
            </a:lvl1pPr>
            <a:lvl2pPr lvl="1">
              <a:spcBef>
                <a:spcPts val="20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sp>
        <p:nvSpPr>
          <p:cNvPr id="16" name="Google Shape;16;p2"/>
          <p:cNvSpPr txBox="1"/>
          <p:nvPr>
            <p:ph idx="10" type="dt"/>
          </p:nvPr>
        </p:nvSpPr>
        <p:spPr>
          <a:xfrm>
            <a:off x="285750" y="4753346"/>
            <a:ext cx="2057400" cy="199800"/>
          </a:xfrm>
          <a:prstGeom prst="rect">
            <a:avLst/>
          </a:prstGeom>
          <a:noFill/>
          <a:ln>
            <a:noFill/>
          </a:ln>
        </p:spPr>
        <p:txBody>
          <a:bodyPr anchorCtr="0" anchor="b" bIns="0" lIns="0" spcFirstLastPara="1" rIns="0" wrap="square" tIns="0">
            <a:noAutofit/>
          </a:bodyPr>
          <a:lstStyle>
            <a:lvl1pPr lvl="0" algn="l">
              <a:lnSpc>
                <a:spcPct val="90000"/>
              </a:lnSpc>
              <a:spcBef>
                <a:spcPts val="1700"/>
              </a:spcBef>
              <a:spcAft>
                <a:spcPts val="0"/>
              </a:spcAft>
              <a:buClr>
                <a:schemeClr val="dk1"/>
              </a:buClr>
              <a:buSzPts val="700"/>
              <a:buNone/>
              <a:defRPr/>
            </a:lvl1pPr>
            <a:lvl2pPr lvl="1" algn="l">
              <a:lnSpc>
                <a:spcPct val="90000"/>
              </a:lnSpc>
              <a:spcBef>
                <a:spcPts val="1700"/>
              </a:spcBef>
              <a:spcAft>
                <a:spcPts val="0"/>
              </a:spcAft>
              <a:buClr>
                <a:srgbClr val="000000"/>
              </a:buClr>
              <a:buSzPts val="700"/>
              <a:buNone/>
              <a:defRPr/>
            </a:lvl2pPr>
            <a:lvl3pPr lvl="2" algn="l">
              <a:lnSpc>
                <a:spcPct val="90000"/>
              </a:lnSpc>
              <a:spcBef>
                <a:spcPts val="1700"/>
              </a:spcBef>
              <a:spcAft>
                <a:spcPts val="0"/>
              </a:spcAft>
              <a:buClr>
                <a:srgbClr val="000000"/>
              </a:buClr>
              <a:buSzPts val="700"/>
              <a:buNone/>
              <a:defRPr/>
            </a:lvl3pPr>
            <a:lvl4pPr lvl="3" algn="l">
              <a:lnSpc>
                <a:spcPct val="90000"/>
              </a:lnSpc>
              <a:spcBef>
                <a:spcPts val="1700"/>
              </a:spcBef>
              <a:spcAft>
                <a:spcPts val="0"/>
              </a:spcAft>
              <a:buClr>
                <a:srgbClr val="000000"/>
              </a:buClr>
              <a:buSzPts val="700"/>
              <a:buNone/>
              <a:defRPr/>
            </a:lvl4pPr>
            <a:lvl5pPr lvl="4" algn="l">
              <a:lnSpc>
                <a:spcPct val="90000"/>
              </a:lnSpc>
              <a:spcBef>
                <a:spcPts val="1700"/>
              </a:spcBef>
              <a:spcAft>
                <a:spcPts val="0"/>
              </a:spcAft>
              <a:buClr>
                <a:srgbClr val="000000"/>
              </a:buClr>
              <a:buSzPts val="700"/>
              <a:buNone/>
              <a:defRPr/>
            </a:lvl5pPr>
            <a:lvl6pPr lvl="5" algn="l">
              <a:lnSpc>
                <a:spcPct val="90000"/>
              </a:lnSpc>
              <a:spcBef>
                <a:spcPts val="1700"/>
              </a:spcBef>
              <a:spcAft>
                <a:spcPts val="0"/>
              </a:spcAft>
              <a:buClr>
                <a:srgbClr val="000000"/>
              </a:buClr>
              <a:buSzPts val="700"/>
              <a:buNone/>
              <a:defRPr/>
            </a:lvl6pPr>
            <a:lvl7pPr lvl="6" algn="l">
              <a:lnSpc>
                <a:spcPct val="90000"/>
              </a:lnSpc>
              <a:spcBef>
                <a:spcPts val="1700"/>
              </a:spcBef>
              <a:spcAft>
                <a:spcPts val="0"/>
              </a:spcAft>
              <a:buClr>
                <a:srgbClr val="000000"/>
              </a:buClr>
              <a:buSzPts val="700"/>
              <a:buNone/>
              <a:defRPr/>
            </a:lvl7pPr>
            <a:lvl8pPr lvl="7" algn="l">
              <a:lnSpc>
                <a:spcPct val="90000"/>
              </a:lnSpc>
              <a:spcBef>
                <a:spcPts val="1700"/>
              </a:spcBef>
              <a:spcAft>
                <a:spcPts val="0"/>
              </a:spcAft>
              <a:buClr>
                <a:srgbClr val="000000"/>
              </a:buClr>
              <a:buSzPts val="700"/>
              <a:buNone/>
              <a:defRPr/>
            </a:lvl8pPr>
            <a:lvl9pPr lvl="8" algn="l">
              <a:lnSpc>
                <a:spcPct val="90000"/>
              </a:lnSpc>
              <a:spcBef>
                <a:spcPts val="1700"/>
              </a:spcBef>
              <a:spcAft>
                <a:spcPts val="0"/>
              </a:spcAft>
              <a:buClr>
                <a:srgbClr val="000000"/>
              </a:buClr>
              <a:buSzPts val="700"/>
              <a:buNone/>
              <a:defRPr/>
            </a:lvl9pPr>
          </a:lstStyle>
          <a:p/>
        </p:txBody>
      </p:sp>
      <p:sp>
        <p:nvSpPr>
          <p:cNvPr id="17" name="Google Shape;17;p2"/>
          <p:cNvSpPr txBox="1"/>
          <p:nvPr>
            <p:ph idx="12" type="sldNum"/>
          </p:nvPr>
        </p:nvSpPr>
        <p:spPr>
          <a:xfrm>
            <a:off x="6753225" y="4767263"/>
            <a:ext cx="2057400" cy="185700"/>
          </a:xfrm>
          <a:prstGeom prst="rect">
            <a:avLst/>
          </a:prstGeom>
          <a:noFill/>
          <a:ln>
            <a:noFill/>
          </a:ln>
        </p:spPr>
        <p:txBody>
          <a:bodyPr anchorCtr="0" anchor="b" bIns="0" lIns="0" spcFirstLastPara="1" rIns="0" wrap="square" tIns="0">
            <a:noAutofit/>
          </a:bodyPr>
          <a:lstStyle>
            <a:lvl1pPr indent="0" lvl="0" marL="0" algn="r">
              <a:lnSpc>
                <a:spcPct val="90000"/>
              </a:lnSpc>
              <a:spcBef>
                <a:spcPts val="0"/>
              </a:spcBef>
              <a:spcAft>
                <a:spcPts val="0"/>
              </a:spcAft>
              <a:buClr>
                <a:schemeClr val="dk1"/>
              </a:buClr>
              <a:buSzPts val="500"/>
              <a:buFont typeface="Outfit"/>
              <a:buNone/>
              <a:defRPr/>
            </a:lvl1pPr>
            <a:lvl2pPr indent="0" lvl="1" marL="0" algn="r">
              <a:lnSpc>
                <a:spcPct val="90000"/>
              </a:lnSpc>
              <a:spcBef>
                <a:spcPts val="0"/>
              </a:spcBef>
              <a:spcAft>
                <a:spcPts val="0"/>
              </a:spcAft>
              <a:buClr>
                <a:schemeClr val="dk1"/>
              </a:buClr>
              <a:buSzPts val="500"/>
              <a:buFont typeface="Outfit"/>
              <a:buNone/>
              <a:defRPr/>
            </a:lvl2pPr>
            <a:lvl3pPr indent="0" lvl="2" marL="0" algn="r">
              <a:lnSpc>
                <a:spcPct val="90000"/>
              </a:lnSpc>
              <a:spcBef>
                <a:spcPts val="0"/>
              </a:spcBef>
              <a:spcAft>
                <a:spcPts val="0"/>
              </a:spcAft>
              <a:buClr>
                <a:schemeClr val="dk1"/>
              </a:buClr>
              <a:buSzPts val="500"/>
              <a:buFont typeface="Outfit"/>
              <a:buNone/>
              <a:defRPr/>
            </a:lvl3pPr>
            <a:lvl4pPr indent="0" lvl="3" marL="0" algn="r">
              <a:lnSpc>
                <a:spcPct val="90000"/>
              </a:lnSpc>
              <a:spcBef>
                <a:spcPts val="0"/>
              </a:spcBef>
              <a:spcAft>
                <a:spcPts val="0"/>
              </a:spcAft>
              <a:buClr>
                <a:schemeClr val="dk1"/>
              </a:buClr>
              <a:buSzPts val="500"/>
              <a:buFont typeface="Outfit"/>
              <a:buNone/>
              <a:defRPr/>
            </a:lvl4pPr>
            <a:lvl5pPr indent="0" lvl="4" marL="0" algn="r">
              <a:lnSpc>
                <a:spcPct val="90000"/>
              </a:lnSpc>
              <a:spcBef>
                <a:spcPts val="0"/>
              </a:spcBef>
              <a:spcAft>
                <a:spcPts val="0"/>
              </a:spcAft>
              <a:buClr>
                <a:schemeClr val="dk1"/>
              </a:buClr>
              <a:buSzPts val="500"/>
              <a:buFont typeface="Outfit"/>
              <a:buNone/>
              <a:defRPr/>
            </a:lvl5pPr>
            <a:lvl6pPr indent="0" lvl="5" marL="0" algn="r">
              <a:lnSpc>
                <a:spcPct val="90000"/>
              </a:lnSpc>
              <a:spcBef>
                <a:spcPts val="0"/>
              </a:spcBef>
              <a:spcAft>
                <a:spcPts val="0"/>
              </a:spcAft>
              <a:buClr>
                <a:schemeClr val="dk1"/>
              </a:buClr>
              <a:buSzPts val="500"/>
              <a:buFont typeface="Outfit"/>
              <a:buNone/>
              <a:defRPr/>
            </a:lvl6pPr>
            <a:lvl7pPr indent="0" lvl="6" marL="0" algn="r">
              <a:lnSpc>
                <a:spcPct val="90000"/>
              </a:lnSpc>
              <a:spcBef>
                <a:spcPts val="0"/>
              </a:spcBef>
              <a:spcAft>
                <a:spcPts val="0"/>
              </a:spcAft>
              <a:buClr>
                <a:schemeClr val="dk1"/>
              </a:buClr>
              <a:buSzPts val="500"/>
              <a:buFont typeface="Outfit"/>
              <a:buNone/>
              <a:defRPr/>
            </a:lvl7pPr>
            <a:lvl8pPr indent="0" lvl="7" marL="0" algn="r">
              <a:lnSpc>
                <a:spcPct val="90000"/>
              </a:lnSpc>
              <a:spcBef>
                <a:spcPts val="0"/>
              </a:spcBef>
              <a:spcAft>
                <a:spcPts val="0"/>
              </a:spcAft>
              <a:buClr>
                <a:schemeClr val="dk1"/>
              </a:buClr>
              <a:buSzPts val="500"/>
              <a:buFont typeface="Outfit"/>
              <a:buNone/>
              <a:defRPr/>
            </a:lvl8pPr>
            <a:lvl9pPr indent="0" lvl="8" marL="0" algn="r">
              <a:lnSpc>
                <a:spcPct val="90000"/>
              </a:lnSpc>
              <a:spcBef>
                <a:spcPts val="0"/>
              </a:spcBef>
              <a:spcAft>
                <a:spcPts val="0"/>
              </a:spcAft>
              <a:buClr>
                <a:schemeClr val="dk1"/>
              </a:buClr>
              <a:buSzPts val="500"/>
              <a:buFont typeface="Outfit"/>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Slide_Blue">
  <p:cSld name="Chapter Slide_Blue">
    <p:bg>
      <p:bgPr>
        <a:solidFill>
          <a:schemeClr val="lt1"/>
        </a:solidFill>
      </p:bgPr>
    </p:bg>
    <p:spTree>
      <p:nvGrpSpPr>
        <p:cNvPr id="18" name="Shape 18"/>
        <p:cNvGrpSpPr/>
        <p:nvPr/>
      </p:nvGrpSpPr>
      <p:grpSpPr>
        <a:xfrm>
          <a:off x="0" y="0"/>
          <a:ext cx="0" cy="0"/>
          <a:chOff x="0" y="0"/>
          <a:chExt cx="0" cy="0"/>
        </a:xfrm>
      </p:grpSpPr>
      <p:sp>
        <p:nvSpPr>
          <p:cNvPr id="19" name="Google Shape;19;p3"/>
          <p:cNvSpPr txBox="1"/>
          <p:nvPr/>
        </p:nvSpPr>
        <p:spPr>
          <a:xfrm>
            <a:off x="-428625" y="1016454"/>
            <a:ext cx="69300" cy="284100"/>
          </a:xfrm>
          <a:prstGeom prst="rect">
            <a:avLst/>
          </a:prstGeom>
          <a:noFill/>
          <a:ln>
            <a:noFill/>
          </a:ln>
        </p:spPr>
        <p:txBody>
          <a:bodyPr anchorCtr="0" anchor="t" bIns="17150" lIns="34275" spcFirstLastPara="1" rIns="34275" wrap="square" tIns="17150">
            <a:spAutoFit/>
          </a:bodyPr>
          <a:lstStyle/>
          <a:p>
            <a:pPr indent="0" lvl="0" marL="0" marR="0" rtl="0" algn="l">
              <a:lnSpc>
                <a:spcPct val="90000"/>
              </a:lnSpc>
              <a:spcBef>
                <a:spcPts val="0"/>
              </a:spcBef>
              <a:spcAft>
                <a:spcPts val="0"/>
              </a:spcAft>
              <a:buClr>
                <a:srgbClr val="000000"/>
              </a:buClr>
              <a:buSzPts val="1800"/>
              <a:buFont typeface="Outfit"/>
              <a:buNone/>
            </a:pPr>
            <a:r>
              <a:t/>
            </a:r>
            <a:endParaRPr b="0" i="0" sz="1800" u="none" cap="none" strike="noStrike">
              <a:solidFill>
                <a:srgbClr val="000000"/>
              </a:solidFill>
              <a:latin typeface="Outfit"/>
              <a:ea typeface="Outfit"/>
              <a:cs typeface="Outfit"/>
              <a:sym typeface="Outfit"/>
            </a:endParaRPr>
          </a:p>
        </p:txBody>
      </p:sp>
      <p:sp>
        <p:nvSpPr>
          <p:cNvPr id="20" name="Google Shape;20;p3"/>
          <p:cNvSpPr txBox="1"/>
          <p:nvPr>
            <p:ph idx="1" type="body"/>
          </p:nvPr>
        </p:nvSpPr>
        <p:spPr>
          <a:xfrm>
            <a:off x="297061" y="428625"/>
            <a:ext cx="1281000" cy="716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00"/>
              </a:spcBef>
              <a:spcAft>
                <a:spcPts val="0"/>
              </a:spcAft>
              <a:buClr>
                <a:srgbClr val="82B2D8"/>
              </a:buClr>
              <a:buSzPts val="5300"/>
              <a:buNone/>
              <a:defRPr sz="5300">
                <a:solidFill>
                  <a:srgbClr val="82B2D8"/>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21" name="Google Shape;21;p3"/>
          <p:cNvSpPr txBox="1"/>
          <p:nvPr>
            <p:ph idx="2" type="body"/>
          </p:nvPr>
        </p:nvSpPr>
        <p:spPr>
          <a:xfrm>
            <a:off x="297061" y="1193826"/>
            <a:ext cx="7275300" cy="2746800"/>
          </a:xfrm>
          <a:prstGeom prst="rect">
            <a:avLst/>
          </a:prstGeom>
          <a:noFill/>
          <a:ln>
            <a:noFill/>
          </a:ln>
        </p:spPr>
        <p:txBody>
          <a:bodyPr anchorCtr="0" anchor="b" bIns="0" lIns="0" spcFirstLastPara="1" rIns="0" wrap="square" tIns="0">
            <a:normAutofit/>
          </a:bodyPr>
          <a:lstStyle>
            <a:lvl1pPr indent="-228600" lvl="0" marL="457200" algn="l">
              <a:lnSpc>
                <a:spcPct val="90000"/>
              </a:lnSpc>
              <a:spcBef>
                <a:spcPts val="400"/>
              </a:spcBef>
              <a:spcAft>
                <a:spcPts val="0"/>
              </a:spcAft>
              <a:buClr>
                <a:schemeClr val="accent2"/>
              </a:buClr>
              <a:buSzPts val="5300"/>
              <a:buNone/>
              <a:defRPr b="0" i="0" sz="5300">
                <a:solidFill>
                  <a:schemeClr val="accent2"/>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pic>
        <p:nvPicPr>
          <p:cNvPr descr="A white letter on a black background&#10;&#10;Description automatically generated" id="22" name="Google Shape;22;p3"/>
          <p:cNvPicPr preferRelativeResize="0"/>
          <p:nvPr/>
        </p:nvPicPr>
        <p:blipFill rotWithShape="1">
          <a:blip r:embed="rId2">
            <a:alphaModFix/>
          </a:blip>
          <a:srcRect b="0" l="0" r="0" t="0"/>
          <a:stretch/>
        </p:blipFill>
        <p:spPr>
          <a:xfrm>
            <a:off x="8022471" y="238125"/>
            <a:ext cx="789176" cy="202769"/>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 Subhead Slide_Blue">
  <p:cSld name="Chapter + Subhead Slide_Blue">
    <p:bg>
      <p:bgPr>
        <a:solidFill>
          <a:schemeClr val="lt1"/>
        </a:solidFill>
      </p:bgPr>
    </p:bg>
    <p:spTree>
      <p:nvGrpSpPr>
        <p:cNvPr id="23" name="Shape 23"/>
        <p:cNvGrpSpPr/>
        <p:nvPr/>
      </p:nvGrpSpPr>
      <p:grpSpPr>
        <a:xfrm>
          <a:off x="0" y="0"/>
          <a:ext cx="0" cy="0"/>
          <a:chOff x="0" y="0"/>
          <a:chExt cx="0" cy="0"/>
        </a:xfrm>
      </p:grpSpPr>
      <p:sp>
        <p:nvSpPr>
          <p:cNvPr id="24" name="Google Shape;24;p4"/>
          <p:cNvSpPr txBox="1"/>
          <p:nvPr>
            <p:ph idx="1" type="body"/>
          </p:nvPr>
        </p:nvSpPr>
        <p:spPr>
          <a:xfrm>
            <a:off x="297061" y="4000923"/>
            <a:ext cx="7275300" cy="717600"/>
          </a:xfrm>
          <a:prstGeom prst="rect">
            <a:avLst/>
          </a:prstGeom>
          <a:noFill/>
          <a:ln>
            <a:noFill/>
          </a:ln>
        </p:spPr>
        <p:txBody>
          <a:bodyPr anchorCtr="0" anchor="b" bIns="0" lIns="0" spcFirstLastPara="1" rIns="0" wrap="square" tIns="0">
            <a:normAutofit/>
          </a:bodyPr>
          <a:lstStyle>
            <a:lvl1pPr indent="-228600" lvl="0" marL="457200" algn="l">
              <a:lnSpc>
                <a:spcPct val="90000"/>
              </a:lnSpc>
              <a:spcBef>
                <a:spcPts val="400"/>
              </a:spcBef>
              <a:spcAft>
                <a:spcPts val="0"/>
              </a:spcAft>
              <a:buClr>
                <a:srgbClr val="82B2D8"/>
              </a:buClr>
              <a:buSzPts val="3000"/>
              <a:buNone/>
              <a:defRPr b="0" i="0" sz="3000">
                <a:solidFill>
                  <a:srgbClr val="82B2D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25" name="Google Shape;25;p4"/>
          <p:cNvSpPr txBox="1"/>
          <p:nvPr>
            <p:ph idx="2" type="body"/>
          </p:nvPr>
        </p:nvSpPr>
        <p:spPr>
          <a:xfrm>
            <a:off x="297061" y="428625"/>
            <a:ext cx="1281000" cy="716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00"/>
              </a:spcBef>
              <a:spcAft>
                <a:spcPts val="0"/>
              </a:spcAft>
              <a:buClr>
                <a:srgbClr val="82B2D8"/>
              </a:buClr>
              <a:buSzPts val="5300"/>
              <a:buNone/>
              <a:defRPr sz="5300">
                <a:solidFill>
                  <a:srgbClr val="82B2D8"/>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26" name="Google Shape;26;p4"/>
          <p:cNvSpPr txBox="1"/>
          <p:nvPr>
            <p:ph idx="3" type="body"/>
          </p:nvPr>
        </p:nvSpPr>
        <p:spPr>
          <a:xfrm>
            <a:off x="297061" y="1193826"/>
            <a:ext cx="7275300" cy="2746800"/>
          </a:xfrm>
          <a:prstGeom prst="rect">
            <a:avLst/>
          </a:prstGeom>
          <a:noFill/>
          <a:ln>
            <a:noFill/>
          </a:ln>
        </p:spPr>
        <p:txBody>
          <a:bodyPr anchorCtr="0" anchor="b" bIns="0" lIns="0" spcFirstLastPara="1" rIns="0" wrap="square" tIns="0">
            <a:normAutofit/>
          </a:bodyPr>
          <a:lstStyle>
            <a:lvl1pPr indent="-228600" lvl="0" marL="457200" algn="l">
              <a:lnSpc>
                <a:spcPct val="90000"/>
              </a:lnSpc>
              <a:spcBef>
                <a:spcPts val="400"/>
              </a:spcBef>
              <a:spcAft>
                <a:spcPts val="0"/>
              </a:spcAft>
              <a:buClr>
                <a:schemeClr val="accent2"/>
              </a:buClr>
              <a:buSzPts val="5300"/>
              <a:buNone/>
              <a:defRPr b="0" i="0" sz="5300">
                <a:solidFill>
                  <a:schemeClr val="accent2"/>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pic>
        <p:nvPicPr>
          <p:cNvPr descr="A white letter on a black background&#10;&#10;Description automatically generated" id="27" name="Google Shape;27;p4"/>
          <p:cNvPicPr preferRelativeResize="0"/>
          <p:nvPr/>
        </p:nvPicPr>
        <p:blipFill rotWithShape="1">
          <a:blip r:embed="rId2">
            <a:alphaModFix/>
          </a:blip>
          <a:srcRect b="0" l="0" r="0" t="0"/>
          <a:stretch/>
        </p:blipFill>
        <p:spPr>
          <a:xfrm>
            <a:off x="8022471" y="238125"/>
            <a:ext cx="789176" cy="202769"/>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Slide_Orange">
  <p:cSld name="Chapter Slide_Orange">
    <p:bg>
      <p:bgPr>
        <a:solidFill>
          <a:schemeClr val="lt2"/>
        </a:solidFill>
      </p:bgPr>
    </p:bg>
    <p:spTree>
      <p:nvGrpSpPr>
        <p:cNvPr id="28" name="Shape 28"/>
        <p:cNvGrpSpPr/>
        <p:nvPr/>
      </p:nvGrpSpPr>
      <p:grpSpPr>
        <a:xfrm>
          <a:off x="0" y="0"/>
          <a:ext cx="0" cy="0"/>
          <a:chOff x="0" y="0"/>
          <a:chExt cx="0" cy="0"/>
        </a:xfrm>
      </p:grpSpPr>
      <p:pic>
        <p:nvPicPr>
          <p:cNvPr descr="A white letter on a black background&#10;&#10;Description automatically generated" id="29" name="Google Shape;29;p5"/>
          <p:cNvPicPr preferRelativeResize="0"/>
          <p:nvPr/>
        </p:nvPicPr>
        <p:blipFill rotWithShape="1">
          <a:blip r:embed="rId2">
            <a:alphaModFix/>
          </a:blip>
          <a:srcRect b="0" l="0" r="0" t="0"/>
          <a:stretch/>
        </p:blipFill>
        <p:spPr>
          <a:xfrm>
            <a:off x="8022471" y="238125"/>
            <a:ext cx="789176" cy="202769"/>
          </a:xfrm>
          <a:prstGeom prst="rect">
            <a:avLst/>
          </a:prstGeom>
          <a:noFill/>
          <a:ln>
            <a:noFill/>
          </a:ln>
        </p:spPr>
      </p:pic>
      <p:sp>
        <p:nvSpPr>
          <p:cNvPr id="30" name="Google Shape;30;p5"/>
          <p:cNvSpPr txBox="1"/>
          <p:nvPr>
            <p:ph idx="1" type="body"/>
          </p:nvPr>
        </p:nvSpPr>
        <p:spPr>
          <a:xfrm>
            <a:off x="297061" y="1193826"/>
            <a:ext cx="7275300" cy="2746800"/>
          </a:xfrm>
          <a:prstGeom prst="rect">
            <a:avLst/>
          </a:prstGeom>
          <a:noFill/>
          <a:ln>
            <a:noFill/>
          </a:ln>
        </p:spPr>
        <p:txBody>
          <a:bodyPr anchorCtr="0" anchor="b" bIns="0" lIns="0" spcFirstLastPara="1" rIns="0" wrap="square" tIns="0">
            <a:normAutofit/>
          </a:bodyPr>
          <a:lstStyle>
            <a:lvl1pPr indent="-228600" lvl="0" marL="457200" algn="l">
              <a:lnSpc>
                <a:spcPct val="90000"/>
              </a:lnSpc>
              <a:spcBef>
                <a:spcPts val="400"/>
              </a:spcBef>
              <a:spcAft>
                <a:spcPts val="0"/>
              </a:spcAft>
              <a:buClr>
                <a:schemeClr val="accent4"/>
              </a:buClr>
              <a:buSzPts val="5300"/>
              <a:buNone/>
              <a:defRPr b="0" i="0" sz="5300">
                <a:solidFill>
                  <a:schemeClr val="accent4"/>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31" name="Google Shape;31;p5"/>
          <p:cNvSpPr txBox="1"/>
          <p:nvPr>
            <p:ph idx="2" type="body"/>
          </p:nvPr>
        </p:nvSpPr>
        <p:spPr>
          <a:xfrm>
            <a:off x="297061" y="428625"/>
            <a:ext cx="1281000" cy="716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00"/>
              </a:spcBef>
              <a:spcAft>
                <a:spcPts val="0"/>
              </a:spcAft>
              <a:buClr>
                <a:srgbClr val="F9B379"/>
              </a:buClr>
              <a:buSzPts val="5300"/>
              <a:buNone/>
              <a:defRPr sz="5300">
                <a:solidFill>
                  <a:srgbClr val="F9B379"/>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 Subhead Slide_Orange">
  <p:cSld name="Chapter + Subhead Slide_Orange">
    <p:bg>
      <p:bgPr>
        <a:solidFill>
          <a:schemeClr val="lt2"/>
        </a:solidFill>
      </p:bgPr>
    </p:bg>
    <p:spTree>
      <p:nvGrpSpPr>
        <p:cNvPr id="32" name="Shape 32"/>
        <p:cNvGrpSpPr/>
        <p:nvPr/>
      </p:nvGrpSpPr>
      <p:grpSpPr>
        <a:xfrm>
          <a:off x="0" y="0"/>
          <a:ext cx="0" cy="0"/>
          <a:chOff x="0" y="0"/>
          <a:chExt cx="0" cy="0"/>
        </a:xfrm>
      </p:grpSpPr>
      <p:sp>
        <p:nvSpPr>
          <p:cNvPr id="33" name="Google Shape;33;p6"/>
          <p:cNvSpPr txBox="1"/>
          <p:nvPr>
            <p:ph idx="1" type="body"/>
          </p:nvPr>
        </p:nvSpPr>
        <p:spPr>
          <a:xfrm>
            <a:off x="297061" y="1193826"/>
            <a:ext cx="7275300" cy="2746800"/>
          </a:xfrm>
          <a:prstGeom prst="rect">
            <a:avLst/>
          </a:prstGeom>
          <a:noFill/>
          <a:ln>
            <a:noFill/>
          </a:ln>
        </p:spPr>
        <p:txBody>
          <a:bodyPr anchorCtr="0" anchor="b" bIns="0" lIns="0" spcFirstLastPara="1" rIns="0" wrap="square" tIns="0">
            <a:normAutofit/>
          </a:bodyPr>
          <a:lstStyle>
            <a:lvl1pPr indent="-228600" lvl="0" marL="457200" algn="l">
              <a:lnSpc>
                <a:spcPct val="90000"/>
              </a:lnSpc>
              <a:spcBef>
                <a:spcPts val="400"/>
              </a:spcBef>
              <a:spcAft>
                <a:spcPts val="0"/>
              </a:spcAft>
              <a:buClr>
                <a:schemeClr val="accent4"/>
              </a:buClr>
              <a:buSzPts val="5300"/>
              <a:buNone/>
              <a:defRPr b="0" i="0" sz="5300">
                <a:solidFill>
                  <a:schemeClr val="accent4"/>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34" name="Google Shape;34;p6"/>
          <p:cNvSpPr txBox="1"/>
          <p:nvPr>
            <p:ph idx="2" type="body"/>
          </p:nvPr>
        </p:nvSpPr>
        <p:spPr>
          <a:xfrm>
            <a:off x="297061" y="428625"/>
            <a:ext cx="1281000" cy="716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00"/>
              </a:spcBef>
              <a:spcAft>
                <a:spcPts val="0"/>
              </a:spcAft>
              <a:buClr>
                <a:srgbClr val="F9B379"/>
              </a:buClr>
              <a:buSzPts val="5300"/>
              <a:buNone/>
              <a:defRPr sz="5300">
                <a:solidFill>
                  <a:srgbClr val="F9B379"/>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35" name="Google Shape;35;p6"/>
          <p:cNvSpPr txBox="1"/>
          <p:nvPr>
            <p:ph idx="3" type="body"/>
          </p:nvPr>
        </p:nvSpPr>
        <p:spPr>
          <a:xfrm>
            <a:off x="297061" y="4000923"/>
            <a:ext cx="7241400" cy="717600"/>
          </a:xfrm>
          <a:prstGeom prst="rect">
            <a:avLst/>
          </a:prstGeom>
          <a:noFill/>
          <a:ln>
            <a:noFill/>
          </a:ln>
        </p:spPr>
        <p:txBody>
          <a:bodyPr anchorCtr="0" anchor="b" bIns="0" lIns="0" spcFirstLastPara="1" rIns="0" wrap="square" tIns="0">
            <a:normAutofit/>
          </a:bodyPr>
          <a:lstStyle>
            <a:lvl1pPr indent="-228600" lvl="0" marL="457200" algn="l">
              <a:lnSpc>
                <a:spcPct val="90000"/>
              </a:lnSpc>
              <a:spcBef>
                <a:spcPts val="400"/>
              </a:spcBef>
              <a:spcAft>
                <a:spcPts val="0"/>
              </a:spcAft>
              <a:buClr>
                <a:srgbClr val="F9B379"/>
              </a:buClr>
              <a:buSzPts val="3000"/>
              <a:buNone/>
              <a:defRPr b="0" i="0" sz="3000">
                <a:solidFill>
                  <a:srgbClr val="F9B379"/>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pic>
        <p:nvPicPr>
          <p:cNvPr descr="A white letter on a black background&#10;&#10;Description automatically generated" id="36" name="Google Shape;36;p6"/>
          <p:cNvPicPr preferRelativeResize="0"/>
          <p:nvPr/>
        </p:nvPicPr>
        <p:blipFill rotWithShape="1">
          <a:blip r:embed="rId2">
            <a:alphaModFix/>
          </a:blip>
          <a:srcRect b="0" l="0" r="0" t="0"/>
          <a:stretch/>
        </p:blipFill>
        <p:spPr>
          <a:xfrm>
            <a:off x="8022471" y="238125"/>
            <a:ext cx="789176" cy="202769"/>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lide">
  <p:cSld name="Agenda Slide">
    <p:bg>
      <p:bgPr>
        <a:solidFill>
          <a:schemeClr val="accent6"/>
        </a:solidFill>
      </p:bgPr>
    </p:bg>
    <p:spTree>
      <p:nvGrpSpPr>
        <p:cNvPr id="37" name="Shape 37"/>
        <p:cNvGrpSpPr/>
        <p:nvPr/>
      </p:nvGrpSpPr>
      <p:grpSpPr>
        <a:xfrm>
          <a:off x="0" y="0"/>
          <a:ext cx="0" cy="0"/>
          <a:chOff x="0" y="0"/>
          <a:chExt cx="0" cy="0"/>
        </a:xfrm>
      </p:grpSpPr>
      <p:sp>
        <p:nvSpPr>
          <p:cNvPr id="38" name="Google Shape;38;p7"/>
          <p:cNvSpPr txBox="1"/>
          <p:nvPr>
            <p:ph type="title"/>
          </p:nvPr>
        </p:nvSpPr>
        <p:spPr>
          <a:xfrm>
            <a:off x="285750" y="285750"/>
            <a:ext cx="4079100" cy="4667100"/>
          </a:xfrm>
          <a:prstGeom prst="rect">
            <a:avLst/>
          </a:prstGeom>
          <a:noFill/>
          <a:ln>
            <a:noFill/>
          </a:ln>
        </p:spPr>
        <p:txBody>
          <a:bodyPr anchorCtr="0" anchor="t" bIns="34275" lIns="0" spcFirstLastPara="1" rIns="0" wrap="square" tIns="0">
            <a:normAutofit/>
          </a:bodyPr>
          <a:lstStyle>
            <a:lvl1pPr lvl="0" algn="l">
              <a:lnSpc>
                <a:spcPct val="90000"/>
              </a:lnSpc>
              <a:spcBef>
                <a:spcPts val="0"/>
              </a:spcBef>
              <a:spcAft>
                <a:spcPts val="0"/>
              </a:spcAft>
              <a:buClr>
                <a:schemeClr val="dk1"/>
              </a:buClr>
              <a:buSzPts val="3800"/>
              <a:buFont typeface="Outfit"/>
              <a:buNone/>
              <a:defRPr b="0" sz="3800">
                <a:solidFill>
                  <a:schemeClr val="dk1"/>
                </a:solidFill>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sp>
        <p:nvSpPr>
          <p:cNvPr id="39" name="Google Shape;39;p7"/>
          <p:cNvSpPr/>
          <p:nvPr/>
        </p:nvSpPr>
        <p:spPr>
          <a:xfrm>
            <a:off x="4548188" y="0"/>
            <a:ext cx="4595700" cy="5143500"/>
          </a:xfrm>
          <a:prstGeom prst="rect">
            <a:avLst/>
          </a:prstGeom>
          <a:solidFill>
            <a:schemeClr val="dk1"/>
          </a:solidFill>
          <a:ln>
            <a:noFill/>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pic>
        <p:nvPicPr>
          <p:cNvPr descr="A white letter on a black background&#10;&#10;Description automatically generated" id="40" name="Google Shape;40;p7"/>
          <p:cNvPicPr preferRelativeResize="0"/>
          <p:nvPr/>
        </p:nvPicPr>
        <p:blipFill rotWithShape="1">
          <a:blip r:embed="rId2">
            <a:alphaModFix/>
          </a:blip>
          <a:srcRect b="0" l="0" r="0" t="0"/>
          <a:stretch/>
        </p:blipFill>
        <p:spPr>
          <a:xfrm>
            <a:off x="8022471" y="238125"/>
            <a:ext cx="789176" cy="202769"/>
          </a:xfrm>
          <a:prstGeom prst="rect">
            <a:avLst/>
          </a:prstGeom>
          <a:noFill/>
          <a:ln>
            <a:noFill/>
          </a:ln>
        </p:spPr>
      </p:pic>
      <p:sp>
        <p:nvSpPr>
          <p:cNvPr id="41" name="Google Shape;41;p7"/>
          <p:cNvSpPr txBox="1"/>
          <p:nvPr/>
        </p:nvSpPr>
        <p:spPr>
          <a:xfrm>
            <a:off x="5162550" y="3125777"/>
            <a:ext cx="3648000" cy="865800"/>
          </a:xfrm>
          <a:prstGeom prst="rect">
            <a:avLst/>
          </a:prstGeom>
          <a:noFill/>
          <a:ln>
            <a:noFill/>
          </a:ln>
        </p:spPr>
        <p:txBody>
          <a:bodyPr anchorCtr="0" anchor="t" bIns="17150" lIns="34275" spcFirstLastPara="1" rIns="34275" wrap="square" tIns="17150">
            <a:spAutoFit/>
          </a:bodyPr>
          <a:lstStyle/>
          <a:p>
            <a:pPr indent="0" lvl="0" marL="0" marR="0" rtl="0" algn="r">
              <a:lnSpc>
                <a:spcPct val="90000"/>
              </a:lnSpc>
              <a:spcBef>
                <a:spcPts val="0"/>
              </a:spcBef>
              <a:spcAft>
                <a:spcPts val="0"/>
              </a:spcAft>
              <a:buClr>
                <a:schemeClr val="accent5"/>
              </a:buClr>
              <a:buSzPts val="6000"/>
              <a:buFont typeface="Outfit"/>
              <a:buNone/>
            </a:pPr>
            <a:r>
              <a:rPr b="0" i="0" lang="en" sz="6000" u="none" cap="none" strike="noStrike">
                <a:solidFill>
                  <a:schemeClr val="accent5"/>
                </a:solidFill>
                <a:latin typeface="Outfit"/>
                <a:ea typeface="Outfit"/>
                <a:cs typeface="Outfit"/>
                <a:sym typeface="Outfit"/>
              </a:rPr>
              <a:t>Agenda</a:t>
            </a:r>
            <a:endParaRPr sz="500"/>
          </a:p>
        </p:txBody>
      </p:sp>
      <p:sp>
        <p:nvSpPr>
          <p:cNvPr id="42" name="Google Shape;42;p7"/>
          <p:cNvSpPr txBox="1"/>
          <p:nvPr>
            <p:ph idx="10" type="dt"/>
          </p:nvPr>
        </p:nvSpPr>
        <p:spPr>
          <a:xfrm>
            <a:off x="285750" y="4753346"/>
            <a:ext cx="2057400" cy="199800"/>
          </a:xfrm>
          <a:prstGeom prst="rect">
            <a:avLst/>
          </a:prstGeom>
          <a:noFill/>
          <a:ln>
            <a:noFill/>
          </a:ln>
        </p:spPr>
        <p:txBody>
          <a:bodyPr anchorCtr="0" anchor="b" bIns="0" lIns="0" spcFirstLastPara="1" rIns="0" wrap="square" tIns="0">
            <a:noAutofit/>
          </a:bodyPr>
          <a:lstStyle>
            <a:lvl1pPr lvl="0" algn="l">
              <a:lnSpc>
                <a:spcPct val="90000"/>
              </a:lnSpc>
              <a:spcBef>
                <a:spcPts val="1700"/>
              </a:spcBef>
              <a:spcAft>
                <a:spcPts val="0"/>
              </a:spcAft>
              <a:buClr>
                <a:schemeClr val="dk1"/>
              </a:buClr>
              <a:buSzPts val="700"/>
              <a:buNone/>
              <a:defRPr/>
            </a:lvl1pPr>
            <a:lvl2pPr lvl="1" algn="l">
              <a:lnSpc>
                <a:spcPct val="90000"/>
              </a:lnSpc>
              <a:spcBef>
                <a:spcPts val="1700"/>
              </a:spcBef>
              <a:spcAft>
                <a:spcPts val="0"/>
              </a:spcAft>
              <a:buClr>
                <a:srgbClr val="000000"/>
              </a:buClr>
              <a:buSzPts val="700"/>
              <a:buNone/>
              <a:defRPr/>
            </a:lvl2pPr>
            <a:lvl3pPr lvl="2" algn="l">
              <a:lnSpc>
                <a:spcPct val="90000"/>
              </a:lnSpc>
              <a:spcBef>
                <a:spcPts val="1700"/>
              </a:spcBef>
              <a:spcAft>
                <a:spcPts val="0"/>
              </a:spcAft>
              <a:buClr>
                <a:srgbClr val="000000"/>
              </a:buClr>
              <a:buSzPts val="700"/>
              <a:buNone/>
              <a:defRPr/>
            </a:lvl3pPr>
            <a:lvl4pPr lvl="3" algn="l">
              <a:lnSpc>
                <a:spcPct val="90000"/>
              </a:lnSpc>
              <a:spcBef>
                <a:spcPts val="1700"/>
              </a:spcBef>
              <a:spcAft>
                <a:spcPts val="0"/>
              </a:spcAft>
              <a:buClr>
                <a:srgbClr val="000000"/>
              </a:buClr>
              <a:buSzPts val="700"/>
              <a:buNone/>
              <a:defRPr/>
            </a:lvl4pPr>
            <a:lvl5pPr lvl="4" algn="l">
              <a:lnSpc>
                <a:spcPct val="90000"/>
              </a:lnSpc>
              <a:spcBef>
                <a:spcPts val="1700"/>
              </a:spcBef>
              <a:spcAft>
                <a:spcPts val="0"/>
              </a:spcAft>
              <a:buClr>
                <a:srgbClr val="000000"/>
              </a:buClr>
              <a:buSzPts val="700"/>
              <a:buNone/>
              <a:defRPr/>
            </a:lvl5pPr>
            <a:lvl6pPr lvl="5" algn="l">
              <a:lnSpc>
                <a:spcPct val="90000"/>
              </a:lnSpc>
              <a:spcBef>
                <a:spcPts val="1700"/>
              </a:spcBef>
              <a:spcAft>
                <a:spcPts val="0"/>
              </a:spcAft>
              <a:buClr>
                <a:srgbClr val="000000"/>
              </a:buClr>
              <a:buSzPts val="700"/>
              <a:buNone/>
              <a:defRPr/>
            </a:lvl6pPr>
            <a:lvl7pPr lvl="6" algn="l">
              <a:lnSpc>
                <a:spcPct val="90000"/>
              </a:lnSpc>
              <a:spcBef>
                <a:spcPts val="1700"/>
              </a:spcBef>
              <a:spcAft>
                <a:spcPts val="0"/>
              </a:spcAft>
              <a:buClr>
                <a:srgbClr val="000000"/>
              </a:buClr>
              <a:buSzPts val="700"/>
              <a:buNone/>
              <a:defRPr/>
            </a:lvl7pPr>
            <a:lvl8pPr lvl="7" algn="l">
              <a:lnSpc>
                <a:spcPct val="90000"/>
              </a:lnSpc>
              <a:spcBef>
                <a:spcPts val="1700"/>
              </a:spcBef>
              <a:spcAft>
                <a:spcPts val="0"/>
              </a:spcAft>
              <a:buClr>
                <a:srgbClr val="000000"/>
              </a:buClr>
              <a:buSzPts val="700"/>
              <a:buNone/>
              <a:defRPr/>
            </a:lvl8pPr>
            <a:lvl9pPr lvl="8" algn="l">
              <a:lnSpc>
                <a:spcPct val="90000"/>
              </a:lnSpc>
              <a:spcBef>
                <a:spcPts val="1700"/>
              </a:spcBef>
              <a:spcAft>
                <a:spcPts val="0"/>
              </a:spcAft>
              <a:buClr>
                <a:srgbClr val="000000"/>
              </a:buClr>
              <a:buSzPts val="700"/>
              <a:buNone/>
              <a:defRPr/>
            </a:lvl9pPr>
          </a:lstStyle>
          <a:p/>
        </p:txBody>
      </p:sp>
      <p:sp>
        <p:nvSpPr>
          <p:cNvPr id="43" name="Google Shape;43;p7"/>
          <p:cNvSpPr txBox="1"/>
          <p:nvPr>
            <p:ph idx="12" type="sldNum"/>
          </p:nvPr>
        </p:nvSpPr>
        <p:spPr>
          <a:xfrm>
            <a:off x="6753225" y="4767263"/>
            <a:ext cx="2057400" cy="185700"/>
          </a:xfrm>
          <a:prstGeom prst="rect">
            <a:avLst/>
          </a:prstGeom>
          <a:noFill/>
          <a:ln>
            <a:noFill/>
          </a:ln>
        </p:spPr>
        <p:txBody>
          <a:bodyPr anchorCtr="0" anchor="b" bIns="0" lIns="0" spcFirstLastPara="1" rIns="0" wrap="square" tIns="0">
            <a:noAutofit/>
          </a:bodyPr>
          <a:lstStyle>
            <a:lvl1pPr indent="0" lvl="0" marL="0" algn="r">
              <a:lnSpc>
                <a:spcPct val="90000"/>
              </a:lnSpc>
              <a:spcBef>
                <a:spcPts val="0"/>
              </a:spcBef>
              <a:spcAft>
                <a:spcPts val="0"/>
              </a:spcAft>
              <a:buClr>
                <a:schemeClr val="dk1"/>
              </a:buClr>
              <a:buSzPts val="500"/>
              <a:buFont typeface="Outfit"/>
              <a:buNone/>
              <a:defRPr/>
            </a:lvl1pPr>
            <a:lvl2pPr indent="0" lvl="1" marL="0" algn="r">
              <a:lnSpc>
                <a:spcPct val="90000"/>
              </a:lnSpc>
              <a:spcBef>
                <a:spcPts val="0"/>
              </a:spcBef>
              <a:spcAft>
                <a:spcPts val="0"/>
              </a:spcAft>
              <a:buClr>
                <a:schemeClr val="dk1"/>
              </a:buClr>
              <a:buSzPts val="500"/>
              <a:buFont typeface="Outfit"/>
              <a:buNone/>
              <a:defRPr/>
            </a:lvl2pPr>
            <a:lvl3pPr indent="0" lvl="2" marL="0" algn="r">
              <a:lnSpc>
                <a:spcPct val="90000"/>
              </a:lnSpc>
              <a:spcBef>
                <a:spcPts val="0"/>
              </a:spcBef>
              <a:spcAft>
                <a:spcPts val="0"/>
              </a:spcAft>
              <a:buClr>
                <a:schemeClr val="dk1"/>
              </a:buClr>
              <a:buSzPts val="500"/>
              <a:buFont typeface="Outfit"/>
              <a:buNone/>
              <a:defRPr/>
            </a:lvl3pPr>
            <a:lvl4pPr indent="0" lvl="3" marL="0" algn="r">
              <a:lnSpc>
                <a:spcPct val="90000"/>
              </a:lnSpc>
              <a:spcBef>
                <a:spcPts val="0"/>
              </a:spcBef>
              <a:spcAft>
                <a:spcPts val="0"/>
              </a:spcAft>
              <a:buClr>
                <a:schemeClr val="dk1"/>
              </a:buClr>
              <a:buSzPts val="500"/>
              <a:buFont typeface="Outfit"/>
              <a:buNone/>
              <a:defRPr/>
            </a:lvl4pPr>
            <a:lvl5pPr indent="0" lvl="4" marL="0" algn="r">
              <a:lnSpc>
                <a:spcPct val="90000"/>
              </a:lnSpc>
              <a:spcBef>
                <a:spcPts val="0"/>
              </a:spcBef>
              <a:spcAft>
                <a:spcPts val="0"/>
              </a:spcAft>
              <a:buClr>
                <a:schemeClr val="dk1"/>
              </a:buClr>
              <a:buSzPts val="500"/>
              <a:buFont typeface="Outfit"/>
              <a:buNone/>
              <a:defRPr/>
            </a:lvl5pPr>
            <a:lvl6pPr indent="0" lvl="5" marL="0" algn="r">
              <a:lnSpc>
                <a:spcPct val="90000"/>
              </a:lnSpc>
              <a:spcBef>
                <a:spcPts val="0"/>
              </a:spcBef>
              <a:spcAft>
                <a:spcPts val="0"/>
              </a:spcAft>
              <a:buClr>
                <a:schemeClr val="dk1"/>
              </a:buClr>
              <a:buSzPts val="500"/>
              <a:buFont typeface="Outfit"/>
              <a:buNone/>
              <a:defRPr/>
            </a:lvl6pPr>
            <a:lvl7pPr indent="0" lvl="6" marL="0" algn="r">
              <a:lnSpc>
                <a:spcPct val="90000"/>
              </a:lnSpc>
              <a:spcBef>
                <a:spcPts val="0"/>
              </a:spcBef>
              <a:spcAft>
                <a:spcPts val="0"/>
              </a:spcAft>
              <a:buClr>
                <a:schemeClr val="dk1"/>
              </a:buClr>
              <a:buSzPts val="500"/>
              <a:buFont typeface="Outfit"/>
              <a:buNone/>
              <a:defRPr/>
            </a:lvl7pPr>
            <a:lvl8pPr indent="0" lvl="7" marL="0" algn="r">
              <a:lnSpc>
                <a:spcPct val="90000"/>
              </a:lnSpc>
              <a:spcBef>
                <a:spcPts val="0"/>
              </a:spcBef>
              <a:spcAft>
                <a:spcPts val="0"/>
              </a:spcAft>
              <a:buClr>
                <a:schemeClr val="dk1"/>
              </a:buClr>
              <a:buSzPts val="500"/>
              <a:buFont typeface="Outfit"/>
              <a:buNone/>
              <a:defRPr/>
            </a:lvl8pPr>
            <a:lvl9pPr indent="0" lvl="8" marL="0" algn="r">
              <a:lnSpc>
                <a:spcPct val="90000"/>
              </a:lnSpc>
              <a:spcBef>
                <a:spcPts val="0"/>
              </a:spcBef>
              <a:spcAft>
                <a:spcPts val="0"/>
              </a:spcAft>
              <a:buClr>
                <a:schemeClr val="dk1"/>
              </a:buClr>
              <a:buSzPts val="500"/>
              <a:buFont typeface="Outfit"/>
              <a:buNone/>
              <a:defRPr/>
            </a:lvl9pPr>
          </a:lstStyle>
          <a:p>
            <a:pPr indent="0" lvl="0" marL="0" rtl="0" algn="r">
              <a:spcBef>
                <a:spcPts val="0"/>
              </a:spcBef>
              <a:spcAft>
                <a:spcPts val="0"/>
              </a:spcAft>
              <a:buNone/>
            </a:pPr>
            <a:fld id="{00000000-1234-1234-1234-123412341234}" type="slidenum">
              <a:rPr lang="en"/>
              <a:t>‹#›</a:t>
            </a:fld>
            <a:endParaRPr/>
          </a:p>
        </p:txBody>
      </p:sp>
      <p:pic>
        <p:nvPicPr>
          <p:cNvPr id="44" name="Google Shape;44;p7" title="gradientliner.png"/>
          <p:cNvPicPr preferRelativeResize="0"/>
          <p:nvPr/>
        </p:nvPicPr>
        <p:blipFill>
          <a:blip r:embed="rId3">
            <a:alphaModFix/>
          </a:blip>
          <a:stretch>
            <a:fillRect/>
          </a:stretch>
        </p:blipFill>
        <p:spPr>
          <a:xfrm>
            <a:off x="6076775" y="4127250"/>
            <a:ext cx="2670625" cy="1327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Slide_One Column">
  <p:cSld name="Text Slide_One Column">
    <p:spTree>
      <p:nvGrpSpPr>
        <p:cNvPr id="45" name="Shape 45"/>
        <p:cNvGrpSpPr/>
        <p:nvPr/>
      </p:nvGrpSpPr>
      <p:grpSpPr>
        <a:xfrm>
          <a:off x="0" y="0"/>
          <a:ext cx="0" cy="0"/>
          <a:chOff x="0" y="0"/>
          <a:chExt cx="0" cy="0"/>
        </a:xfrm>
      </p:grpSpPr>
      <p:pic>
        <p:nvPicPr>
          <p:cNvPr id="46" name="Google Shape;46;p8"/>
          <p:cNvPicPr preferRelativeResize="0"/>
          <p:nvPr/>
        </p:nvPicPr>
        <p:blipFill rotWithShape="1">
          <a:blip r:embed="rId2">
            <a:alphaModFix/>
          </a:blip>
          <a:srcRect b="0" l="0" r="0" t="0"/>
          <a:stretch/>
        </p:blipFill>
        <p:spPr>
          <a:xfrm>
            <a:off x="8022471" y="238125"/>
            <a:ext cx="789176" cy="202769"/>
          </a:xfrm>
          <a:prstGeom prst="rect">
            <a:avLst/>
          </a:prstGeom>
          <a:noFill/>
          <a:ln>
            <a:noFill/>
          </a:ln>
        </p:spPr>
      </p:pic>
      <p:sp>
        <p:nvSpPr>
          <p:cNvPr id="47" name="Google Shape;47;p8"/>
          <p:cNvSpPr txBox="1"/>
          <p:nvPr>
            <p:ph idx="1" type="body"/>
          </p:nvPr>
        </p:nvSpPr>
        <p:spPr>
          <a:xfrm>
            <a:off x="295955" y="1915681"/>
            <a:ext cx="7758900" cy="27759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1B1915"/>
              </a:buClr>
              <a:buSzPts val="1100"/>
              <a:buNone/>
              <a:defRPr/>
            </a:lvl1pPr>
            <a:lvl2pPr indent="-228600" lvl="1" marL="914400" algn="l">
              <a:lnSpc>
                <a:spcPct val="110000"/>
              </a:lnSpc>
              <a:spcBef>
                <a:spcPts val="200"/>
              </a:spcBef>
              <a:spcAft>
                <a:spcPts val="0"/>
              </a:spcAft>
              <a:buClr>
                <a:srgbClr val="1B1915"/>
              </a:buClr>
              <a:buSzPts val="1100"/>
              <a:buNone/>
              <a:defRPr/>
            </a:lvl2pPr>
            <a:lvl3pPr indent="-228600" lvl="2" marL="1371600" algn="l">
              <a:lnSpc>
                <a:spcPct val="110000"/>
              </a:lnSpc>
              <a:spcBef>
                <a:spcPts val="200"/>
              </a:spcBef>
              <a:spcAft>
                <a:spcPts val="0"/>
              </a:spcAft>
              <a:buClr>
                <a:srgbClr val="1B1915"/>
              </a:buClr>
              <a:buSzPts val="900"/>
              <a:buNone/>
              <a:defRPr/>
            </a:lvl3pPr>
            <a:lvl4pPr indent="-228600" lvl="3" marL="1828800" algn="l">
              <a:lnSpc>
                <a:spcPct val="110000"/>
              </a:lnSpc>
              <a:spcBef>
                <a:spcPts val="200"/>
              </a:spcBef>
              <a:spcAft>
                <a:spcPts val="0"/>
              </a:spcAft>
              <a:buClr>
                <a:srgbClr val="1B1915"/>
              </a:buClr>
              <a:buSzPts val="800"/>
              <a:buNone/>
              <a:defRPr/>
            </a:lvl4pPr>
            <a:lvl5pPr indent="-228600" lvl="4" marL="2286000" algn="l">
              <a:lnSpc>
                <a:spcPct val="110000"/>
              </a:lnSpc>
              <a:spcBef>
                <a:spcPts val="200"/>
              </a:spcBef>
              <a:spcAft>
                <a:spcPts val="0"/>
              </a:spcAft>
              <a:buClr>
                <a:srgbClr val="1B1915"/>
              </a:buClr>
              <a:buSzPts val="800"/>
              <a:buNone/>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48" name="Google Shape;48;p8"/>
          <p:cNvSpPr txBox="1"/>
          <p:nvPr>
            <p:ph idx="2" type="body"/>
          </p:nvPr>
        </p:nvSpPr>
        <p:spPr>
          <a:xfrm>
            <a:off x="295955" y="1521619"/>
            <a:ext cx="7758900" cy="2337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1700"/>
              <a:buNone/>
              <a:defRPr b="0" i="0" sz="17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49" name="Google Shape;49;p8"/>
          <p:cNvSpPr txBox="1"/>
          <p:nvPr>
            <p:ph type="title"/>
          </p:nvPr>
        </p:nvSpPr>
        <p:spPr>
          <a:xfrm>
            <a:off x="295955" y="594518"/>
            <a:ext cx="7758900" cy="642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800"/>
              <a:buFont typeface="Outfit"/>
              <a:buNone/>
              <a:defRPr b="0" sz="3800">
                <a:solidFill>
                  <a:schemeClr val="dk1"/>
                </a:solidFill>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sp>
        <p:nvSpPr>
          <p:cNvPr id="50" name="Google Shape;50;p8"/>
          <p:cNvSpPr txBox="1"/>
          <p:nvPr>
            <p:ph idx="10" type="dt"/>
          </p:nvPr>
        </p:nvSpPr>
        <p:spPr>
          <a:xfrm>
            <a:off x="285750" y="4753346"/>
            <a:ext cx="2057400" cy="199800"/>
          </a:xfrm>
          <a:prstGeom prst="rect">
            <a:avLst/>
          </a:prstGeom>
          <a:noFill/>
          <a:ln>
            <a:noFill/>
          </a:ln>
        </p:spPr>
        <p:txBody>
          <a:bodyPr anchorCtr="0" anchor="b" bIns="0" lIns="0" spcFirstLastPara="1" rIns="0" wrap="square" tIns="0">
            <a:noAutofit/>
          </a:bodyPr>
          <a:lstStyle>
            <a:lvl1pPr lvl="0" algn="l">
              <a:lnSpc>
                <a:spcPct val="90000"/>
              </a:lnSpc>
              <a:spcBef>
                <a:spcPts val="1700"/>
              </a:spcBef>
              <a:spcAft>
                <a:spcPts val="0"/>
              </a:spcAft>
              <a:buClr>
                <a:schemeClr val="dk1"/>
              </a:buClr>
              <a:buSzPts val="700"/>
              <a:buNone/>
              <a:defRPr/>
            </a:lvl1pPr>
            <a:lvl2pPr lvl="1" algn="l">
              <a:lnSpc>
                <a:spcPct val="90000"/>
              </a:lnSpc>
              <a:spcBef>
                <a:spcPts val="1700"/>
              </a:spcBef>
              <a:spcAft>
                <a:spcPts val="0"/>
              </a:spcAft>
              <a:buClr>
                <a:srgbClr val="000000"/>
              </a:buClr>
              <a:buSzPts val="700"/>
              <a:buNone/>
              <a:defRPr/>
            </a:lvl2pPr>
            <a:lvl3pPr lvl="2" algn="l">
              <a:lnSpc>
                <a:spcPct val="90000"/>
              </a:lnSpc>
              <a:spcBef>
                <a:spcPts val="1700"/>
              </a:spcBef>
              <a:spcAft>
                <a:spcPts val="0"/>
              </a:spcAft>
              <a:buClr>
                <a:srgbClr val="000000"/>
              </a:buClr>
              <a:buSzPts val="700"/>
              <a:buNone/>
              <a:defRPr/>
            </a:lvl3pPr>
            <a:lvl4pPr lvl="3" algn="l">
              <a:lnSpc>
                <a:spcPct val="90000"/>
              </a:lnSpc>
              <a:spcBef>
                <a:spcPts val="1700"/>
              </a:spcBef>
              <a:spcAft>
                <a:spcPts val="0"/>
              </a:spcAft>
              <a:buClr>
                <a:srgbClr val="000000"/>
              </a:buClr>
              <a:buSzPts val="700"/>
              <a:buNone/>
              <a:defRPr/>
            </a:lvl4pPr>
            <a:lvl5pPr lvl="4" algn="l">
              <a:lnSpc>
                <a:spcPct val="90000"/>
              </a:lnSpc>
              <a:spcBef>
                <a:spcPts val="1700"/>
              </a:spcBef>
              <a:spcAft>
                <a:spcPts val="0"/>
              </a:spcAft>
              <a:buClr>
                <a:srgbClr val="000000"/>
              </a:buClr>
              <a:buSzPts val="700"/>
              <a:buNone/>
              <a:defRPr/>
            </a:lvl5pPr>
            <a:lvl6pPr lvl="5" algn="l">
              <a:lnSpc>
                <a:spcPct val="90000"/>
              </a:lnSpc>
              <a:spcBef>
                <a:spcPts val="1700"/>
              </a:spcBef>
              <a:spcAft>
                <a:spcPts val="0"/>
              </a:spcAft>
              <a:buClr>
                <a:srgbClr val="000000"/>
              </a:buClr>
              <a:buSzPts val="700"/>
              <a:buNone/>
              <a:defRPr/>
            </a:lvl6pPr>
            <a:lvl7pPr lvl="6" algn="l">
              <a:lnSpc>
                <a:spcPct val="90000"/>
              </a:lnSpc>
              <a:spcBef>
                <a:spcPts val="1700"/>
              </a:spcBef>
              <a:spcAft>
                <a:spcPts val="0"/>
              </a:spcAft>
              <a:buClr>
                <a:srgbClr val="000000"/>
              </a:buClr>
              <a:buSzPts val="700"/>
              <a:buNone/>
              <a:defRPr/>
            </a:lvl7pPr>
            <a:lvl8pPr lvl="7" algn="l">
              <a:lnSpc>
                <a:spcPct val="90000"/>
              </a:lnSpc>
              <a:spcBef>
                <a:spcPts val="1700"/>
              </a:spcBef>
              <a:spcAft>
                <a:spcPts val="0"/>
              </a:spcAft>
              <a:buClr>
                <a:srgbClr val="000000"/>
              </a:buClr>
              <a:buSzPts val="700"/>
              <a:buNone/>
              <a:defRPr/>
            </a:lvl8pPr>
            <a:lvl9pPr lvl="8" algn="l">
              <a:lnSpc>
                <a:spcPct val="90000"/>
              </a:lnSpc>
              <a:spcBef>
                <a:spcPts val="1700"/>
              </a:spcBef>
              <a:spcAft>
                <a:spcPts val="0"/>
              </a:spcAft>
              <a:buClr>
                <a:srgbClr val="000000"/>
              </a:buClr>
              <a:buSzPts val="700"/>
              <a:buNone/>
              <a:defRPr/>
            </a:lvl9pPr>
          </a:lstStyle>
          <a:p/>
        </p:txBody>
      </p:sp>
      <p:sp>
        <p:nvSpPr>
          <p:cNvPr id="51" name="Google Shape;51;p8"/>
          <p:cNvSpPr txBox="1"/>
          <p:nvPr>
            <p:ph idx="12" type="sldNum"/>
          </p:nvPr>
        </p:nvSpPr>
        <p:spPr>
          <a:xfrm>
            <a:off x="6753225" y="4767263"/>
            <a:ext cx="2057400" cy="185700"/>
          </a:xfrm>
          <a:prstGeom prst="rect">
            <a:avLst/>
          </a:prstGeom>
          <a:noFill/>
          <a:ln>
            <a:noFill/>
          </a:ln>
        </p:spPr>
        <p:txBody>
          <a:bodyPr anchorCtr="0" anchor="b" bIns="0" lIns="0" spcFirstLastPara="1" rIns="0" wrap="square" tIns="0">
            <a:noAutofit/>
          </a:bodyPr>
          <a:lstStyle>
            <a:lvl1pPr indent="0" lvl="0" marL="0" algn="r">
              <a:lnSpc>
                <a:spcPct val="90000"/>
              </a:lnSpc>
              <a:spcBef>
                <a:spcPts val="0"/>
              </a:spcBef>
              <a:spcAft>
                <a:spcPts val="0"/>
              </a:spcAft>
              <a:buClr>
                <a:schemeClr val="dk1"/>
              </a:buClr>
              <a:buSzPts val="500"/>
              <a:buFont typeface="Outfit"/>
              <a:buNone/>
              <a:defRPr/>
            </a:lvl1pPr>
            <a:lvl2pPr indent="0" lvl="1" marL="0" algn="r">
              <a:lnSpc>
                <a:spcPct val="90000"/>
              </a:lnSpc>
              <a:spcBef>
                <a:spcPts val="0"/>
              </a:spcBef>
              <a:spcAft>
                <a:spcPts val="0"/>
              </a:spcAft>
              <a:buClr>
                <a:schemeClr val="dk1"/>
              </a:buClr>
              <a:buSzPts val="500"/>
              <a:buFont typeface="Outfit"/>
              <a:buNone/>
              <a:defRPr/>
            </a:lvl2pPr>
            <a:lvl3pPr indent="0" lvl="2" marL="0" algn="r">
              <a:lnSpc>
                <a:spcPct val="90000"/>
              </a:lnSpc>
              <a:spcBef>
                <a:spcPts val="0"/>
              </a:spcBef>
              <a:spcAft>
                <a:spcPts val="0"/>
              </a:spcAft>
              <a:buClr>
                <a:schemeClr val="dk1"/>
              </a:buClr>
              <a:buSzPts val="500"/>
              <a:buFont typeface="Outfit"/>
              <a:buNone/>
              <a:defRPr/>
            </a:lvl3pPr>
            <a:lvl4pPr indent="0" lvl="3" marL="0" algn="r">
              <a:lnSpc>
                <a:spcPct val="90000"/>
              </a:lnSpc>
              <a:spcBef>
                <a:spcPts val="0"/>
              </a:spcBef>
              <a:spcAft>
                <a:spcPts val="0"/>
              </a:spcAft>
              <a:buClr>
                <a:schemeClr val="dk1"/>
              </a:buClr>
              <a:buSzPts val="500"/>
              <a:buFont typeface="Outfit"/>
              <a:buNone/>
              <a:defRPr/>
            </a:lvl4pPr>
            <a:lvl5pPr indent="0" lvl="4" marL="0" algn="r">
              <a:lnSpc>
                <a:spcPct val="90000"/>
              </a:lnSpc>
              <a:spcBef>
                <a:spcPts val="0"/>
              </a:spcBef>
              <a:spcAft>
                <a:spcPts val="0"/>
              </a:spcAft>
              <a:buClr>
                <a:schemeClr val="dk1"/>
              </a:buClr>
              <a:buSzPts val="500"/>
              <a:buFont typeface="Outfit"/>
              <a:buNone/>
              <a:defRPr/>
            </a:lvl5pPr>
            <a:lvl6pPr indent="0" lvl="5" marL="0" algn="r">
              <a:lnSpc>
                <a:spcPct val="90000"/>
              </a:lnSpc>
              <a:spcBef>
                <a:spcPts val="0"/>
              </a:spcBef>
              <a:spcAft>
                <a:spcPts val="0"/>
              </a:spcAft>
              <a:buClr>
                <a:schemeClr val="dk1"/>
              </a:buClr>
              <a:buSzPts val="500"/>
              <a:buFont typeface="Outfit"/>
              <a:buNone/>
              <a:defRPr/>
            </a:lvl6pPr>
            <a:lvl7pPr indent="0" lvl="6" marL="0" algn="r">
              <a:lnSpc>
                <a:spcPct val="90000"/>
              </a:lnSpc>
              <a:spcBef>
                <a:spcPts val="0"/>
              </a:spcBef>
              <a:spcAft>
                <a:spcPts val="0"/>
              </a:spcAft>
              <a:buClr>
                <a:schemeClr val="dk1"/>
              </a:buClr>
              <a:buSzPts val="500"/>
              <a:buFont typeface="Outfit"/>
              <a:buNone/>
              <a:defRPr/>
            </a:lvl7pPr>
            <a:lvl8pPr indent="0" lvl="7" marL="0" algn="r">
              <a:lnSpc>
                <a:spcPct val="90000"/>
              </a:lnSpc>
              <a:spcBef>
                <a:spcPts val="0"/>
              </a:spcBef>
              <a:spcAft>
                <a:spcPts val="0"/>
              </a:spcAft>
              <a:buClr>
                <a:schemeClr val="dk1"/>
              </a:buClr>
              <a:buSzPts val="500"/>
              <a:buFont typeface="Outfit"/>
              <a:buNone/>
              <a:defRPr/>
            </a:lvl8pPr>
            <a:lvl9pPr indent="0" lvl="8" marL="0" algn="r">
              <a:lnSpc>
                <a:spcPct val="90000"/>
              </a:lnSpc>
              <a:spcBef>
                <a:spcPts val="0"/>
              </a:spcBef>
              <a:spcAft>
                <a:spcPts val="0"/>
              </a:spcAft>
              <a:buClr>
                <a:schemeClr val="dk1"/>
              </a:buClr>
              <a:buSzPts val="500"/>
              <a:buFont typeface="Outfit"/>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Slide_Two Columns">
  <p:cSld name="Text Slide_Two Columns">
    <p:bg>
      <p:bgPr>
        <a:solidFill>
          <a:srgbClr val="FFFFFF"/>
        </a:solidFill>
      </p:bgPr>
    </p:bg>
    <p:spTree>
      <p:nvGrpSpPr>
        <p:cNvPr id="52" name="Shape 52"/>
        <p:cNvGrpSpPr/>
        <p:nvPr/>
      </p:nvGrpSpPr>
      <p:grpSpPr>
        <a:xfrm>
          <a:off x="0" y="0"/>
          <a:ext cx="0" cy="0"/>
          <a:chOff x="0" y="0"/>
          <a:chExt cx="0" cy="0"/>
        </a:xfrm>
      </p:grpSpPr>
      <p:sp>
        <p:nvSpPr>
          <p:cNvPr id="53" name="Google Shape;53;p9"/>
          <p:cNvSpPr txBox="1"/>
          <p:nvPr>
            <p:ph idx="1" type="body"/>
          </p:nvPr>
        </p:nvSpPr>
        <p:spPr>
          <a:xfrm>
            <a:off x="295955" y="1915681"/>
            <a:ext cx="4018800" cy="27759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1B1915"/>
              </a:buClr>
              <a:buSzPts val="1100"/>
              <a:buNone/>
              <a:defRPr/>
            </a:lvl1pPr>
            <a:lvl2pPr indent="-228600" lvl="1" marL="914400" algn="l">
              <a:lnSpc>
                <a:spcPct val="110000"/>
              </a:lnSpc>
              <a:spcBef>
                <a:spcPts val="200"/>
              </a:spcBef>
              <a:spcAft>
                <a:spcPts val="0"/>
              </a:spcAft>
              <a:buClr>
                <a:srgbClr val="1B1915"/>
              </a:buClr>
              <a:buSzPts val="1100"/>
              <a:buNone/>
              <a:defRPr/>
            </a:lvl2pPr>
            <a:lvl3pPr indent="-228600" lvl="2" marL="1371600" algn="l">
              <a:lnSpc>
                <a:spcPct val="110000"/>
              </a:lnSpc>
              <a:spcBef>
                <a:spcPts val="200"/>
              </a:spcBef>
              <a:spcAft>
                <a:spcPts val="0"/>
              </a:spcAft>
              <a:buClr>
                <a:srgbClr val="1B1915"/>
              </a:buClr>
              <a:buSzPts val="900"/>
              <a:buNone/>
              <a:defRPr/>
            </a:lvl3pPr>
            <a:lvl4pPr indent="-228600" lvl="3" marL="1828800" algn="l">
              <a:lnSpc>
                <a:spcPct val="110000"/>
              </a:lnSpc>
              <a:spcBef>
                <a:spcPts val="200"/>
              </a:spcBef>
              <a:spcAft>
                <a:spcPts val="0"/>
              </a:spcAft>
              <a:buClr>
                <a:srgbClr val="1B1915"/>
              </a:buClr>
              <a:buSzPts val="800"/>
              <a:buNone/>
              <a:defRPr/>
            </a:lvl4pPr>
            <a:lvl5pPr indent="-228600" lvl="4" marL="2286000" algn="l">
              <a:lnSpc>
                <a:spcPct val="110000"/>
              </a:lnSpc>
              <a:spcBef>
                <a:spcPts val="200"/>
              </a:spcBef>
              <a:spcAft>
                <a:spcPts val="0"/>
              </a:spcAft>
              <a:buClr>
                <a:srgbClr val="1B1915"/>
              </a:buClr>
              <a:buSzPts val="800"/>
              <a:buNone/>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54" name="Google Shape;54;p9"/>
          <p:cNvSpPr txBox="1"/>
          <p:nvPr>
            <p:ph idx="2" type="body"/>
          </p:nvPr>
        </p:nvSpPr>
        <p:spPr>
          <a:xfrm>
            <a:off x="295955" y="1521619"/>
            <a:ext cx="4018800" cy="2337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1700"/>
              <a:buNone/>
              <a:defRPr b="0" i="0" sz="17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55" name="Google Shape;55;p9"/>
          <p:cNvSpPr txBox="1"/>
          <p:nvPr>
            <p:ph idx="3" type="body"/>
          </p:nvPr>
        </p:nvSpPr>
        <p:spPr>
          <a:xfrm>
            <a:off x="4556919" y="1915681"/>
            <a:ext cx="4018800" cy="27759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1B1915"/>
              </a:buClr>
              <a:buSzPts val="1100"/>
              <a:buNone/>
              <a:defRPr/>
            </a:lvl1pPr>
            <a:lvl2pPr indent="-228600" lvl="1" marL="914400" algn="l">
              <a:lnSpc>
                <a:spcPct val="110000"/>
              </a:lnSpc>
              <a:spcBef>
                <a:spcPts val="200"/>
              </a:spcBef>
              <a:spcAft>
                <a:spcPts val="0"/>
              </a:spcAft>
              <a:buClr>
                <a:srgbClr val="1B1915"/>
              </a:buClr>
              <a:buSzPts val="1100"/>
              <a:buNone/>
              <a:defRPr/>
            </a:lvl2pPr>
            <a:lvl3pPr indent="-228600" lvl="2" marL="1371600" algn="l">
              <a:lnSpc>
                <a:spcPct val="110000"/>
              </a:lnSpc>
              <a:spcBef>
                <a:spcPts val="200"/>
              </a:spcBef>
              <a:spcAft>
                <a:spcPts val="0"/>
              </a:spcAft>
              <a:buClr>
                <a:srgbClr val="1B1915"/>
              </a:buClr>
              <a:buSzPts val="900"/>
              <a:buNone/>
              <a:defRPr/>
            </a:lvl3pPr>
            <a:lvl4pPr indent="-228600" lvl="3" marL="1828800" algn="l">
              <a:lnSpc>
                <a:spcPct val="110000"/>
              </a:lnSpc>
              <a:spcBef>
                <a:spcPts val="200"/>
              </a:spcBef>
              <a:spcAft>
                <a:spcPts val="0"/>
              </a:spcAft>
              <a:buClr>
                <a:srgbClr val="1B1915"/>
              </a:buClr>
              <a:buSzPts val="800"/>
              <a:buNone/>
              <a:defRPr/>
            </a:lvl4pPr>
            <a:lvl5pPr indent="-228600" lvl="4" marL="2286000" algn="l">
              <a:lnSpc>
                <a:spcPct val="110000"/>
              </a:lnSpc>
              <a:spcBef>
                <a:spcPts val="200"/>
              </a:spcBef>
              <a:spcAft>
                <a:spcPts val="0"/>
              </a:spcAft>
              <a:buClr>
                <a:srgbClr val="1B1915"/>
              </a:buClr>
              <a:buSzPts val="800"/>
              <a:buNone/>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56" name="Google Shape;56;p9"/>
          <p:cNvSpPr txBox="1"/>
          <p:nvPr>
            <p:ph idx="4" type="body"/>
          </p:nvPr>
        </p:nvSpPr>
        <p:spPr>
          <a:xfrm>
            <a:off x="4556918" y="1521619"/>
            <a:ext cx="4018800" cy="2337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1700"/>
              <a:buNone/>
              <a:defRPr b="0" i="0" sz="17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57" name="Google Shape;57;p9"/>
          <p:cNvSpPr txBox="1"/>
          <p:nvPr>
            <p:ph type="title"/>
          </p:nvPr>
        </p:nvSpPr>
        <p:spPr>
          <a:xfrm>
            <a:off x="295955" y="594518"/>
            <a:ext cx="7758900" cy="642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800"/>
              <a:buFont typeface="Outfit"/>
              <a:buNone/>
              <a:defRPr b="0" sz="3800">
                <a:solidFill>
                  <a:schemeClr val="dk1"/>
                </a:solidFill>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pic>
        <p:nvPicPr>
          <p:cNvPr id="58" name="Google Shape;58;p9"/>
          <p:cNvPicPr preferRelativeResize="0"/>
          <p:nvPr/>
        </p:nvPicPr>
        <p:blipFill rotWithShape="1">
          <a:blip r:embed="rId2">
            <a:alphaModFix/>
          </a:blip>
          <a:srcRect b="0" l="0" r="0" t="0"/>
          <a:stretch/>
        </p:blipFill>
        <p:spPr>
          <a:xfrm>
            <a:off x="8022471" y="238125"/>
            <a:ext cx="789176" cy="202769"/>
          </a:xfrm>
          <a:prstGeom prst="rect">
            <a:avLst/>
          </a:prstGeom>
          <a:noFill/>
          <a:ln>
            <a:noFill/>
          </a:ln>
        </p:spPr>
      </p:pic>
      <p:sp>
        <p:nvSpPr>
          <p:cNvPr id="59" name="Google Shape;59;p9"/>
          <p:cNvSpPr txBox="1"/>
          <p:nvPr>
            <p:ph idx="10" type="dt"/>
          </p:nvPr>
        </p:nvSpPr>
        <p:spPr>
          <a:xfrm>
            <a:off x="285750" y="4753346"/>
            <a:ext cx="2057400" cy="199800"/>
          </a:xfrm>
          <a:prstGeom prst="rect">
            <a:avLst/>
          </a:prstGeom>
          <a:noFill/>
          <a:ln>
            <a:noFill/>
          </a:ln>
        </p:spPr>
        <p:txBody>
          <a:bodyPr anchorCtr="0" anchor="b" bIns="0" lIns="0" spcFirstLastPara="1" rIns="0" wrap="square" tIns="0">
            <a:noAutofit/>
          </a:bodyPr>
          <a:lstStyle>
            <a:lvl1pPr lvl="0" algn="l">
              <a:lnSpc>
                <a:spcPct val="90000"/>
              </a:lnSpc>
              <a:spcBef>
                <a:spcPts val="1700"/>
              </a:spcBef>
              <a:spcAft>
                <a:spcPts val="0"/>
              </a:spcAft>
              <a:buClr>
                <a:schemeClr val="dk1"/>
              </a:buClr>
              <a:buSzPts val="700"/>
              <a:buNone/>
              <a:defRPr/>
            </a:lvl1pPr>
            <a:lvl2pPr lvl="1" algn="l">
              <a:lnSpc>
                <a:spcPct val="90000"/>
              </a:lnSpc>
              <a:spcBef>
                <a:spcPts val="1700"/>
              </a:spcBef>
              <a:spcAft>
                <a:spcPts val="0"/>
              </a:spcAft>
              <a:buClr>
                <a:srgbClr val="000000"/>
              </a:buClr>
              <a:buSzPts val="700"/>
              <a:buNone/>
              <a:defRPr/>
            </a:lvl2pPr>
            <a:lvl3pPr lvl="2" algn="l">
              <a:lnSpc>
                <a:spcPct val="90000"/>
              </a:lnSpc>
              <a:spcBef>
                <a:spcPts val="1700"/>
              </a:spcBef>
              <a:spcAft>
                <a:spcPts val="0"/>
              </a:spcAft>
              <a:buClr>
                <a:srgbClr val="000000"/>
              </a:buClr>
              <a:buSzPts val="700"/>
              <a:buNone/>
              <a:defRPr/>
            </a:lvl3pPr>
            <a:lvl4pPr lvl="3" algn="l">
              <a:lnSpc>
                <a:spcPct val="90000"/>
              </a:lnSpc>
              <a:spcBef>
                <a:spcPts val="1700"/>
              </a:spcBef>
              <a:spcAft>
                <a:spcPts val="0"/>
              </a:spcAft>
              <a:buClr>
                <a:srgbClr val="000000"/>
              </a:buClr>
              <a:buSzPts val="700"/>
              <a:buNone/>
              <a:defRPr/>
            </a:lvl4pPr>
            <a:lvl5pPr lvl="4" algn="l">
              <a:lnSpc>
                <a:spcPct val="90000"/>
              </a:lnSpc>
              <a:spcBef>
                <a:spcPts val="1700"/>
              </a:spcBef>
              <a:spcAft>
                <a:spcPts val="0"/>
              </a:spcAft>
              <a:buClr>
                <a:srgbClr val="000000"/>
              </a:buClr>
              <a:buSzPts val="700"/>
              <a:buNone/>
              <a:defRPr/>
            </a:lvl5pPr>
            <a:lvl6pPr lvl="5" algn="l">
              <a:lnSpc>
                <a:spcPct val="90000"/>
              </a:lnSpc>
              <a:spcBef>
                <a:spcPts val="1700"/>
              </a:spcBef>
              <a:spcAft>
                <a:spcPts val="0"/>
              </a:spcAft>
              <a:buClr>
                <a:srgbClr val="000000"/>
              </a:buClr>
              <a:buSzPts val="700"/>
              <a:buNone/>
              <a:defRPr/>
            </a:lvl6pPr>
            <a:lvl7pPr lvl="6" algn="l">
              <a:lnSpc>
                <a:spcPct val="90000"/>
              </a:lnSpc>
              <a:spcBef>
                <a:spcPts val="1700"/>
              </a:spcBef>
              <a:spcAft>
                <a:spcPts val="0"/>
              </a:spcAft>
              <a:buClr>
                <a:srgbClr val="000000"/>
              </a:buClr>
              <a:buSzPts val="700"/>
              <a:buNone/>
              <a:defRPr/>
            </a:lvl7pPr>
            <a:lvl8pPr lvl="7" algn="l">
              <a:lnSpc>
                <a:spcPct val="90000"/>
              </a:lnSpc>
              <a:spcBef>
                <a:spcPts val="1700"/>
              </a:spcBef>
              <a:spcAft>
                <a:spcPts val="0"/>
              </a:spcAft>
              <a:buClr>
                <a:srgbClr val="000000"/>
              </a:buClr>
              <a:buSzPts val="700"/>
              <a:buNone/>
              <a:defRPr/>
            </a:lvl8pPr>
            <a:lvl9pPr lvl="8" algn="l">
              <a:lnSpc>
                <a:spcPct val="90000"/>
              </a:lnSpc>
              <a:spcBef>
                <a:spcPts val="1700"/>
              </a:spcBef>
              <a:spcAft>
                <a:spcPts val="0"/>
              </a:spcAft>
              <a:buClr>
                <a:srgbClr val="000000"/>
              </a:buClr>
              <a:buSzPts val="700"/>
              <a:buNone/>
              <a:defRPr/>
            </a:lvl9pPr>
          </a:lstStyle>
          <a:p/>
        </p:txBody>
      </p:sp>
      <p:sp>
        <p:nvSpPr>
          <p:cNvPr id="60" name="Google Shape;60;p9"/>
          <p:cNvSpPr txBox="1"/>
          <p:nvPr>
            <p:ph idx="12" type="sldNum"/>
          </p:nvPr>
        </p:nvSpPr>
        <p:spPr>
          <a:xfrm>
            <a:off x="6753225" y="4767263"/>
            <a:ext cx="2057400" cy="185700"/>
          </a:xfrm>
          <a:prstGeom prst="rect">
            <a:avLst/>
          </a:prstGeom>
          <a:noFill/>
          <a:ln>
            <a:noFill/>
          </a:ln>
        </p:spPr>
        <p:txBody>
          <a:bodyPr anchorCtr="0" anchor="b" bIns="0" lIns="0" spcFirstLastPara="1" rIns="0" wrap="square" tIns="0">
            <a:noAutofit/>
          </a:bodyPr>
          <a:lstStyle>
            <a:lvl1pPr indent="0" lvl="0" marL="0" algn="r">
              <a:lnSpc>
                <a:spcPct val="90000"/>
              </a:lnSpc>
              <a:spcBef>
                <a:spcPts val="0"/>
              </a:spcBef>
              <a:spcAft>
                <a:spcPts val="0"/>
              </a:spcAft>
              <a:buClr>
                <a:schemeClr val="dk1"/>
              </a:buClr>
              <a:buSzPts val="500"/>
              <a:buFont typeface="Outfit"/>
              <a:buNone/>
              <a:defRPr/>
            </a:lvl1pPr>
            <a:lvl2pPr indent="0" lvl="1" marL="0" algn="r">
              <a:lnSpc>
                <a:spcPct val="90000"/>
              </a:lnSpc>
              <a:spcBef>
                <a:spcPts val="0"/>
              </a:spcBef>
              <a:spcAft>
                <a:spcPts val="0"/>
              </a:spcAft>
              <a:buClr>
                <a:schemeClr val="dk1"/>
              </a:buClr>
              <a:buSzPts val="500"/>
              <a:buFont typeface="Outfit"/>
              <a:buNone/>
              <a:defRPr/>
            </a:lvl2pPr>
            <a:lvl3pPr indent="0" lvl="2" marL="0" algn="r">
              <a:lnSpc>
                <a:spcPct val="90000"/>
              </a:lnSpc>
              <a:spcBef>
                <a:spcPts val="0"/>
              </a:spcBef>
              <a:spcAft>
                <a:spcPts val="0"/>
              </a:spcAft>
              <a:buClr>
                <a:schemeClr val="dk1"/>
              </a:buClr>
              <a:buSzPts val="500"/>
              <a:buFont typeface="Outfit"/>
              <a:buNone/>
              <a:defRPr/>
            </a:lvl3pPr>
            <a:lvl4pPr indent="0" lvl="3" marL="0" algn="r">
              <a:lnSpc>
                <a:spcPct val="90000"/>
              </a:lnSpc>
              <a:spcBef>
                <a:spcPts val="0"/>
              </a:spcBef>
              <a:spcAft>
                <a:spcPts val="0"/>
              </a:spcAft>
              <a:buClr>
                <a:schemeClr val="dk1"/>
              </a:buClr>
              <a:buSzPts val="500"/>
              <a:buFont typeface="Outfit"/>
              <a:buNone/>
              <a:defRPr/>
            </a:lvl4pPr>
            <a:lvl5pPr indent="0" lvl="4" marL="0" algn="r">
              <a:lnSpc>
                <a:spcPct val="90000"/>
              </a:lnSpc>
              <a:spcBef>
                <a:spcPts val="0"/>
              </a:spcBef>
              <a:spcAft>
                <a:spcPts val="0"/>
              </a:spcAft>
              <a:buClr>
                <a:schemeClr val="dk1"/>
              </a:buClr>
              <a:buSzPts val="500"/>
              <a:buFont typeface="Outfit"/>
              <a:buNone/>
              <a:defRPr/>
            </a:lvl5pPr>
            <a:lvl6pPr indent="0" lvl="5" marL="0" algn="r">
              <a:lnSpc>
                <a:spcPct val="90000"/>
              </a:lnSpc>
              <a:spcBef>
                <a:spcPts val="0"/>
              </a:spcBef>
              <a:spcAft>
                <a:spcPts val="0"/>
              </a:spcAft>
              <a:buClr>
                <a:schemeClr val="dk1"/>
              </a:buClr>
              <a:buSzPts val="500"/>
              <a:buFont typeface="Outfit"/>
              <a:buNone/>
              <a:defRPr/>
            </a:lvl6pPr>
            <a:lvl7pPr indent="0" lvl="6" marL="0" algn="r">
              <a:lnSpc>
                <a:spcPct val="90000"/>
              </a:lnSpc>
              <a:spcBef>
                <a:spcPts val="0"/>
              </a:spcBef>
              <a:spcAft>
                <a:spcPts val="0"/>
              </a:spcAft>
              <a:buClr>
                <a:schemeClr val="dk1"/>
              </a:buClr>
              <a:buSzPts val="500"/>
              <a:buFont typeface="Outfit"/>
              <a:buNone/>
              <a:defRPr/>
            </a:lvl7pPr>
            <a:lvl8pPr indent="0" lvl="7" marL="0" algn="r">
              <a:lnSpc>
                <a:spcPct val="90000"/>
              </a:lnSpc>
              <a:spcBef>
                <a:spcPts val="0"/>
              </a:spcBef>
              <a:spcAft>
                <a:spcPts val="0"/>
              </a:spcAft>
              <a:buClr>
                <a:schemeClr val="dk1"/>
              </a:buClr>
              <a:buSzPts val="500"/>
              <a:buFont typeface="Outfit"/>
              <a:buNone/>
              <a:defRPr/>
            </a:lvl8pPr>
            <a:lvl9pPr indent="0" lvl="8" marL="0" algn="r">
              <a:lnSpc>
                <a:spcPct val="90000"/>
              </a:lnSpc>
              <a:spcBef>
                <a:spcPts val="0"/>
              </a:spcBef>
              <a:spcAft>
                <a:spcPts val="0"/>
              </a:spcAft>
              <a:buClr>
                <a:schemeClr val="dk1"/>
              </a:buClr>
              <a:buSzPts val="500"/>
              <a:buFont typeface="Outfit"/>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Slide_Three Columns">
  <p:cSld name="Text Slide_Three Columns">
    <p:spTree>
      <p:nvGrpSpPr>
        <p:cNvPr id="61" name="Shape 61"/>
        <p:cNvGrpSpPr/>
        <p:nvPr/>
      </p:nvGrpSpPr>
      <p:grpSpPr>
        <a:xfrm>
          <a:off x="0" y="0"/>
          <a:ext cx="0" cy="0"/>
          <a:chOff x="0" y="0"/>
          <a:chExt cx="0" cy="0"/>
        </a:xfrm>
      </p:grpSpPr>
      <p:sp>
        <p:nvSpPr>
          <p:cNvPr id="62" name="Google Shape;62;p10"/>
          <p:cNvSpPr txBox="1"/>
          <p:nvPr>
            <p:ph idx="10" type="dt"/>
          </p:nvPr>
        </p:nvSpPr>
        <p:spPr>
          <a:xfrm>
            <a:off x="285750" y="4753346"/>
            <a:ext cx="2057400" cy="199800"/>
          </a:xfrm>
          <a:prstGeom prst="rect">
            <a:avLst/>
          </a:prstGeom>
          <a:noFill/>
          <a:ln>
            <a:noFill/>
          </a:ln>
        </p:spPr>
        <p:txBody>
          <a:bodyPr anchorCtr="0" anchor="b" bIns="0" lIns="0" spcFirstLastPara="1" rIns="0" wrap="square" tIns="0">
            <a:noAutofit/>
          </a:bodyPr>
          <a:lstStyle>
            <a:lvl1pPr lvl="0" algn="l">
              <a:lnSpc>
                <a:spcPct val="90000"/>
              </a:lnSpc>
              <a:spcBef>
                <a:spcPts val="1700"/>
              </a:spcBef>
              <a:spcAft>
                <a:spcPts val="0"/>
              </a:spcAft>
              <a:buClr>
                <a:schemeClr val="dk1"/>
              </a:buClr>
              <a:buSzPts val="700"/>
              <a:buNone/>
              <a:defRPr/>
            </a:lvl1pPr>
            <a:lvl2pPr lvl="1" algn="l">
              <a:lnSpc>
                <a:spcPct val="90000"/>
              </a:lnSpc>
              <a:spcBef>
                <a:spcPts val="1700"/>
              </a:spcBef>
              <a:spcAft>
                <a:spcPts val="0"/>
              </a:spcAft>
              <a:buClr>
                <a:srgbClr val="000000"/>
              </a:buClr>
              <a:buSzPts val="700"/>
              <a:buNone/>
              <a:defRPr/>
            </a:lvl2pPr>
            <a:lvl3pPr lvl="2" algn="l">
              <a:lnSpc>
                <a:spcPct val="90000"/>
              </a:lnSpc>
              <a:spcBef>
                <a:spcPts val="1700"/>
              </a:spcBef>
              <a:spcAft>
                <a:spcPts val="0"/>
              </a:spcAft>
              <a:buClr>
                <a:srgbClr val="000000"/>
              </a:buClr>
              <a:buSzPts val="700"/>
              <a:buNone/>
              <a:defRPr/>
            </a:lvl3pPr>
            <a:lvl4pPr lvl="3" algn="l">
              <a:lnSpc>
                <a:spcPct val="90000"/>
              </a:lnSpc>
              <a:spcBef>
                <a:spcPts val="1700"/>
              </a:spcBef>
              <a:spcAft>
                <a:spcPts val="0"/>
              </a:spcAft>
              <a:buClr>
                <a:srgbClr val="000000"/>
              </a:buClr>
              <a:buSzPts val="700"/>
              <a:buNone/>
              <a:defRPr/>
            </a:lvl4pPr>
            <a:lvl5pPr lvl="4" algn="l">
              <a:lnSpc>
                <a:spcPct val="90000"/>
              </a:lnSpc>
              <a:spcBef>
                <a:spcPts val="1700"/>
              </a:spcBef>
              <a:spcAft>
                <a:spcPts val="0"/>
              </a:spcAft>
              <a:buClr>
                <a:srgbClr val="000000"/>
              </a:buClr>
              <a:buSzPts val="700"/>
              <a:buNone/>
              <a:defRPr/>
            </a:lvl5pPr>
            <a:lvl6pPr lvl="5" algn="l">
              <a:lnSpc>
                <a:spcPct val="90000"/>
              </a:lnSpc>
              <a:spcBef>
                <a:spcPts val="1700"/>
              </a:spcBef>
              <a:spcAft>
                <a:spcPts val="0"/>
              </a:spcAft>
              <a:buClr>
                <a:srgbClr val="000000"/>
              </a:buClr>
              <a:buSzPts val="700"/>
              <a:buNone/>
              <a:defRPr/>
            </a:lvl6pPr>
            <a:lvl7pPr lvl="6" algn="l">
              <a:lnSpc>
                <a:spcPct val="90000"/>
              </a:lnSpc>
              <a:spcBef>
                <a:spcPts val="1700"/>
              </a:spcBef>
              <a:spcAft>
                <a:spcPts val="0"/>
              </a:spcAft>
              <a:buClr>
                <a:srgbClr val="000000"/>
              </a:buClr>
              <a:buSzPts val="700"/>
              <a:buNone/>
              <a:defRPr/>
            </a:lvl7pPr>
            <a:lvl8pPr lvl="7" algn="l">
              <a:lnSpc>
                <a:spcPct val="90000"/>
              </a:lnSpc>
              <a:spcBef>
                <a:spcPts val="1700"/>
              </a:spcBef>
              <a:spcAft>
                <a:spcPts val="0"/>
              </a:spcAft>
              <a:buClr>
                <a:srgbClr val="000000"/>
              </a:buClr>
              <a:buSzPts val="700"/>
              <a:buNone/>
              <a:defRPr/>
            </a:lvl8pPr>
            <a:lvl9pPr lvl="8" algn="l">
              <a:lnSpc>
                <a:spcPct val="90000"/>
              </a:lnSpc>
              <a:spcBef>
                <a:spcPts val="1700"/>
              </a:spcBef>
              <a:spcAft>
                <a:spcPts val="0"/>
              </a:spcAft>
              <a:buClr>
                <a:srgbClr val="000000"/>
              </a:buClr>
              <a:buSzPts val="700"/>
              <a:buNone/>
              <a:defRPr/>
            </a:lvl9pPr>
          </a:lstStyle>
          <a:p/>
        </p:txBody>
      </p:sp>
      <p:sp>
        <p:nvSpPr>
          <p:cNvPr id="63" name="Google Shape;63;p10"/>
          <p:cNvSpPr txBox="1"/>
          <p:nvPr>
            <p:ph idx="1" type="body"/>
          </p:nvPr>
        </p:nvSpPr>
        <p:spPr>
          <a:xfrm>
            <a:off x="295955" y="2206752"/>
            <a:ext cx="2767500" cy="24849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1B1915"/>
              </a:buClr>
              <a:buSzPts val="1100"/>
              <a:buNone/>
              <a:defRPr/>
            </a:lvl1pPr>
            <a:lvl2pPr indent="-228600" lvl="1" marL="914400" algn="l">
              <a:lnSpc>
                <a:spcPct val="110000"/>
              </a:lnSpc>
              <a:spcBef>
                <a:spcPts val="200"/>
              </a:spcBef>
              <a:spcAft>
                <a:spcPts val="0"/>
              </a:spcAft>
              <a:buClr>
                <a:srgbClr val="1B1915"/>
              </a:buClr>
              <a:buSzPts val="1100"/>
              <a:buNone/>
              <a:defRPr/>
            </a:lvl2pPr>
            <a:lvl3pPr indent="-228600" lvl="2" marL="1371600" algn="l">
              <a:lnSpc>
                <a:spcPct val="110000"/>
              </a:lnSpc>
              <a:spcBef>
                <a:spcPts val="200"/>
              </a:spcBef>
              <a:spcAft>
                <a:spcPts val="0"/>
              </a:spcAft>
              <a:buClr>
                <a:srgbClr val="1B1915"/>
              </a:buClr>
              <a:buSzPts val="900"/>
              <a:buNone/>
              <a:defRPr/>
            </a:lvl3pPr>
            <a:lvl4pPr indent="-228600" lvl="3" marL="1828800" algn="l">
              <a:lnSpc>
                <a:spcPct val="110000"/>
              </a:lnSpc>
              <a:spcBef>
                <a:spcPts val="200"/>
              </a:spcBef>
              <a:spcAft>
                <a:spcPts val="0"/>
              </a:spcAft>
              <a:buClr>
                <a:srgbClr val="1B1915"/>
              </a:buClr>
              <a:buSzPts val="800"/>
              <a:buNone/>
              <a:defRPr/>
            </a:lvl4pPr>
            <a:lvl5pPr indent="-228600" lvl="4" marL="2286000" algn="l">
              <a:lnSpc>
                <a:spcPct val="110000"/>
              </a:lnSpc>
              <a:spcBef>
                <a:spcPts val="200"/>
              </a:spcBef>
              <a:spcAft>
                <a:spcPts val="0"/>
              </a:spcAft>
              <a:buClr>
                <a:srgbClr val="1B1915"/>
              </a:buClr>
              <a:buSzPts val="800"/>
              <a:buNone/>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64" name="Google Shape;64;p10"/>
          <p:cNvSpPr txBox="1"/>
          <p:nvPr>
            <p:ph idx="2" type="body"/>
          </p:nvPr>
        </p:nvSpPr>
        <p:spPr>
          <a:xfrm>
            <a:off x="295956" y="1521619"/>
            <a:ext cx="2767500" cy="5505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1500"/>
              <a:buNone/>
              <a:defRPr b="0" i="0" sz="15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65" name="Google Shape;65;p10"/>
          <p:cNvSpPr txBox="1"/>
          <p:nvPr>
            <p:ph idx="3" type="body"/>
          </p:nvPr>
        </p:nvSpPr>
        <p:spPr>
          <a:xfrm>
            <a:off x="3174504" y="2206752"/>
            <a:ext cx="2762400" cy="24849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1B1915"/>
              </a:buClr>
              <a:buSzPts val="1100"/>
              <a:buNone/>
              <a:defRPr/>
            </a:lvl1pPr>
            <a:lvl2pPr indent="-228600" lvl="1" marL="914400" algn="l">
              <a:lnSpc>
                <a:spcPct val="110000"/>
              </a:lnSpc>
              <a:spcBef>
                <a:spcPts val="200"/>
              </a:spcBef>
              <a:spcAft>
                <a:spcPts val="0"/>
              </a:spcAft>
              <a:buClr>
                <a:srgbClr val="1B1915"/>
              </a:buClr>
              <a:buSzPts val="1100"/>
              <a:buNone/>
              <a:defRPr/>
            </a:lvl2pPr>
            <a:lvl3pPr indent="-228600" lvl="2" marL="1371600" algn="l">
              <a:lnSpc>
                <a:spcPct val="110000"/>
              </a:lnSpc>
              <a:spcBef>
                <a:spcPts val="200"/>
              </a:spcBef>
              <a:spcAft>
                <a:spcPts val="0"/>
              </a:spcAft>
              <a:buClr>
                <a:srgbClr val="1B1915"/>
              </a:buClr>
              <a:buSzPts val="900"/>
              <a:buNone/>
              <a:defRPr/>
            </a:lvl3pPr>
            <a:lvl4pPr indent="-228600" lvl="3" marL="1828800" algn="l">
              <a:lnSpc>
                <a:spcPct val="110000"/>
              </a:lnSpc>
              <a:spcBef>
                <a:spcPts val="200"/>
              </a:spcBef>
              <a:spcAft>
                <a:spcPts val="0"/>
              </a:spcAft>
              <a:buClr>
                <a:srgbClr val="1B1915"/>
              </a:buClr>
              <a:buSzPts val="800"/>
              <a:buNone/>
              <a:defRPr/>
            </a:lvl4pPr>
            <a:lvl5pPr indent="-228600" lvl="4" marL="2286000" algn="l">
              <a:lnSpc>
                <a:spcPct val="110000"/>
              </a:lnSpc>
              <a:spcBef>
                <a:spcPts val="200"/>
              </a:spcBef>
              <a:spcAft>
                <a:spcPts val="0"/>
              </a:spcAft>
              <a:buClr>
                <a:srgbClr val="1B1915"/>
              </a:buClr>
              <a:buSzPts val="800"/>
              <a:buNone/>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66" name="Google Shape;66;p10"/>
          <p:cNvSpPr txBox="1"/>
          <p:nvPr>
            <p:ph idx="4" type="body"/>
          </p:nvPr>
        </p:nvSpPr>
        <p:spPr>
          <a:xfrm>
            <a:off x="3174503" y="1521619"/>
            <a:ext cx="2762400" cy="5505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1500"/>
              <a:buNone/>
              <a:defRPr b="0" i="0" sz="15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67" name="Google Shape;67;p10"/>
          <p:cNvSpPr txBox="1"/>
          <p:nvPr>
            <p:ph idx="5" type="body"/>
          </p:nvPr>
        </p:nvSpPr>
        <p:spPr>
          <a:xfrm>
            <a:off x="6046035" y="2206752"/>
            <a:ext cx="2765700" cy="24849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1B1915"/>
              </a:buClr>
              <a:buSzPts val="1100"/>
              <a:buNone/>
              <a:defRPr/>
            </a:lvl1pPr>
            <a:lvl2pPr indent="-228600" lvl="1" marL="914400" algn="l">
              <a:lnSpc>
                <a:spcPct val="110000"/>
              </a:lnSpc>
              <a:spcBef>
                <a:spcPts val="200"/>
              </a:spcBef>
              <a:spcAft>
                <a:spcPts val="0"/>
              </a:spcAft>
              <a:buClr>
                <a:srgbClr val="1B1915"/>
              </a:buClr>
              <a:buSzPts val="1100"/>
              <a:buNone/>
              <a:defRPr/>
            </a:lvl2pPr>
            <a:lvl3pPr indent="-228600" lvl="2" marL="1371600" algn="l">
              <a:lnSpc>
                <a:spcPct val="110000"/>
              </a:lnSpc>
              <a:spcBef>
                <a:spcPts val="200"/>
              </a:spcBef>
              <a:spcAft>
                <a:spcPts val="0"/>
              </a:spcAft>
              <a:buClr>
                <a:srgbClr val="1B1915"/>
              </a:buClr>
              <a:buSzPts val="900"/>
              <a:buNone/>
              <a:defRPr/>
            </a:lvl3pPr>
            <a:lvl4pPr indent="-228600" lvl="3" marL="1828800" algn="l">
              <a:lnSpc>
                <a:spcPct val="110000"/>
              </a:lnSpc>
              <a:spcBef>
                <a:spcPts val="200"/>
              </a:spcBef>
              <a:spcAft>
                <a:spcPts val="0"/>
              </a:spcAft>
              <a:buClr>
                <a:srgbClr val="1B1915"/>
              </a:buClr>
              <a:buSzPts val="800"/>
              <a:buNone/>
              <a:defRPr/>
            </a:lvl4pPr>
            <a:lvl5pPr indent="-228600" lvl="4" marL="2286000" algn="l">
              <a:lnSpc>
                <a:spcPct val="110000"/>
              </a:lnSpc>
              <a:spcBef>
                <a:spcPts val="200"/>
              </a:spcBef>
              <a:spcAft>
                <a:spcPts val="0"/>
              </a:spcAft>
              <a:buClr>
                <a:srgbClr val="1B1915"/>
              </a:buClr>
              <a:buSzPts val="800"/>
              <a:buNone/>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68" name="Google Shape;68;p10"/>
          <p:cNvSpPr txBox="1"/>
          <p:nvPr>
            <p:ph idx="6" type="body"/>
          </p:nvPr>
        </p:nvSpPr>
        <p:spPr>
          <a:xfrm>
            <a:off x="6046035" y="1521619"/>
            <a:ext cx="2765700" cy="5505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1500"/>
              <a:buNone/>
              <a:defRPr b="0" i="0" sz="15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69" name="Google Shape;69;p10"/>
          <p:cNvSpPr txBox="1"/>
          <p:nvPr>
            <p:ph type="title"/>
          </p:nvPr>
        </p:nvSpPr>
        <p:spPr>
          <a:xfrm>
            <a:off x="295955" y="594518"/>
            <a:ext cx="7758900" cy="642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800"/>
              <a:buFont typeface="Outfit"/>
              <a:buNone/>
              <a:defRPr b="0" sz="3800">
                <a:solidFill>
                  <a:schemeClr val="dk1"/>
                </a:solidFill>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pic>
        <p:nvPicPr>
          <p:cNvPr id="70" name="Google Shape;70;p10"/>
          <p:cNvPicPr preferRelativeResize="0"/>
          <p:nvPr/>
        </p:nvPicPr>
        <p:blipFill rotWithShape="1">
          <a:blip r:embed="rId2">
            <a:alphaModFix/>
          </a:blip>
          <a:srcRect b="0" l="0" r="0" t="0"/>
          <a:stretch/>
        </p:blipFill>
        <p:spPr>
          <a:xfrm>
            <a:off x="8022471" y="238125"/>
            <a:ext cx="789176" cy="202769"/>
          </a:xfrm>
          <a:prstGeom prst="rect">
            <a:avLst/>
          </a:prstGeom>
          <a:noFill/>
          <a:ln>
            <a:noFill/>
          </a:ln>
        </p:spPr>
      </p:pic>
      <p:sp>
        <p:nvSpPr>
          <p:cNvPr id="71" name="Google Shape;71;p10"/>
          <p:cNvSpPr txBox="1"/>
          <p:nvPr>
            <p:ph idx="12" type="sldNum"/>
          </p:nvPr>
        </p:nvSpPr>
        <p:spPr>
          <a:xfrm>
            <a:off x="6753225" y="4767263"/>
            <a:ext cx="2057400" cy="185700"/>
          </a:xfrm>
          <a:prstGeom prst="rect">
            <a:avLst/>
          </a:prstGeom>
          <a:noFill/>
          <a:ln>
            <a:noFill/>
          </a:ln>
        </p:spPr>
        <p:txBody>
          <a:bodyPr anchorCtr="0" anchor="b" bIns="0" lIns="0" spcFirstLastPara="1" rIns="0" wrap="square" tIns="0">
            <a:noAutofit/>
          </a:bodyPr>
          <a:lstStyle>
            <a:lvl1pPr indent="0" lvl="0" marL="0" algn="r">
              <a:lnSpc>
                <a:spcPct val="90000"/>
              </a:lnSpc>
              <a:spcBef>
                <a:spcPts val="0"/>
              </a:spcBef>
              <a:spcAft>
                <a:spcPts val="0"/>
              </a:spcAft>
              <a:buClr>
                <a:schemeClr val="dk1"/>
              </a:buClr>
              <a:buSzPts val="500"/>
              <a:buFont typeface="Outfit"/>
              <a:buNone/>
              <a:defRPr/>
            </a:lvl1pPr>
            <a:lvl2pPr indent="0" lvl="1" marL="0" algn="r">
              <a:lnSpc>
                <a:spcPct val="90000"/>
              </a:lnSpc>
              <a:spcBef>
                <a:spcPts val="0"/>
              </a:spcBef>
              <a:spcAft>
                <a:spcPts val="0"/>
              </a:spcAft>
              <a:buClr>
                <a:schemeClr val="dk1"/>
              </a:buClr>
              <a:buSzPts val="500"/>
              <a:buFont typeface="Outfit"/>
              <a:buNone/>
              <a:defRPr/>
            </a:lvl2pPr>
            <a:lvl3pPr indent="0" lvl="2" marL="0" algn="r">
              <a:lnSpc>
                <a:spcPct val="90000"/>
              </a:lnSpc>
              <a:spcBef>
                <a:spcPts val="0"/>
              </a:spcBef>
              <a:spcAft>
                <a:spcPts val="0"/>
              </a:spcAft>
              <a:buClr>
                <a:schemeClr val="dk1"/>
              </a:buClr>
              <a:buSzPts val="500"/>
              <a:buFont typeface="Outfit"/>
              <a:buNone/>
              <a:defRPr/>
            </a:lvl3pPr>
            <a:lvl4pPr indent="0" lvl="3" marL="0" algn="r">
              <a:lnSpc>
                <a:spcPct val="90000"/>
              </a:lnSpc>
              <a:spcBef>
                <a:spcPts val="0"/>
              </a:spcBef>
              <a:spcAft>
                <a:spcPts val="0"/>
              </a:spcAft>
              <a:buClr>
                <a:schemeClr val="dk1"/>
              </a:buClr>
              <a:buSzPts val="500"/>
              <a:buFont typeface="Outfit"/>
              <a:buNone/>
              <a:defRPr/>
            </a:lvl4pPr>
            <a:lvl5pPr indent="0" lvl="4" marL="0" algn="r">
              <a:lnSpc>
                <a:spcPct val="90000"/>
              </a:lnSpc>
              <a:spcBef>
                <a:spcPts val="0"/>
              </a:spcBef>
              <a:spcAft>
                <a:spcPts val="0"/>
              </a:spcAft>
              <a:buClr>
                <a:schemeClr val="dk1"/>
              </a:buClr>
              <a:buSzPts val="500"/>
              <a:buFont typeface="Outfit"/>
              <a:buNone/>
              <a:defRPr/>
            </a:lvl5pPr>
            <a:lvl6pPr indent="0" lvl="5" marL="0" algn="r">
              <a:lnSpc>
                <a:spcPct val="90000"/>
              </a:lnSpc>
              <a:spcBef>
                <a:spcPts val="0"/>
              </a:spcBef>
              <a:spcAft>
                <a:spcPts val="0"/>
              </a:spcAft>
              <a:buClr>
                <a:schemeClr val="dk1"/>
              </a:buClr>
              <a:buSzPts val="500"/>
              <a:buFont typeface="Outfit"/>
              <a:buNone/>
              <a:defRPr/>
            </a:lvl6pPr>
            <a:lvl7pPr indent="0" lvl="6" marL="0" algn="r">
              <a:lnSpc>
                <a:spcPct val="90000"/>
              </a:lnSpc>
              <a:spcBef>
                <a:spcPts val="0"/>
              </a:spcBef>
              <a:spcAft>
                <a:spcPts val="0"/>
              </a:spcAft>
              <a:buClr>
                <a:schemeClr val="dk1"/>
              </a:buClr>
              <a:buSzPts val="500"/>
              <a:buFont typeface="Outfit"/>
              <a:buNone/>
              <a:defRPr/>
            </a:lvl7pPr>
            <a:lvl8pPr indent="0" lvl="7" marL="0" algn="r">
              <a:lnSpc>
                <a:spcPct val="90000"/>
              </a:lnSpc>
              <a:spcBef>
                <a:spcPts val="0"/>
              </a:spcBef>
              <a:spcAft>
                <a:spcPts val="0"/>
              </a:spcAft>
              <a:buClr>
                <a:schemeClr val="dk1"/>
              </a:buClr>
              <a:buSzPts val="500"/>
              <a:buFont typeface="Outfit"/>
              <a:buNone/>
              <a:defRPr/>
            </a:lvl8pPr>
            <a:lvl9pPr indent="0" lvl="8" marL="0" algn="r">
              <a:lnSpc>
                <a:spcPct val="90000"/>
              </a:lnSpc>
              <a:spcBef>
                <a:spcPts val="0"/>
              </a:spcBef>
              <a:spcAft>
                <a:spcPts val="0"/>
              </a:spcAft>
              <a:buClr>
                <a:schemeClr val="dk1"/>
              </a:buClr>
              <a:buSzPts val="500"/>
              <a:buFont typeface="Outfit"/>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Slide_Four Columns">
  <p:cSld name="Text Slide_Four Columns">
    <p:spTree>
      <p:nvGrpSpPr>
        <p:cNvPr id="72" name="Shape 72"/>
        <p:cNvGrpSpPr/>
        <p:nvPr/>
      </p:nvGrpSpPr>
      <p:grpSpPr>
        <a:xfrm>
          <a:off x="0" y="0"/>
          <a:ext cx="0" cy="0"/>
          <a:chOff x="0" y="0"/>
          <a:chExt cx="0" cy="0"/>
        </a:xfrm>
      </p:grpSpPr>
      <p:sp>
        <p:nvSpPr>
          <p:cNvPr id="73" name="Google Shape;73;p11"/>
          <p:cNvSpPr txBox="1"/>
          <p:nvPr>
            <p:ph type="title"/>
          </p:nvPr>
        </p:nvSpPr>
        <p:spPr>
          <a:xfrm>
            <a:off x="297146" y="594518"/>
            <a:ext cx="7758900" cy="642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800"/>
              <a:buFont typeface="Outfit"/>
              <a:buNone/>
              <a:defRPr b="0" sz="3800">
                <a:solidFill>
                  <a:schemeClr val="dk1"/>
                </a:solidFill>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sp>
        <p:nvSpPr>
          <p:cNvPr id="74" name="Google Shape;74;p11"/>
          <p:cNvSpPr txBox="1"/>
          <p:nvPr>
            <p:ph idx="1" type="body"/>
          </p:nvPr>
        </p:nvSpPr>
        <p:spPr>
          <a:xfrm>
            <a:off x="297146" y="2206752"/>
            <a:ext cx="2048400" cy="24849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1B1915"/>
              </a:buClr>
              <a:buSzPts val="1100"/>
              <a:buNone/>
              <a:defRPr/>
            </a:lvl1pPr>
            <a:lvl2pPr indent="-228600" lvl="1" marL="914400" algn="l">
              <a:lnSpc>
                <a:spcPct val="110000"/>
              </a:lnSpc>
              <a:spcBef>
                <a:spcPts val="200"/>
              </a:spcBef>
              <a:spcAft>
                <a:spcPts val="0"/>
              </a:spcAft>
              <a:buClr>
                <a:srgbClr val="1B1915"/>
              </a:buClr>
              <a:buSzPts val="1100"/>
              <a:buNone/>
              <a:defRPr/>
            </a:lvl2pPr>
            <a:lvl3pPr indent="-228600" lvl="2" marL="1371600" algn="l">
              <a:lnSpc>
                <a:spcPct val="110000"/>
              </a:lnSpc>
              <a:spcBef>
                <a:spcPts val="200"/>
              </a:spcBef>
              <a:spcAft>
                <a:spcPts val="0"/>
              </a:spcAft>
              <a:buClr>
                <a:srgbClr val="1B1915"/>
              </a:buClr>
              <a:buSzPts val="900"/>
              <a:buNone/>
              <a:defRPr/>
            </a:lvl3pPr>
            <a:lvl4pPr indent="-228600" lvl="3" marL="1828800" algn="l">
              <a:lnSpc>
                <a:spcPct val="110000"/>
              </a:lnSpc>
              <a:spcBef>
                <a:spcPts val="200"/>
              </a:spcBef>
              <a:spcAft>
                <a:spcPts val="0"/>
              </a:spcAft>
              <a:buClr>
                <a:srgbClr val="1B1915"/>
              </a:buClr>
              <a:buSzPts val="800"/>
              <a:buNone/>
              <a:defRPr/>
            </a:lvl4pPr>
            <a:lvl5pPr indent="-228600" lvl="4" marL="2286000" algn="l">
              <a:lnSpc>
                <a:spcPct val="110000"/>
              </a:lnSpc>
              <a:spcBef>
                <a:spcPts val="200"/>
              </a:spcBef>
              <a:spcAft>
                <a:spcPts val="0"/>
              </a:spcAft>
              <a:buClr>
                <a:srgbClr val="1B1915"/>
              </a:buClr>
              <a:buSzPts val="800"/>
              <a:buNone/>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75" name="Google Shape;75;p11"/>
          <p:cNvSpPr txBox="1"/>
          <p:nvPr>
            <p:ph idx="2" type="body"/>
          </p:nvPr>
        </p:nvSpPr>
        <p:spPr>
          <a:xfrm>
            <a:off x="297146" y="1521619"/>
            <a:ext cx="2048400" cy="5505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1500"/>
              <a:buNone/>
              <a:defRPr b="0" i="0" sz="15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76" name="Google Shape;76;p11"/>
          <p:cNvSpPr txBox="1"/>
          <p:nvPr>
            <p:ph idx="3" type="body"/>
          </p:nvPr>
        </p:nvSpPr>
        <p:spPr>
          <a:xfrm>
            <a:off x="2449796" y="2206752"/>
            <a:ext cx="2053800" cy="24849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1B1915"/>
              </a:buClr>
              <a:buSzPts val="1100"/>
              <a:buNone/>
              <a:defRPr/>
            </a:lvl1pPr>
            <a:lvl2pPr indent="-228600" lvl="1" marL="914400" algn="l">
              <a:lnSpc>
                <a:spcPct val="110000"/>
              </a:lnSpc>
              <a:spcBef>
                <a:spcPts val="200"/>
              </a:spcBef>
              <a:spcAft>
                <a:spcPts val="0"/>
              </a:spcAft>
              <a:buClr>
                <a:srgbClr val="1B1915"/>
              </a:buClr>
              <a:buSzPts val="1100"/>
              <a:buNone/>
              <a:defRPr/>
            </a:lvl2pPr>
            <a:lvl3pPr indent="-228600" lvl="2" marL="1371600" algn="l">
              <a:lnSpc>
                <a:spcPct val="110000"/>
              </a:lnSpc>
              <a:spcBef>
                <a:spcPts val="200"/>
              </a:spcBef>
              <a:spcAft>
                <a:spcPts val="0"/>
              </a:spcAft>
              <a:buClr>
                <a:srgbClr val="1B1915"/>
              </a:buClr>
              <a:buSzPts val="900"/>
              <a:buNone/>
              <a:defRPr/>
            </a:lvl3pPr>
            <a:lvl4pPr indent="-228600" lvl="3" marL="1828800" algn="l">
              <a:lnSpc>
                <a:spcPct val="110000"/>
              </a:lnSpc>
              <a:spcBef>
                <a:spcPts val="200"/>
              </a:spcBef>
              <a:spcAft>
                <a:spcPts val="0"/>
              </a:spcAft>
              <a:buClr>
                <a:srgbClr val="1B1915"/>
              </a:buClr>
              <a:buSzPts val="800"/>
              <a:buNone/>
              <a:defRPr/>
            </a:lvl4pPr>
            <a:lvl5pPr indent="-228600" lvl="4" marL="2286000" algn="l">
              <a:lnSpc>
                <a:spcPct val="110000"/>
              </a:lnSpc>
              <a:spcBef>
                <a:spcPts val="200"/>
              </a:spcBef>
              <a:spcAft>
                <a:spcPts val="0"/>
              </a:spcAft>
              <a:buClr>
                <a:srgbClr val="1B1915"/>
              </a:buClr>
              <a:buSzPts val="800"/>
              <a:buNone/>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77" name="Google Shape;77;p11"/>
          <p:cNvSpPr txBox="1"/>
          <p:nvPr>
            <p:ph idx="4" type="body"/>
          </p:nvPr>
        </p:nvSpPr>
        <p:spPr>
          <a:xfrm>
            <a:off x="2449796" y="1521619"/>
            <a:ext cx="2053800" cy="5505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1500"/>
              <a:buNone/>
              <a:defRPr b="0" i="0" sz="15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78" name="Google Shape;78;p11"/>
          <p:cNvSpPr txBox="1"/>
          <p:nvPr>
            <p:ph idx="5" type="body"/>
          </p:nvPr>
        </p:nvSpPr>
        <p:spPr>
          <a:xfrm>
            <a:off x="4606018" y="2206752"/>
            <a:ext cx="2049600" cy="24849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1B1915"/>
              </a:buClr>
              <a:buSzPts val="1100"/>
              <a:buNone/>
              <a:defRPr/>
            </a:lvl1pPr>
            <a:lvl2pPr indent="-228600" lvl="1" marL="914400" algn="l">
              <a:lnSpc>
                <a:spcPct val="110000"/>
              </a:lnSpc>
              <a:spcBef>
                <a:spcPts val="200"/>
              </a:spcBef>
              <a:spcAft>
                <a:spcPts val="0"/>
              </a:spcAft>
              <a:buClr>
                <a:srgbClr val="1B1915"/>
              </a:buClr>
              <a:buSzPts val="1100"/>
              <a:buNone/>
              <a:defRPr/>
            </a:lvl2pPr>
            <a:lvl3pPr indent="-228600" lvl="2" marL="1371600" algn="l">
              <a:lnSpc>
                <a:spcPct val="110000"/>
              </a:lnSpc>
              <a:spcBef>
                <a:spcPts val="200"/>
              </a:spcBef>
              <a:spcAft>
                <a:spcPts val="0"/>
              </a:spcAft>
              <a:buClr>
                <a:srgbClr val="1B1915"/>
              </a:buClr>
              <a:buSzPts val="900"/>
              <a:buNone/>
              <a:defRPr/>
            </a:lvl3pPr>
            <a:lvl4pPr indent="-228600" lvl="3" marL="1828800" algn="l">
              <a:lnSpc>
                <a:spcPct val="110000"/>
              </a:lnSpc>
              <a:spcBef>
                <a:spcPts val="200"/>
              </a:spcBef>
              <a:spcAft>
                <a:spcPts val="0"/>
              </a:spcAft>
              <a:buClr>
                <a:srgbClr val="1B1915"/>
              </a:buClr>
              <a:buSzPts val="800"/>
              <a:buNone/>
              <a:defRPr/>
            </a:lvl4pPr>
            <a:lvl5pPr indent="-228600" lvl="4" marL="2286000" algn="l">
              <a:lnSpc>
                <a:spcPct val="110000"/>
              </a:lnSpc>
              <a:spcBef>
                <a:spcPts val="200"/>
              </a:spcBef>
              <a:spcAft>
                <a:spcPts val="0"/>
              </a:spcAft>
              <a:buClr>
                <a:srgbClr val="1B1915"/>
              </a:buClr>
              <a:buSzPts val="800"/>
              <a:buNone/>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79" name="Google Shape;79;p11"/>
          <p:cNvSpPr txBox="1"/>
          <p:nvPr>
            <p:ph idx="6" type="body"/>
          </p:nvPr>
        </p:nvSpPr>
        <p:spPr>
          <a:xfrm>
            <a:off x="4606018" y="1521619"/>
            <a:ext cx="2049600" cy="5505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400"/>
              </a:spcBef>
              <a:spcAft>
                <a:spcPts val="0"/>
              </a:spcAft>
              <a:buClr>
                <a:srgbClr val="226548"/>
              </a:buClr>
              <a:buSzPts val="1500"/>
              <a:buNone/>
              <a:defRPr b="0" i="0" sz="15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80" name="Google Shape;80;p11"/>
          <p:cNvSpPr txBox="1"/>
          <p:nvPr>
            <p:ph idx="7" type="body"/>
          </p:nvPr>
        </p:nvSpPr>
        <p:spPr>
          <a:xfrm>
            <a:off x="6765301" y="2206752"/>
            <a:ext cx="2049600" cy="24849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1B1915"/>
              </a:buClr>
              <a:buSzPts val="1100"/>
              <a:buNone/>
              <a:defRPr/>
            </a:lvl1pPr>
            <a:lvl2pPr indent="-228600" lvl="1" marL="914400" algn="l">
              <a:lnSpc>
                <a:spcPct val="110000"/>
              </a:lnSpc>
              <a:spcBef>
                <a:spcPts val="200"/>
              </a:spcBef>
              <a:spcAft>
                <a:spcPts val="0"/>
              </a:spcAft>
              <a:buClr>
                <a:srgbClr val="1B1915"/>
              </a:buClr>
              <a:buSzPts val="1100"/>
              <a:buNone/>
              <a:defRPr/>
            </a:lvl2pPr>
            <a:lvl3pPr indent="-228600" lvl="2" marL="1371600" algn="l">
              <a:lnSpc>
                <a:spcPct val="110000"/>
              </a:lnSpc>
              <a:spcBef>
                <a:spcPts val="200"/>
              </a:spcBef>
              <a:spcAft>
                <a:spcPts val="0"/>
              </a:spcAft>
              <a:buClr>
                <a:srgbClr val="1B1915"/>
              </a:buClr>
              <a:buSzPts val="900"/>
              <a:buNone/>
              <a:defRPr/>
            </a:lvl3pPr>
            <a:lvl4pPr indent="-228600" lvl="3" marL="1828800" algn="l">
              <a:lnSpc>
                <a:spcPct val="110000"/>
              </a:lnSpc>
              <a:spcBef>
                <a:spcPts val="200"/>
              </a:spcBef>
              <a:spcAft>
                <a:spcPts val="0"/>
              </a:spcAft>
              <a:buClr>
                <a:srgbClr val="1B1915"/>
              </a:buClr>
              <a:buSzPts val="800"/>
              <a:buNone/>
              <a:defRPr/>
            </a:lvl4pPr>
            <a:lvl5pPr indent="-228600" lvl="4" marL="2286000" algn="l">
              <a:lnSpc>
                <a:spcPct val="110000"/>
              </a:lnSpc>
              <a:spcBef>
                <a:spcPts val="200"/>
              </a:spcBef>
              <a:spcAft>
                <a:spcPts val="0"/>
              </a:spcAft>
              <a:buClr>
                <a:srgbClr val="1B1915"/>
              </a:buClr>
              <a:buSzPts val="800"/>
              <a:buNone/>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81" name="Google Shape;81;p11"/>
          <p:cNvSpPr txBox="1"/>
          <p:nvPr>
            <p:ph idx="8" type="body"/>
          </p:nvPr>
        </p:nvSpPr>
        <p:spPr>
          <a:xfrm>
            <a:off x="6765300" y="1521619"/>
            <a:ext cx="2049600" cy="5505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1500"/>
              <a:buNone/>
              <a:defRPr b="0" i="0" sz="15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pic>
        <p:nvPicPr>
          <p:cNvPr id="82" name="Google Shape;82;p11"/>
          <p:cNvPicPr preferRelativeResize="0"/>
          <p:nvPr/>
        </p:nvPicPr>
        <p:blipFill rotWithShape="1">
          <a:blip r:embed="rId2">
            <a:alphaModFix/>
          </a:blip>
          <a:srcRect b="0" l="0" r="0" t="0"/>
          <a:stretch/>
        </p:blipFill>
        <p:spPr>
          <a:xfrm>
            <a:off x="8022471" y="238125"/>
            <a:ext cx="789176" cy="202769"/>
          </a:xfrm>
          <a:prstGeom prst="rect">
            <a:avLst/>
          </a:prstGeom>
          <a:noFill/>
          <a:ln>
            <a:noFill/>
          </a:ln>
        </p:spPr>
      </p:pic>
      <p:sp>
        <p:nvSpPr>
          <p:cNvPr id="83" name="Google Shape;83;p11"/>
          <p:cNvSpPr txBox="1"/>
          <p:nvPr>
            <p:ph idx="10" type="dt"/>
          </p:nvPr>
        </p:nvSpPr>
        <p:spPr>
          <a:xfrm>
            <a:off x="285750" y="4753346"/>
            <a:ext cx="2057400" cy="199800"/>
          </a:xfrm>
          <a:prstGeom prst="rect">
            <a:avLst/>
          </a:prstGeom>
          <a:noFill/>
          <a:ln>
            <a:noFill/>
          </a:ln>
        </p:spPr>
        <p:txBody>
          <a:bodyPr anchorCtr="0" anchor="b" bIns="0" lIns="0" spcFirstLastPara="1" rIns="0" wrap="square" tIns="0">
            <a:noAutofit/>
          </a:bodyPr>
          <a:lstStyle>
            <a:lvl1pPr lvl="0" algn="l">
              <a:lnSpc>
                <a:spcPct val="90000"/>
              </a:lnSpc>
              <a:spcBef>
                <a:spcPts val="1700"/>
              </a:spcBef>
              <a:spcAft>
                <a:spcPts val="0"/>
              </a:spcAft>
              <a:buClr>
                <a:schemeClr val="dk1"/>
              </a:buClr>
              <a:buSzPts val="700"/>
              <a:buNone/>
              <a:defRPr/>
            </a:lvl1pPr>
            <a:lvl2pPr lvl="1" algn="l">
              <a:lnSpc>
                <a:spcPct val="90000"/>
              </a:lnSpc>
              <a:spcBef>
                <a:spcPts val="1700"/>
              </a:spcBef>
              <a:spcAft>
                <a:spcPts val="0"/>
              </a:spcAft>
              <a:buClr>
                <a:srgbClr val="000000"/>
              </a:buClr>
              <a:buSzPts val="700"/>
              <a:buNone/>
              <a:defRPr/>
            </a:lvl2pPr>
            <a:lvl3pPr lvl="2" algn="l">
              <a:lnSpc>
                <a:spcPct val="90000"/>
              </a:lnSpc>
              <a:spcBef>
                <a:spcPts val="1700"/>
              </a:spcBef>
              <a:spcAft>
                <a:spcPts val="0"/>
              </a:spcAft>
              <a:buClr>
                <a:srgbClr val="000000"/>
              </a:buClr>
              <a:buSzPts val="700"/>
              <a:buNone/>
              <a:defRPr/>
            </a:lvl3pPr>
            <a:lvl4pPr lvl="3" algn="l">
              <a:lnSpc>
                <a:spcPct val="90000"/>
              </a:lnSpc>
              <a:spcBef>
                <a:spcPts val="1700"/>
              </a:spcBef>
              <a:spcAft>
                <a:spcPts val="0"/>
              </a:spcAft>
              <a:buClr>
                <a:srgbClr val="000000"/>
              </a:buClr>
              <a:buSzPts val="700"/>
              <a:buNone/>
              <a:defRPr/>
            </a:lvl4pPr>
            <a:lvl5pPr lvl="4" algn="l">
              <a:lnSpc>
                <a:spcPct val="90000"/>
              </a:lnSpc>
              <a:spcBef>
                <a:spcPts val="1700"/>
              </a:spcBef>
              <a:spcAft>
                <a:spcPts val="0"/>
              </a:spcAft>
              <a:buClr>
                <a:srgbClr val="000000"/>
              </a:buClr>
              <a:buSzPts val="700"/>
              <a:buNone/>
              <a:defRPr/>
            </a:lvl5pPr>
            <a:lvl6pPr lvl="5" algn="l">
              <a:lnSpc>
                <a:spcPct val="90000"/>
              </a:lnSpc>
              <a:spcBef>
                <a:spcPts val="1700"/>
              </a:spcBef>
              <a:spcAft>
                <a:spcPts val="0"/>
              </a:spcAft>
              <a:buClr>
                <a:srgbClr val="000000"/>
              </a:buClr>
              <a:buSzPts val="700"/>
              <a:buNone/>
              <a:defRPr/>
            </a:lvl6pPr>
            <a:lvl7pPr lvl="6" algn="l">
              <a:lnSpc>
                <a:spcPct val="90000"/>
              </a:lnSpc>
              <a:spcBef>
                <a:spcPts val="1700"/>
              </a:spcBef>
              <a:spcAft>
                <a:spcPts val="0"/>
              </a:spcAft>
              <a:buClr>
                <a:srgbClr val="000000"/>
              </a:buClr>
              <a:buSzPts val="700"/>
              <a:buNone/>
              <a:defRPr/>
            </a:lvl7pPr>
            <a:lvl8pPr lvl="7" algn="l">
              <a:lnSpc>
                <a:spcPct val="90000"/>
              </a:lnSpc>
              <a:spcBef>
                <a:spcPts val="1700"/>
              </a:spcBef>
              <a:spcAft>
                <a:spcPts val="0"/>
              </a:spcAft>
              <a:buClr>
                <a:srgbClr val="000000"/>
              </a:buClr>
              <a:buSzPts val="700"/>
              <a:buNone/>
              <a:defRPr/>
            </a:lvl8pPr>
            <a:lvl9pPr lvl="8" algn="l">
              <a:lnSpc>
                <a:spcPct val="90000"/>
              </a:lnSpc>
              <a:spcBef>
                <a:spcPts val="1700"/>
              </a:spcBef>
              <a:spcAft>
                <a:spcPts val="0"/>
              </a:spcAft>
              <a:buClr>
                <a:srgbClr val="000000"/>
              </a:buClr>
              <a:buSzPts val="700"/>
              <a:buNone/>
              <a:defRPr/>
            </a:lvl9pPr>
          </a:lstStyle>
          <a:p/>
        </p:txBody>
      </p:sp>
      <p:sp>
        <p:nvSpPr>
          <p:cNvPr id="84" name="Google Shape;84;p11"/>
          <p:cNvSpPr txBox="1"/>
          <p:nvPr>
            <p:ph idx="12" type="sldNum"/>
          </p:nvPr>
        </p:nvSpPr>
        <p:spPr>
          <a:xfrm>
            <a:off x="6753225" y="4767263"/>
            <a:ext cx="2057400" cy="185700"/>
          </a:xfrm>
          <a:prstGeom prst="rect">
            <a:avLst/>
          </a:prstGeom>
          <a:noFill/>
          <a:ln>
            <a:noFill/>
          </a:ln>
        </p:spPr>
        <p:txBody>
          <a:bodyPr anchorCtr="0" anchor="b" bIns="0" lIns="0" spcFirstLastPara="1" rIns="0" wrap="square" tIns="0">
            <a:noAutofit/>
          </a:bodyPr>
          <a:lstStyle>
            <a:lvl1pPr indent="0" lvl="0" marL="0" algn="r">
              <a:lnSpc>
                <a:spcPct val="90000"/>
              </a:lnSpc>
              <a:spcBef>
                <a:spcPts val="0"/>
              </a:spcBef>
              <a:spcAft>
                <a:spcPts val="0"/>
              </a:spcAft>
              <a:buClr>
                <a:schemeClr val="dk1"/>
              </a:buClr>
              <a:buSzPts val="500"/>
              <a:buFont typeface="Outfit"/>
              <a:buNone/>
              <a:defRPr/>
            </a:lvl1pPr>
            <a:lvl2pPr indent="0" lvl="1" marL="0" algn="r">
              <a:lnSpc>
                <a:spcPct val="90000"/>
              </a:lnSpc>
              <a:spcBef>
                <a:spcPts val="0"/>
              </a:spcBef>
              <a:spcAft>
                <a:spcPts val="0"/>
              </a:spcAft>
              <a:buClr>
                <a:schemeClr val="dk1"/>
              </a:buClr>
              <a:buSzPts val="500"/>
              <a:buFont typeface="Outfit"/>
              <a:buNone/>
              <a:defRPr/>
            </a:lvl2pPr>
            <a:lvl3pPr indent="0" lvl="2" marL="0" algn="r">
              <a:lnSpc>
                <a:spcPct val="90000"/>
              </a:lnSpc>
              <a:spcBef>
                <a:spcPts val="0"/>
              </a:spcBef>
              <a:spcAft>
                <a:spcPts val="0"/>
              </a:spcAft>
              <a:buClr>
                <a:schemeClr val="dk1"/>
              </a:buClr>
              <a:buSzPts val="500"/>
              <a:buFont typeface="Outfit"/>
              <a:buNone/>
              <a:defRPr/>
            </a:lvl3pPr>
            <a:lvl4pPr indent="0" lvl="3" marL="0" algn="r">
              <a:lnSpc>
                <a:spcPct val="90000"/>
              </a:lnSpc>
              <a:spcBef>
                <a:spcPts val="0"/>
              </a:spcBef>
              <a:spcAft>
                <a:spcPts val="0"/>
              </a:spcAft>
              <a:buClr>
                <a:schemeClr val="dk1"/>
              </a:buClr>
              <a:buSzPts val="500"/>
              <a:buFont typeface="Outfit"/>
              <a:buNone/>
              <a:defRPr/>
            </a:lvl4pPr>
            <a:lvl5pPr indent="0" lvl="4" marL="0" algn="r">
              <a:lnSpc>
                <a:spcPct val="90000"/>
              </a:lnSpc>
              <a:spcBef>
                <a:spcPts val="0"/>
              </a:spcBef>
              <a:spcAft>
                <a:spcPts val="0"/>
              </a:spcAft>
              <a:buClr>
                <a:schemeClr val="dk1"/>
              </a:buClr>
              <a:buSzPts val="500"/>
              <a:buFont typeface="Outfit"/>
              <a:buNone/>
              <a:defRPr/>
            </a:lvl5pPr>
            <a:lvl6pPr indent="0" lvl="5" marL="0" algn="r">
              <a:lnSpc>
                <a:spcPct val="90000"/>
              </a:lnSpc>
              <a:spcBef>
                <a:spcPts val="0"/>
              </a:spcBef>
              <a:spcAft>
                <a:spcPts val="0"/>
              </a:spcAft>
              <a:buClr>
                <a:schemeClr val="dk1"/>
              </a:buClr>
              <a:buSzPts val="500"/>
              <a:buFont typeface="Outfit"/>
              <a:buNone/>
              <a:defRPr/>
            </a:lvl6pPr>
            <a:lvl7pPr indent="0" lvl="6" marL="0" algn="r">
              <a:lnSpc>
                <a:spcPct val="90000"/>
              </a:lnSpc>
              <a:spcBef>
                <a:spcPts val="0"/>
              </a:spcBef>
              <a:spcAft>
                <a:spcPts val="0"/>
              </a:spcAft>
              <a:buClr>
                <a:schemeClr val="dk1"/>
              </a:buClr>
              <a:buSzPts val="500"/>
              <a:buFont typeface="Outfit"/>
              <a:buNone/>
              <a:defRPr/>
            </a:lvl7pPr>
            <a:lvl8pPr indent="0" lvl="7" marL="0" algn="r">
              <a:lnSpc>
                <a:spcPct val="90000"/>
              </a:lnSpc>
              <a:spcBef>
                <a:spcPts val="0"/>
              </a:spcBef>
              <a:spcAft>
                <a:spcPts val="0"/>
              </a:spcAft>
              <a:buClr>
                <a:schemeClr val="dk1"/>
              </a:buClr>
              <a:buSzPts val="500"/>
              <a:buFont typeface="Outfit"/>
              <a:buNone/>
              <a:defRPr/>
            </a:lvl8pPr>
            <a:lvl9pPr indent="0" lvl="8" marL="0" algn="r">
              <a:lnSpc>
                <a:spcPct val="90000"/>
              </a:lnSpc>
              <a:spcBef>
                <a:spcPts val="0"/>
              </a:spcBef>
              <a:spcAft>
                <a:spcPts val="0"/>
              </a:spcAft>
              <a:buClr>
                <a:schemeClr val="dk1"/>
              </a:buClr>
              <a:buSzPts val="500"/>
              <a:buFont typeface="Outfit"/>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Slide_Two Columns with Icons">
  <p:cSld name="Text Slide_Two Columns with Icons">
    <p:bg>
      <p:bgPr>
        <a:solidFill>
          <a:srgbClr val="FFFFFF"/>
        </a:solidFill>
      </p:bgPr>
    </p:bg>
    <p:spTree>
      <p:nvGrpSpPr>
        <p:cNvPr id="85" name="Shape 85"/>
        <p:cNvGrpSpPr/>
        <p:nvPr/>
      </p:nvGrpSpPr>
      <p:grpSpPr>
        <a:xfrm>
          <a:off x="0" y="0"/>
          <a:ext cx="0" cy="0"/>
          <a:chOff x="0" y="0"/>
          <a:chExt cx="0" cy="0"/>
        </a:xfrm>
      </p:grpSpPr>
      <p:sp>
        <p:nvSpPr>
          <p:cNvPr id="86" name="Google Shape;86;p12"/>
          <p:cNvSpPr txBox="1"/>
          <p:nvPr>
            <p:ph idx="1" type="body"/>
          </p:nvPr>
        </p:nvSpPr>
        <p:spPr>
          <a:xfrm>
            <a:off x="296976" y="2177058"/>
            <a:ext cx="4027500" cy="25164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1B1915"/>
              </a:buClr>
              <a:buSzPts val="1100"/>
              <a:buNone/>
              <a:defRPr/>
            </a:lvl1pPr>
            <a:lvl2pPr indent="-228600" lvl="1" marL="914400" algn="l">
              <a:lnSpc>
                <a:spcPct val="110000"/>
              </a:lnSpc>
              <a:spcBef>
                <a:spcPts val="200"/>
              </a:spcBef>
              <a:spcAft>
                <a:spcPts val="0"/>
              </a:spcAft>
              <a:buClr>
                <a:srgbClr val="1B1915"/>
              </a:buClr>
              <a:buSzPts val="1100"/>
              <a:buNone/>
              <a:defRPr/>
            </a:lvl2pPr>
            <a:lvl3pPr indent="-228600" lvl="2" marL="1371600" algn="l">
              <a:lnSpc>
                <a:spcPct val="110000"/>
              </a:lnSpc>
              <a:spcBef>
                <a:spcPts val="200"/>
              </a:spcBef>
              <a:spcAft>
                <a:spcPts val="0"/>
              </a:spcAft>
              <a:buClr>
                <a:srgbClr val="1B1915"/>
              </a:buClr>
              <a:buSzPts val="900"/>
              <a:buNone/>
              <a:defRPr/>
            </a:lvl3pPr>
            <a:lvl4pPr indent="-228600" lvl="3" marL="1828800" algn="l">
              <a:lnSpc>
                <a:spcPct val="110000"/>
              </a:lnSpc>
              <a:spcBef>
                <a:spcPts val="200"/>
              </a:spcBef>
              <a:spcAft>
                <a:spcPts val="0"/>
              </a:spcAft>
              <a:buClr>
                <a:srgbClr val="1B1915"/>
              </a:buClr>
              <a:buSzPts val="800"/>
              <a:buNone/>
              <a:defRPr/>
            </a:lvl4pPr>
            <a:lvl5pPr indent="-228600" lvl="4" marL="2286000" algn="l">
              <a:lnSpc>
                <a:spcPct val="110000"/>
              </a:lnSpc>
              <a:spcBef>
                <a:spcPts val="200"/>
              </a:spcBef>
              <a:spcAft>
                <a:spcPts val="0"/>
              </a:spcAft>
              <a:buClr>
                <a:srgbClr val="1B1915"/>
              </a:buClr>
              <a:buSzPts val="800"/>
              <a:buNone/>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87" name="Google Shape;87;p12"/>
          <p:cNvSpPr txBox="1"/>
          <p:nvPr>
            <p:ph idx="2" type="body"/>
          </p:nvPr>
        </p:nvSpPr>
        <p:spPr>
          <a:xfrm>
            <a:off x="295955" y="1782996"/>
            <a:ext cx="4018800" cy="2337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1700"/>
              <a:buNone/>
              <a:defRPr b="0" i="0" sz="17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88" name="Google Shape;88;p12"/>
          <p:cNvSpPr txBox="1"/>
          <p:nvPr>
            <p:ph idx="3" type="body"/>
          </p:nvPr>
        </p:nvSpPr>
        <p:spPr>
          <a:xfrm>
            <a:off x="4556918" y="2177058"/>
            <a:ext cx="4027500" cy="25164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1B1915"/>
              </a:buClr>
              <a:buSzPts val="1100"/>
              <a:buNone/>
              <a:defRPr/>
            </a:lvl1pPr>
            <a:lvl2pPr indent="-228600" lvl="1" marL="914400" algn="l">
              <a:lnSpc>
                <a:spcPct val="110000"/>
              </a:lnSpc>
              <a:spcBef>
                <a:spcPts val="200"/>
              </a:spcBef>
              <a:spcAft>
                <a:spcPts val="0"/>
              </a:spcAft>
              <a:buClr>
                <a:srgbClr val="1B1915"/>
              </a:buClr>
              <a:buSzPts val="1100"/>
              <a:buNone/>
              <a:defRPr/>
            </a:lvl2pPr>
            <a:lvl3pPr indent="-228600" lvl="2" marL="1371600" algn="l">
              <a:lnSpc>
                <a:spcPct val="110000"/>
              </a:lnSpc>
              <a:spcBef>
                <a:spcPts val="200"/>
              </a:spcBef>
              <a:spcAft>
                <a:spcPts val="0"/>
              </a:spcAft>
              <a:buClr>
                <a:srgbClr val="1B1915"/>
              </a:buClr>
              <a:buSzPts val="900"/>
              <a:buNone/>
              <a:defRPr/>
            </a:lvl3pPr>
            <a:lvl4pPr indent="-228600" lvl="3" marL="1828800" algn="l">
              <a:lnSpc>
                <a:spcPct val="110000"/>
              </a:lnSpc>
              <a:spcBef>
                <a:spcPts val="200"/>
              </a:spcBef>
              <a:spcAft>
                <a:spcPts val="0"/>
              </a:spcAft>
              <a:buClr>
                <a:srgbClr val="1B1915"/>
              </a:buClr>
              <a:buSzPts val="800"/>
              <a:buNone/>
              <a:defRPr/>
            </a:lvl4pPr>
            <a:lvl5pPr indent="-228600" lvl="4" marL="2286000" algn="l">
              <a:lnSpc>
                <a:spcPct val="110000"/>
              </a:lnSpc>
              <a:spcBef>
                <a:spcPts val="200"/>
              </a:spcBef>
              <a:spcAft>
                <a:spcPts val="0"/>
              </a:spcAft>
              <a:buClr>
                <a:srgbClr val="1B1915"/>
              </a:buClr>
              <a:buSzPts val="800"/>
              <a:buNone/>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89" name="Google Shape;89;p12"/>
          <p:cNvSpPr txBox="1"/>
          <p:nvPr>
            <p:ph idx="4" type="body"/>
          </p:nvPr>
        </p:nvSpPr>
        <p:spPr>
          <a:xfrm>
            <a:off x="4556918" y="1782996"/>
            <a:ext cx="4018800" cy="2337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1700"/>
              <a:buNone/>
              <a:defRPr b="0" i="0" sz="17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90" name="Google Shape;90;p12"/>
          <p:cNvSpPr txBox="1"/>
          <p:nvPr>
            <p:ph type="title"/>
          </p:nvPr>
        </p:nvSpPr>
        <p:spPr>
          <a:xfrm>
            <a:off x="295955" y="594518"/>
            <a:ext cx="7758900" cy="642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800"/>
              <a:buFont typeface="Outfit"/>
              <a:buNone/>
              <a:defRPr b="0" sz="3800">
                <a:solidFill>
                  <a:schemeClr val="dk1"/>
                </a:solidFill>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pic>
        <p:nvPicPr>
          <p:cNvPr id="91" name="Google Shape;91;p12"/>
          <p:cNvPicPr preferRelativeResize="0"/>
          <p:nvPr/>
        </p:nvPicPr>
        <p:blipFill rotWithShape="1">
          <a:blip r:embed="rId2">
            <a:alphaModFix/>
          </a:blip>
          <a:srcRect b="0" l="0" r="0" t="0"/>
          <a:stretch/>
        </p:blipFill>
        <p:spPr>
          <a:xfrm>
            <a:off x="8022471" y="238125"/>
            <a:ext cx="789176" cy="202769"/>
          </a:xfrm>
          <a:prstGeom prst="rect">
            <a:avLst/>
          </a:prstGeom>
          <a:noFill/>
          <a:ln>
            <a:noFill/>
          </a:ln>
        </p:spPr>
      </p:pic>
      <p:sp>
        <p:nvSpPr>
          <p:cNvPr id="92" name="Google Shape;92;p12"/>
          <p:cNvSpPr/>
          <p:nvPr>
            <p:ph idx="5" type="pic"/>
          </p:nvPr>
        </p:nvSpPr>
        <p:spPr>
          <a:xfrm>
            <a:off x="295955" y="1304071"/>
            <a:ext cx="412500" cy="412500"/>
          </a:xfrm>
          <a:prstGeom prst="rect">
            <a:avLst/>
          </a:prstGeom>
          <a:noFill/>
          <a:ln>
            <a:noFill/>
          </a:ln>
        </p:spPr>
      </p:sp>
      <p:sp>
        <p:nvSpPr>
          <p:cNvPr id="93" name="Google Shape;93;p12"/>
          <p:cNvSpPr/>
          <p:nvPr>
            <p:ph idx="6" type="pic"/>
          </p:nvPr>
        </p:nvSpPr>
        <p:spPr>
          <a:xfrm>
            <a:off x="4556918" y="1304071"/>
            <a:ext cx="412500" cy="412500"/>
          </a:xfrm>
          <a:prstGeom prst="rect">
            <a:avLst/>
          </a:prstGeom>
          <a:noFill/>
          <a:ln>
            <a:noFill/>
          </a:ln>
        </p:spPr>
      </p:sp>
      <p:sp>
        <p:nvSpPr>
          <p:cNvPr id="94" name="Google Shape;94;p12"/>
          <p:cNvSpPr txBox="1"/>
          <p:nvPr>
            <p:ph idx="10" type="dt"/>
          </p:nvPr>
        </p:nvSpPr>
        <p:spPr>
          <a:xfrm>
            <a:off x="285750" y="4753346"/>
            <a:ext cx="2057400" cy="199800"/>
          </a:xfrm>
          <a:prstGeom prst="rect">
            <a:avLst/>
          </a:prstGeom>
          <a:noFill/>
          <a:ln>
            <a:noFill/>
          </a:ln>
        </p:spPr>
        <p:txBody>
          <a:bodyPr anchorCtr="0" anchor="b" bIns="0" lIns="0" spcFirstLastPara="1" rIns="0" wrap="square" tIns="0">
            <a:noAutofit/>
          </a:bodyPr>
          <a:lstStyle>
            <a:lvl1pPr lvl="0" algn="l">
              <a:lnSpc>
                <a:spcPct val="90000"/>
              </a:lnSpc>
              <a:spcBef>
                <a:spcPts val="1700"/>
              </a:spcBef>
              <a:spcAft>
                <a:spcPts val="0"/>
              </a:spcAft>
              <a:buClr>
                <a:schemeClr val="dk1"/>
              </a:buClr>
              <a:buSzPts val="700"/>
              <a:buNone/>
              <a:defRPr/>
            </a:lvl1pPr>
            <a:lvl2pPr lvl="1" algn="l">
              <a:lnSpc>
                <a:spcPct val="90000"/>
              </a:lnSpc>
              <a:spcBef>
                <a:spcPts val="1700"/>
              </a:spcBef>
              <a:spcAft>
                <a:spcPts val="0"/>
              </a:spcAft>
              <a:buClr>
                <a:srgbClr val="000000"/>
              </a:buClr>
              <a:buSzPts val="700"/>
              <a:buNone/>
              <a:defRPr/>
            </a:lvl2pPr>
            <a:lvl3pPr lvl="2" algn="l">
              <a:lnSpc>
                <a:spcPct val="90000"/>
              </a:lnSpc>
              <a:spcBef>
                <a:spcPts val="1700"/>
              </a:spcBef>
              <a:spcAft>
                <a:spcPts val="0"/>
              </a:spcAft>
              <a:buClr>
                <a:srgbClr val="000000"/>
              </a:buClr>
              <a:buSzPts val="700"/>
              <a:buNone/>
              <a:defRPr/>
            </a:lvl3pPr>
            <a:lvl4pPr lvl="3" algn="l">
              <a:lnSpc>
                <a:spcPct val="90000"/>
              </a:lnSpc>
              <a:spcBef>
                <a:spcPts val="1700"/>
              </a:spcBef>
              <a:spcAft>
                <a:spcPts val="0"/>
              </a:spcAft>
              <a:buClr>
                <a:srgbClr val="000000"/>
              </a:buClr>
              <a:buSzPts val="700"/>
              <a:buNone/>
              <a:defRPr/>
            </a:lvl4pPr>
            <a:lvl5pPr lvl="4" algn="l">
              <a:lnSpc>
                <a:spcPct val="90000"/>
              </a:lnSpc>
              <a:spcBef>
                <a:spcPts val="1700"/>
              </a:spcBef>
              <a:spcAft>
                <a:spcPts val="0"/>
              </a:spcAft>
              <a:buClr>
                <a:srgbClr val="000000"/>
              </a:buClr>
              <a:buSzPts val="700"/>
              <a:buNone/>
              <a:defRPr/>
            </a:lvl5pPr>
            <a:lvl6pPr lvl="5" algn="l">
              <a:lnSpc>
                <a:spcPct val="90000"/>
              </a:lnSpc>
              <a:spcBef>
                <a:spcPts val="1700"/>
              </a:spcBef>
              <a:spcAft>
                <a:spcPts val="0"/>
              </a:spcAft>
              <a:buClr>
                <a:srgbClr val="000000"/>
              </a:buClr>
              <a:buSzPts val="700"/>
              <a:buNone/>
              <a:defRPr/>
            </a:lvl6pPr>
            <a:lvl7pPr lvl="6" algn="l">
              <a:lnSpc>
                <a:spcPct val="90000"/>
              </a:lnSpc>
              <a:spcBef>
                <a:spcPts val="1700"/>
              </a:spcBef>
              <a:spcAft>
                <a:spcPts val="0"/>
              </a:spcAft>
              <a:buClr>
                <a:srgbClr val="000000"/>
              </a:buClr>
              <a:buSzPts val="700"/>
              <a:buNone/>
              <a:defRPr/>
            </a:lvl7pPr>
            <a:lvl8pPr lvl="7" algn="l">
              <a:lnSpc>
                <a:spcPct val="90000"/>
              </a:lnSpc>
              <a:spcBef>
                <a:spcPts val="1700"/>
              </a:spcBef>
              <a:spcAft>
                <a:spcPts val="0"/>
              </a:spcAft>
              <a:buClr>
                <a:srgbClr val="000000"/>
              </a:buClr>
              <a:buSzPts val="700"/>
              <a:buNone/>
              <a:defRPr/>
            </a:lvl8pPr>
            <a:lvl9pPr lvl="8" algn="l">
              <a:lnSpc>
                <a:spcPct val="90000"/>
              </a:lnSpc>
              <a:spcBef>
                <a:spcPts val="1700"/>
              </a:spcBef>
              <a:spcAft>
                <a:spcPts val="0"/>
              </a:spcAft>
              <a:buClr>
                <a:srgbClr val="000000"/>
              </a:buClr>
              <a:buSzPts val="700"/>
              <a:buNone/>
              <a:defRPr/>
            </a:lvl9pPr>
          </a:lstStyle>
          <a:p/>
        </p:txBody>
      </p:sp>
      <p:sp>
        <p:nvSpPr>
          <p:cNvPr id="95" name="Google Shape;95;p12"/>
          <p:cNvSpPr txBox="1"/>
          <p:nvPr>
            <p:ph idx="12" type="sldNum"/>
          </p:nvPr>
        </p:nvSpPr>
        <p:spPr>
          <a:xfrm>
            <a:off x="6753225" y="4767263"/>
            <a:ext cx="2057400" cy="185700"/>
          </a:xfrm>
          <a:prstGeom prst="rect">
            <a:avLst/>
          </a:prstGeom>
          <a:noFill/>
          <a:ln>
            <a:noFill/>
          </a:ln>
        </p:spPr>
        <p:txBody>
          <a:bodyPr anchorCtr="0" anchor="b" bIns="0" lIns="0" spcFirstLastPara="1" rIns="0" wrap="square" tIns="0">
            <a:noAutofit/>
          </a:bodyPr>
          <a:lstStyle>
            <a:lvl1pPr indent="0" lvl="0" marL="0" algn="r">
              <a:lnSpc>
                <a:spcPct val="90000"/>
              </a:lnSpc>
              <a:spcBef>
                <a:spcPts val="0"/>
              </a:spcBef>
              <a:spcAft>
                <a:spcPts val="0"/>
              </a:spcAft>
              <a:buClr>
                <a:schemeClr val="dk1"/>
              </a:buClr>
              <a:buSzPts val="500"/>
              <a:buFont typeface="Outfit"/>
              <a:buNone/>
              <a:defRPr/>
            </a:lvl1pPr>
            <a:lvl2pPr indent="0" lvl="1" marL="0" algn="r">
              <a:lnSpc>
                <a:spcPct val="90000"/>
              </a:lnSpc>
              <a:spcBef>
                <a:spcPts val="0"/>
              </a:spcBef>
              <a:spcAft>
                <a:spcPts val="0"/>
              </a:spcAft>
              <a:buClr>
                <a:schemeClr val="dk1"/>
              </a:buClr>
              <a:buSzPts val="500"/>
              <a:buFont typeface="Outfit"/>
              <a:buNone/>
              <a:defRPr/>
            </a:lvl2pPr>
            <a:lvl3pPr indent="0" lvl="2" marL="0" algn="r">
              <a:lnSpc>
                <a:spcPct val="90000"/>
              </a:lnSpc>
              <a:spcBef>
                <a:spcPts val="0"/>
              </a:spcBef>
              <a:spcAft>
                <a:spcPts val="0"/>
              </a:spcAft>
              <a:buClr>
                <a:schemeClr val="dk1"/>
              </a:buClr>
              <a:buSzPts val="500"/>
              <a:buFont typeface="Outfit"/>
              <a:buNone/>
              <a:defRPr/>
            </a:lvl3pPr>
            <a:lvl4pPr indent="0" lvl="3" marL="0" algn="r">
              <a:lnSpc>
                <a:spcPct val="90000"/>
              </a:lnSpc>
              <a:spcBef>
                <a:spcPts val="0"/>
              </a:spcBef>
              <a:spcAft>
                <a:spcPts val="0"/>
              </a:spcAft>
              <a:buClr>
                <a:schemeClr val="dk1"/>
              </a:buClr>
              <a:buSzPts val="500"/>
              <a:buFont typeface="Outfit"/>
              <a:buNone/>
              <a:defRPr/>
            </a:lvl4pPr>
            <a:lvl5pPr indent="0" lvl="4" marL="0" algn="r">
              <a:lnSpc>
                <a:spcPct val="90000"/>
              </a:lnSpc>
              <a:spcBef>
                <a:spcPts val="0"/>
              </a:spcBef>
              <a:spcAft>
                <a:spcPts val="0"/>
              </a:spcAft>
              <a:buClr>
                <a:schemeClr val="dk1"/>
              </a:buClr>
              <a:buSzPts val="500"/>
              <a:buFont typeface="Outfit"/>
              <a:buNone/>
              <a:defRPr/>
            </a:lvl5pPr>
            <a:lvl6pPr indent="0" lvl="5" marL="0" algn="r">
              <a:lnSpc>
                <a:spcPct val="90000"/>
              </a:lnSpc>
              <a:spcBef>
                <a:spcPts val="0"/>
              </a:spcBef>
              <a:spcAft>
                <a:spcPts val="0"/>
              </a:spcAft>
              <a:buClr>
                <a:schemeClr val="dk1"/>
              </a:buClr>
              <a:buSzPts val="500"/>
              <a:buFont typeface="Outfit"/>
              <a:buNone/>
              <a:defRPr/>
            </a:lvl6pPr>
            <a:lvl7pPr indent="0" lvl="6" marL="0" algn="r">
              <a:lnSpc>
                <a:spcPct val="90000"/>
              </a:lnSpc>
              <a:spcBef>
                <a:spcPts val="0"/>
              </a:spcBef>
              <a:spcAft>
                <a:spcPts val="0"/>
              </a:spcAft>
              <a:buClr>
                <a:schemeClr val="dk1"/>
              </a:buClr>
              <a:buSzPts val="500"/>
              <a:buFont typeface="Outfit"/>
              <a:buNone/>
              <a:defRPr/>
            </a:lvl7pPr>
            <a:lvl8pPr indent="0" lvl="7" marL="0" algn="r">
              <a:lnSpc>
                <a:spcPct val="90000"/>
              </a:lnSpc>
              <a:spcBef>
                <a:spcPts val="0"/>
              </a:spcBef>
              <a:spcAft>
                <a:spcPts val="0"/>
              </a:spcAft>
              <a:buClr>
                <a:schemeClr val="dk1"/>
              </a:buClr>
              <a:buSzPts val="500"/>
              <a:buFont typeface="Outfit"/>
              <a:buNone/>
              <a:defRPr/>
            </a:lvl8pPr>
            <a:lvl9pPr indent="0" lvl="8" marL="0" algn="r">
              <a:lnSpc>
                <a:spcPct val="90000"/>
              </a:lnSpc>
              <a:spcBef>
                <a:spcPts val="0"/>
              </a:spcBef>
              <a:spcAft>
                <a:spcPts val="0"/>
              </a:spcAft>
              <a:buClr>
                <a:schemeClr val="dk1"/>
              </a:buClr>
              <a:buSzPts val="500"/>
              <a:buFont typeface="Outfit"/>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Slide_Three Columns with Icons">
  <p:cSld name="Text Slide_Three Columns with Icons">
    <p:spTree>
      <p:nvGrpSpPr>
        <p:cNvPr id="96" name="Shape 96"/>
        <p:cNvGrpSpPr/>
        <p:nvPr/>
      </p:nvGrpSpPr>
      <p:grpSpPr>
        <a:xfrm>
          <a:off x="0" y="0"/>
          <a:ext cx="0" cy="0"/>
          <a:chOff x="0" y="0"/>
          <a:chExt cx="0" cy="0"/>
        </a:xfrm>
      </p:grpSpPr>
      <p:sp>
        <p:nvSpPr>
          <p:cNvPr id="97" name="Google Shape;97;p13"/>
          <p:cNvSpPr txBox="1"/>
          <p:nvPr>
            <p:ph idx="1" type="body"/>
          </p:nvPr>
        </p:nvSpPr>
        <p:spPr>
          <a:xfrm>
            <a:off x="295955" y="2443163"/>
            <a:ext cx="2767500" cy="22503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1B1915"/>
              </a:buClr>
              <a:buSzPts val="1100"/>
              <a:buNone/>
              <a:defRPr/>
            </a:lvl1pPr>
            <a:lvl2pPr indent="-228600" lvl="1" marL="914400" algn="l">
              <a:lnSpc>
                <a:spcPct val="110000"/>
              </a:lnSpc>
              <a:spcBef>
                <a:spcPts val="200"/>
              </a:spcBef>
              <a:spcAft>
                <a:spcPts val="0"/>
              </a:spcAft>
              <a:buClr>
                <a:srgbClr val="1B1915"/>
              </a:buClr>
              <a:buSzPts val="1100"/>
              <a:buNone/>
              <a:defRPr/>
            </a:lvl2pPr>
            <a:lvl3pPr indent="-228600" lvl="2" marL="1371600" algn="l">
              <a:lnSpc>
                <a:spcPct val="110000"/>
              </a:lnSpc>
              <a:spcBef>
                <a:spcPts val="200"/>
              </a:spcBef>
              <a:spcAft>
                <a:spcPts val="0"/>
              </a:spcAft>
              <a:buClr>
                <a:srgbClr val="1B1915"/>
              </a:buClr>
              <a:buSzPts val="900"/>
              <a:buNone/>
              <a:defRPr/>
            </a:lvl3pPr>
            <a:lvl4pPr indent="-228600" lvl="3" marL="1828800" algn="l">
              <a:lnSpc>
                <a:spcPct val="110000"/>
              </a:lnSpc>
              <a:spcBef>
                <a:spcPts val="200"/>
              </a:spcBef>
              <a:spcAft>
                <a:spcPts val="0"/>
              </a:spcAft>
              <a:buClr>
                <a:srgbClr val="1B1915"/>
              </a:buClr>
              <a:buSzPts val="800"/>
              <a:buNone/>
              <a:defRPr/>
            </a:lvl4pPr>
            <a:lvl5pPr indent="-228600" lvl="4" marL="2286000" algn="l">
              <a:lnSpc>
                <a:spcPct val="110000"/>
              </a:lnSpc>
              <a:spcBef>
                <a:spcPts val="200"/>
              </a:spcBef>
              <a:spcAft>
                <a:spcPts val="0"/>
              </a:spcAft>
              <a:buClr>
                <a:srgbClr val="1B1915"/>
              </a:buClr>
              <a:buSzPts val="800"/>
              <a:buNone/>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98" name="Google Shape;98;p13"/>
          <p:cNvSpPr txBox="1"/>
          <p:nvPr>
            <p:ph idx="2" type="body"/>
          </p:nvPr>
        </p:nvSpPr>
        <p:spPr>
          <a:xfrm>
            <a:off x="295956" y="1782996"/>
            <a:ext cx="2767500" cy="5505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1500"/>
              <a:buNone/>
              <a:defRPr b="0" i="0" sz="15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99" name="Google Shape;99;p13"/>
          <p:cNvSpPr txBox="1"/>
          <p:nvPr>
            <p:ph idx="3" type="body"/>
          </p:nvPr>
        </p:nvSpPr>
        <p:spPr>
          <a:xfrm>
            <a:off x="3174504" y="2443163"/>
            <a:ext cx="2762400" cy="22503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1B1915"/>
              </a:buClr>
              <a:buSzPts val="1100"/>
              <a:buNone/>
              <a:defRPr/>
            </a:lvl1pPr>
            <a:lvl2pPr indent="-228600" lvl="1" marL="914400" algn="l">
              <a:lnSpc>
                <a:spcPct val="110000"/>
              </a:lnSpc>
              <a:spcBef>
                <a:spcPts val="200"/>
              </a:spcBef>
              <a:spcAft>
                <a:spcPts val="0"/>
              </a:spcAft>
              <a:buClr>
                <a:srgbClr val="1B1915"/>
              </a:buClr>
              <a:buSzPts val="1100"/>
              <a:buNone/>
              <a:defRPr/>
            </a:lvl2pPr>
            <a:lvl3pPr indent="-228600" lvl="2" marL="1371600" algn="l">
              <a:lnSpc>
                <a:spcPct val="110000"/>
              </a:lnSpc>
              <a:spcBef>
                <a:spcPts val="200"/>
              </a:spcBef>
              <a:spcAft>
                <a:spcPts val="0"/>
              </a:spcAft>
              <a:buClr>
                <a:srgbClr val="1B1915"/>
              </a:buClr>
              <a:buSzPts val="900"/>
              <a:buNone/>
              <a:defRPr/>
            </a:lvl3pPr>
            <a:lvl4pPr indent="-228600" lvl="3" marL="1828800" algn="l">
              <a:lnSpc>
                <a:spcPct val="110000"/>
              </a:lnSpc>
              <a:spcBef>
                <a:spcPts val="200"/>
              </a:spcBef>
              <a:spcAft>
                <a:spcPts val="0"/>
              </a:spcAft>
              <a:buClr>
                <a:srgbClr val="1B1915"/>
              </a:buClr>
              <a:buSzPts val="800"/>
              <a:buNone/>
              <a:defRPr/>
            </a:lvl4pPr>
            <a:lvl5pPr indent="-228600" lvl="4" marL="2286000" algn="l">
              <a:lnSpc>
                <a:spcPct val="110000"/>
              </a:lnSpc>
              <a:spcBef>
                <a:spcPts val="200"/>
              </a:spcBef>
              <a:spcAft>
                <a:spcPts val="0"/>
              </a:spcAft>
              <a:buClr>
                <a:srgbClr val="1B1915"/>
              </a:buClr>
              <a:buSzPts val="800"/>
              <a:buNone/>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100" name="Google Shape;100;p13"/>
          <p:cNvSpPr txBox="1"/>
          <p:nvPr>
            <p:ph idx="4" type="body"/>
          </p:nvPr>
        </p:nvSpPr>
        <p:spPr>
          <a:xfrm>
            <a:off x="3174503" y="1782996"/>
            <a:ext cx="2762400" cy="5505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1500"/>
              <a:buNone/>
              <a:defRPr b="0" i="0" sz="15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101" name="Google Shape;101;p13"/>
          <p:cNvSpPr txBox="1"/>
          <p:nvPr>
            <p:ph idx="5" type="body"/>
          </p:nvPr>
        </p:nvSpPr>
        <p:spPr>
          <a:xfrm>
            <a:off x="6046035" y="2443163"/>
            <a:ext cx="2765700" cy="22503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1B1915"/>
              </a:buClr>
              <a:buSzPts val="1100"/>
              <a:buNone/>
              <a:defRPr/>
            </a:lvl1pPr>
            <a:lvl2pPr indent="-228600" lvl="1" marL="914400" algn="l">
              <a:lnSpc>
                <a:spcPct val="110000"/>
              </a:lnSpc>
              <a:spcBef>
                <a:spcPts val="200"/>
              </a:spcBef>
              <a:spcAft>
                <a:spcPts val="0"/>
              </a:spcAft>
              <a:buClr>
                <a:srgbClr val="1B1915"/>
              </a:buClr>
              <a:buSzPts val="1100"/>
              <a:buNone/>
              <a:defRPr/>
            </a:lvl2pPr>
            <a:lvl3pPr indent="-228600" lvl="2" marL="1371600" algn="l">
              <a:lnSpc>
                <a:spcPct val="110000"/>
              </a:lnSpc>
              <a:spcBef>
                <a:spcPts val="200"/>
              </a:spcBef>
              <a:spcAft>
                <a:spcPts val="0"/>
              </a:spcAft>
              <a:buClr>
                <a:srgbClr val="1B1915"/>
              </a:buClr>
              <a:buSzPts val="900"/>
              <a:buNone/>
              <a:defRPr/>
            </a:lvl3pPr>
            <a:lvl4pPr indent="-228600" lvl="3" marL="1828800" algn="l">
              <a:lnSpc>
                <a:spcPct val="110000"/>
              </a:lnSpc>
              <a:spcBef>
                <a:spcPts val="200"/>
              </a:spcBef>
              <a:spcAft>
                <a:spcPts val="0"/>
              </a:spcAft>
              <a:buClr>
                <a:srgbClr val="1B1915"/>
              </a:buClr>
              <a:buSzPts val="800"/>
              <a:buNone/>
              <a:defRPr/>
            </a:lvl4pPr>
            <a:lvl5pPr indent="-228600" lvl="4" marL="2286000" algn="l">
              <a:lnSpc>
                <a:spcPct val="110000"/>
              </a:lnSpc>
              <a:spcBef>
                <a:spcPts val="200"/>
              </a:spcBef>
              <a:spcAft>
                <a:spcPts val="0"/>
              </a:spcAft>
              <a:buClr>
                <a:srgbClr val="1B1915"/>
              </a:buClr>
              <a:buSzPts val="800"/>
              <a:buNone/>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102" name="Google Shape;102;p13"/>
          <p:cNvSpPr txBox="1"/>
          <p:nvPr>
            <p:ph idx="6" type="body"/>
          </p:nvPr>
        </p:nvSpPr>
        <p:spPr>
          <a:xfrm>
            <a:off x="6046035" y="1782996"/>
            <a:ext cx="2765700" cy="5505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1500"/>
              <a:buNone/>
              <a:defRPr b="0" i="0" sz="15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103" name="Google Shape;103;p13"/>
          <p:cNvSpPr txBox="1"/>
          <p:nvPr>
            <p:ph type="title"/>
          </p:nvPr>
        </p:nvSpPr>
        <p:spPr>
          <a:xfrm>
            <a:off x="295955" y="594518"/>
            <a:ext cx="7758900" cy="642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800"/>
              <a:buFont typeface="Outfit"/>
              <a:buNone/>
              <a:defRPr b="0" sz="3800">
                <a:solidFill>
                  <a:schemeClr val="dk1"/>
                </a:solidFill>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pic>
        <p:nvPicPr>
          <p:cNvPr id="104" name="Google Shape;104;p13"/>
          <p:cNvPicPr preferRelativeResize="0"/>
          <p:nvPr/>
        </p:nvPicPr>
        <p:blipFill rotWithShape="1">
          <a:blip r:embed="rId2">
            <a:alphaModFix/>
          </a:blip>
          <a:srcRect b="0" l="0" r="0" t="0"/>
          <a:stretch/>
        </p:blipFill>
        <p:spPr>
          <a:xfrm>
            <a:off x="8022471" y="238125"/>
            <a:ext cx="789176" cy="202769"/>
          </a:xfrm>
          <a:prstGeom prst="rect">
            <a:avLst/>
          </a:prstGeom>
          <a:noFill/>
          <a:ln>
            <a:noFill/>
          </a:ln>
        </p:spPr>
      </p:pic>
      <p:sp>
        <p:nvSpPr>
          <p:cNvPr id="105" name="Google Shape;105;p13"/>
          <p:cNvSpPr/>
          <p:nvPr>
            <p:ph idx="7" type="pic"/>
          </p:nvPr>
        </p:nvSpPr>
        <p:spPr>
          <a:xfrm>
            <a:off x="300038" y="1303512"/>
            <a:ext cx="412500" cy="412500"/>
          </a:xfrm>
          <a:prstGeom prst="rect">
            <a:avLst/>
          </a:prstGeom>
          <a:noFill/>
          <a:ln>
            <a:noFill/>
          </a:ln>
        </p:spPr>
      </p:sp>
      <p:sp>
        <p:nvSpPr>
          <p:cNvPr id="106" name="Google Shape;106;p13"/>
          <p:cNvSpPr/>
          <p:nvPr>
            <p:ph idx="8" type="pic"/>
          </p:nvPr>
        </p:nvSpPr>
        <p:spPr>
          <a:xfrm>
            <a:off x="3167584" y="1303512"/>
            <a:ext cx="412500" cy="412500"/>
          </a:xfrm>
          <a:prstGeom prst="rect">
            <a:avLst/>
          </a:prstGeom>
          <a:noFill/>
          <a:ln>
            <a:noFill/>
          </a:ln>
        </p:spPr>
      </p:sp>
      <p:sp>
        <p:nvSpPr>
          <p:cNvPr id="107" name="Google Shape;107;p13"/>
          <p:cNvSpPr/>
          <p:nvPr>
            <p:ph idx="9" type="pic"/>
          </p:nvPr>
        </p:nvSpPr>
        <p:spPr>
          <a:xfrm>
            <a:off x="6047163" y="1303512"/>
            <a:ext cx="412500" cy="412500"/>
          </a:xfrm>
          <a:prstGeom prst="rect">
            <a:avLst/>
          </a:prstGeom>
          <a:noFill/>
          <a:ln>
            <a:noFill/>
          </a:ln>
        </p:spPr>
      </p:sp>
      <p:sp>
        <p:nvSpPr>
          <p:cNvPr id="108" name="Google Shape;108;p13"/>
          <p:cNvSpPr txBox="1"/>
          <p:nvPr>
            <p:ph idx="10" type="dt"/>
          </p:nvPr>
        </p:nvSpPr>
        <p:spPr>
          <a:xfrm>
            <a:off x="285750" y="4753346"/>
            <a:ext cx="2057400" cy="199800"/>
          </a:xfrm>
          <a:prstGeom prst="rect">
            <a:avLst/>
          </a:prstGeom>
          <a:noFill/>
          <a:ln>
            <a:noFill/>
          </a:ln>
        </p:spPr>
        <p:txBody>
          <a:bodyPr anchorCtr="0" anchor="b" bIns="0" lIns="0" spcFirstLastPara="1" rIns="0" wrap="square" tIns="0">
            <a:noAutofit/>
          </a:bodyPr>
          <a:lstStyle>
            <a:lvl1pPr lvl="0" algn="l">
              <a:lnSpc>
                <a:spcPct val="90000"/>
              </a:lnSpc>
              <a:spcBef>
                <a:spcPts val="1700"/>
              </a:spcBef>
              <a:spcAft>
                <a:spcPts val="0"/>
              </a:spcAft>
              <a:buClr>
                <a:schemeClr val="dk1"/>
              </a:buClr>
              <a:buSzPts val="700"/>
              <a:buNone/>
              <a:defRPr/>
            </a:lvl1pPr>
            <a:lvl2pPr lvl="1" algn="l">
              <a:lnSpc>
                <a:spcPct val="90000"/>
              </a:lnSpc>
              <a:spcBef>
                <a:spcPts val="1700"/>
              </a:spcBef>
              <a:spcAft>
                <a:spcPts val="0"/>
              </a:spcAft>
              <a:buClr>
                <a:srgbClr val="000000"/>
              </a:buClr>
              <a:buSzPts val="700"/>
              <a:buNone/>
              <a:defRPr/>
            </a:lvl2pPr>
            <a:lvl3pPr lvl="2" algn="l">
              <a:lnSpc>
                <a:spcPct val="90000"/>
              </a:lnSpc>
              <a:spcBef>
                <a:spcPts val="1700"/>
              </a:spcBef>
              <a:spcAft>
                <a:spcPts val="0"/>
              </a:spcAft>
              <a:buClr>
                <a:srgbClr val="000000"/>
              </a:buClr>
              <a:buSzPts val="700"/>
              <a:buNone/>
              <a:defRPr/>
            </a:lvl3pPr>
            <a:lvl4pPr lvl="3" algn="l">
              <a:lnSpc>
                <a:spcPct val="90000"/>
              </a:lnSpc>
              <a:spcBef>
                <a:spcPts val="1700"/>
              </a:spcBef>
              <a:spcAft>
                <a:spcPts val="0"/>
              </a:spcAft>
              <a:buClr>
                <a:srgbClr val="000000"/>
              </a:buClr>
              <a:buSzPts val="700"/>
              <a:buNone/>
              <a:defRPr/>
            </a:lvl4pPr>
            <a:lvl5pPr lvl="4" algn="l">
              <a:lnSpc>
                <a:spcPct val="90000"/>
              </a:lnSpc>
              <a:spcBef>
                <a:spcPts val="1700"/>
              </a:spcBef>
              <a:spcAft>
                <a:spcPts val="0"/>
              </a:spcAft>
              <a:buClr>
                <a:srgbClr val="000000"/>
              </a:buClr>
              <a:buSzPts val="700"/>
              <a:buNone/>
              <a:defRPr/>
            </a:lvl5pPr>
            <a:lvl6pPr lvl="5" algn="l">
              <a:lnSpc>
                <a:spcPct val="90000"/>
              </a:lnSpc>
              <a:spcBef>
                <a:spcPts val="1700"/>
              </a:spcBef>
              <a:spcAft>
                <a:spcPts val="0"/>
              </a:spcAft>
              <a:buClr>
                <a:srgbClr val="000000"/>
              </a:buClr>
              <a:buSzPts val="700"/>
              <a:buNone/>
              <a:defRPr/>
            </a:lvl6pPr>
            <a:lvl7pPr lvl="6" algn="l">
              <a:lnSpc>
                <a:spcPct val="90000"/>
              </a:lnSpc>
              <a:spcBef>
                <a:spcPts val="1700"/>
              </a:spcBef>
              <a:spcAft>
                <a:spcPts val="0"/>
              </a:spcAft>
              <a:buClr>
                <a:srgbClr val="000000"/>
              </a:buClr>
              <a:buSzPts val="700"/>
              <a:buNone/>
              <a:defRPr/>
            </a:lvl7pPr>
            <a:lvl8pPr lvl="7" algn="l">
              <a:lnSpc>
                <a:spcPct val="90000"/>
              </a:lnSpc>
              <a:spcBef>
                <a:spcPts val="1700"/>
              </a:spcBef>
              <a:spcAft>
                <a:spcPts val="0"/>
              </a:spcAft>
              <a:buClr>
                <a:srgbClr val="000000"/>
              </a:buClr>
              <a:buSzPts val="700"/>
              <a:buNone/>
              <a:defRPr/>
            </a:lvl8pPr>
            <a:lvl9pPr lvl="8" algn="l">
              <a:lnSpc>
                <a:spcPct val="90000"/>
              </a:lnSpc>
              <a:spcBef>
                <a:spcPts val="1700"/>
              </a:spcBef>
              <a:spcAft>
                <a:spcPts val="0"/>
              </a:spcAft>
              <a:buClr>
                <a:srgbClr val="000000"/>
              </a:buClr>
              <a:buSzPts val="700"/>
              <a:buNone/>
              <a:defRPr/>
            </a:lvl9pPr>
          </a:lstStyle>
          <a:p/>
        </p:txBody>
      </p:sp>
      <p:sp>
        <p:nvSpPr>
          <p:cNvPr id="109" name="Google Shape;109;p13"/>
          <p:cNvSpPr txBox="1"/>
          <p:nvPr>
            <p:ph idx="12" type="sldNum"/>
          </p:nvPr>
        </p:nvSpPr>
        <p:spPr>
          <a:xfrm>
            <a:off x="6753225" y="4767263"/>
            <a:ext cx="2057400" cy="185700"/>
          </a:xfrm>
          <a:prstGeom prst="rect">
            <a:avLst/>
          </a:prstGeom>
          <a:noFill/>
          <a:ln>
            <a:noFill/>
          </a:ln>
        </p:spPr>
        <p:txBody>
          <a:bodyPr anchorCtr="0" anchor="b" bIns="0" lIns="0" spcFirstLastPara="1" rIns="0" wrap="square" tIns="0">
            <a:noAutofit/>
          </a:bodyPr>
          <a:lstStyle>
            <a:lvl1pPr indent="0" lvl="0" marL="0" algn="r">
              <a:lnSpc>
                <a:spcPct val="90000"/>
              </a:lnSpc>
              <a:spcBef>
                <a:spcPts val="0"/>
              </a:spcBef>
              <a:spcAft>
                <a:spcPts val="0"/>
              </a:spcAft>
              <a:buClr>
                <a:schemeClr val="dk1"/>
              </a:buClr>
              <a:buSzPts val="500"/>
              <a:buFont typeface="Outfit"/>
              <a:buNone/>
              <a:defRPr/>
            </a:lvl1pPr>
            <a:lvl2pPr indent="0" lvl="1" marL="0" algn="r">
              <a:lnSpc>
                <a:spcPct val="90000"/>
              </a:lnSpc>
              <a:spcBef>
                <a:spcPts val="0"/>
              </a:spcBef>
              <a:spcAft>
                <a:spcPts val="0"/>
              </a:spcAft>
              <a:buClr>
                <a:schemeClr val="dk1"/>
              </a:buClr>
              <a:buSzPts val="500"/>
              <a:buFont typeface="Outfit"/>
              <a:buNone/>
              <a:defRPr/>
            </a:lvl2pPr>
            <a:lvl3pPr indent="0" lvl="2" marL="0" algn="r">
              <a:lnSpc>
                <a:spcPct val="90000"/>
              </a:lnSpc>
              <a:spcBef>
                <a:spcPts val="0"/>
              </a:spcBef>
              <a:spcAft>
                <a:spcPts val="0"/>
              </a:spcAft>
              <a:buClr>
                <a:schemeClr val="dk1"/>
              </a:buClr>
              <a:buSzPts val="500"/>
              <a:buFont typeface="Outfit"/>
              <a:buNone/>
              <a:defRPr/>
            </a:lvl3pPr>
            <a:lvl4pPr indent="0" lvl="3" marL="0" algn="r">
              <a:lnSpc>
                <a:spcPct val="90000"/>
              </a:lnSpc>
              <a:spcBef>
                <a:spcPts val="0"/>
              </a:spcBef>
              <a:spcAft>
                <a:spcPts val="0"/>
              </a:spcAft>
              <a:buClr>
                <a:schemeClr val="dk1"/>
              </a:buClr>
              <a:buSzPts val="500"/>
              <a:buFont typeface="Outfit"/>
              <a:buNone/>
              <a:defRPr/>
            </a:lvl4pPr>
            <a:lvl5pPr indent="0" lvl="4" marL="0" algn="r">
              <a:lnSpc>
                <a:spcPct val="90000"/>
              </a:lnSpc>
              <a:spcBef>
                <a:spcPts val="0"/>
              </a:spcBef>
              <a:spcAft>
                <a:spcPts val="0"/>
              </a:spcAft>
              <a:buClr>
                <a:schemeClr val="dk1"/>
              </a:buClr>
              <a:buSzPts val="500"/>
              <a:buFont typeface="Outfit"/>
              <a:buNone/>
              <a:defRPr/>
            </a:lvl5pPr>
            <a:lvl6pPr indent="0" lvl="5" marL="0" algn="r">
              <a:lnSpc>
                <a:spcPct val="90000"/>
              </a:lnSpc>
              <a:spcBef>
                <a:spcPts val="0"/>
              </a:spcBef>
              <a:spcAft>
                <a:spcPts val="0"/>
              </a:spcAft>
              <a:buClr>
                <a:schemeClr val="dk1"/>
              </a:buClr>
              <a:buSzPts val="500"/>
              <a:buFont typeface="Outfit"/>
              <a:buNone/>
              <a:defRPr/>
            </a:lvl6pPr>
            <a:lvl7pPr indent="0" lvl="6" marL="0" algn="r">
              <a:lnSpc>
                <a:spcPct val="90000"/>
              </a:lnSpc>
              <a:spcBef>
                <a:spcPts val="0"/>
              </a:spcBef>
              <a:spcAft>
                <a:spcPts val="0"/>
              </a:spcAft>
              <a:buClr>
                <a:schemeClr val="dk1"/>
              </a:buClr>
              <a:buSzPts val="500"/>
              <a:buFont typeface="Outfit"/>
              <a:buNone/>
              <a:defRPr/>
            </a:lvl7pPr>
            <a:lvl8pPr indent="0" lvl="7" marL="0" algn="r">
              <a:lnSpc>
                <a:spcPct val="90000"/>
              </a:lnSpc>
              <a:spcBef>
                <a:spcPts val="0"/>
              </a:spcBef>
              <a:spcAft>
                <a:spcPts val="0"/>
              </a:spcAft>
              <a:buClr>
                <a:schemeClr val="dk1"/>
              </a:buClr>
              <a:buSzPts val="500"/>
              <a:buFont typeface="Outfit"/>
              <a:buNone/>
              <a:defRPr/>
            </a:lvl8pPr>
            <a:lvl9pPr indent="0" lvl="8" marL="0" algn="r">
              <a:lnSpc>
                <a:spcPct val="90000"/>
              </a:lnSpc>
              <a:spcBef>
                <a:spcPts val="0"/>
              </a:spcBef>
              <a:spcAft>
                <a:spcPts val="0"/>
              </a:spcAft>
              <a:buClr>
                <a:schemeClr val="dk1"/>
              </a:buClr>
              <a:buSzPts val="500"/>
              <a:buFont typeface="Outfit"/>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Slide_Four Columns with Icons">
  <p:cSld name="Text Slide_Four Columns with Icons">
    <p:spTree>
      <p:nvGrpSpPr>
        <p:cNvPr id="110" name="Shape 110"/>
        <p:cNvGrpSpPr/>
        <p:nvPr/>
      </p:nvGrpSpPr>
      <p:grpSpPr>
        <a:xfrm>
          <a:off x="0" y="0"/>
          <a:ext cx="0" cy="0"/>
          <a:chOff x="0" y="0"/>
          <a:chExt cx="0" cy="0"/>
        </a:xfrm>
      </p:grpSpPr>
      <p:sp>
        <p:nvSpPr>
          <p:cNvPr id="111" name="Google Shape;111;p14"/>
          <p:cNvSpPr txBox="1"/>
          <p:nvPr>
            <p:ph type="title"/>
          </p:nvPr>
        </p:nvSpPr>
        <p:spPr>
          <a:xfrm>
            <a:off x="297146" y="594518"/>
            <a:ext cx="7758900" cy="642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800"/>
              <a:buFont typeface="Outfit"/>
              <a:buNone/>
              <a:defRPr b="0" sz="3800">
                <a:solidFill>
                  <a:schemeClr val="dk1"/>
                </a:solidFill>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sp>
        <p:nvSpPr>
          <p:cNvPr id="112" name="Google Shape;112;p14"/>
          <p:cNvSpPr txBox="1"/>
          <p:nvPr>
            <p:ph idx="1" type="body"/>
          </p:nvPr>
        </p:nvSpPr>
        <p:spPr>
          <a:xfrm>
            <a:off x="297146" y="2437899"/>
            <a:ext cx="2048400" cy="22554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1B1915"/>
              </a:buClr>
              <a:buSzPts val="1100"/>
              <a:buNone/>
              <a:defRPr/>
            </a:lvl1pPr>
            <a:lvl2pPr indent="-228600" lvl="1" marL="914400" algn="l">
              <a:lnSpc>
                <a:spcPct val="110000"/>
              </a:lnSpc>
              <a:spcBef>
                <a:spcPts val="200"/>
              </a:spcBef>
              <a:spcAft>
                <a:spcPts val="0"/>
              </a:spcAft>
              <a:buClr>
                <a:srgbClr val="1B1915"/>
              </a:buClr>
              <a:buSzPts val="1100"/>
              <a:buNone/>
              <a:defRPr/>
            </a:lvl2pPr>
            <a:lvl3pPr indent="-228600" lvl="2" marL="1371600" algn="l">
              <a:lnSpc>
                <a:spcPct val="110000"/>
              </a:lnSpc>
              <a:spcBef>
                <a:spcPts val="200"/>
              </a:spcBef>
              <a:spcAft>
                <a:spcPts val="0"/>
              </a:spcAft>
              <a:buClr>
                <a:srgbClr val="1B1915"/>
              </a:buClr>
              <a:buSzPts val="900"/>
              <a:buNone/>
              <a:defRPr/>
            </a:lvl3pPr>
            <a:lvl4pPr indent="-228600" lvl="3" marL="1828800" algn="l">
              <a:lnSpc>
                <a:spcPct val="110000"/>
              </a:lnSpc>
              <a:spcBef>
                <a:spcPts val="200"/>
              </a:spcBef>
              <a:spcAft>
                <a:spcPts val="0"/>
              </a:spcAft>
              <a:buClr>
                <a:srgbClr val="1B1915"/>
              </a:buClr>
              <a:buSzPts val="800"/>
              <a:buNone/>
              <a:defRPr/>
            </a:lvl4pPr>
            <a:lvl5pPr indent="-228600" lvl="4" marL="2286000" algn="l">
              <a:lnSpc>
                <a:spcPct val="110000"/>
              </a:lnSpc>
              <a:spcBef>
                <a:spcPts val="200"/>
              </a:spcBef>
              <a:spcAft>
                <a:spcPts val="0"/>
              </a:spcAft>
              <a:buClr>
                <a:srgbClr val="1B1915"/>
              </a:buClr>
              <a:buSzPts val="800"/>
              <a:buNone/>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113" name="Google Shape;113;p14"/>
          <p:cNvSpPr txBox="1"/>
          <p:nvPr>
            <p:ph idx="2" type="body"/>
          </p:nvPr>
        </p:nvSpPr>
        <p:spPr>
          <a:xfrm>
            <a:off x="297146" y="1785378"/>
            <a:ext cx="2048400" cy="5505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1500"/>
              <a:buNone/>
              <a:defRPr b="0" i="0" sz="15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114" name="Google Shape;114;p14"/>
          <p:cNvSpPr txBox="1"/>
          <p:nvPr>
            <p:ph idx="3" type="body"/>
          </p:nvPr>
        </p:nvSpPr>
        <p:spPr>
          <a:xfrm>
            <a:off x="2449796" y="2437899"/>
            <a:ext cx="2053800" cy="22554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1B1915"/>
              </a:buClr>
              <a:buSzPts val="1100"/>
              <a:buNone/>
              <a:defRPr/>
            </a:lvl1pPr>
            <a:lvl2pPr indent="-228600" lvl="1" marL="914400" algn="l">
              <a:lnSpc>
                <a:spcPct val="110000"/>
              </a:lnSpc>
              <a:spcBef>
                <a:spcPts val="200"/>
              </a:spcBef>
              <a:spcAft>
                <a:spcPts val="0"/>
              </a:spcAft>
              <a:buClr>
                <a:srgbClr val="1B1915"/>
              </a:buClr>
              <a:buSzPts val="1100"/>
              <a:buNone/>
              <a:defRPr/>
            </a:lvl2pPr>
            <a:lvl3pPr indent="-228600" lvl="2" marL="1371600" algn="l">
              <a:lnSpc>
                <a:spcPct val="110000"/>
              </a:lnSpc>
              <a:spcBef>
                <a:spcPts val="200"/>
              </a:spcBef>
              <a:spcAft>
                <a:spcPts val="0"/>
              </a:spcAft>
              <a:buClr>
                <a:srgbClr val="1B1915"/>
              </a:buClr>
              <a:buSzPts val="900"/>
              <a:buNone/>
              <a:defRPr/>
            </a:lvl3pPr>
            <a:lvl4pPr indent="-228600" lvl="3" marL="1828800" algn="l">
              <a:lnSpc>
                <a:spcPct val="110000"/>
              </a:lnSpc>
              <a:spcBef>
                <a:spcPts val="200"/>
              </a:spcBef>
              <a:spcAft>
                <a:spcPts val="0"/>
              </a:spcAft>
              <a:buClr>
                <a:srgbClr val="1B1915"/>
              </a:buClr>
              <a:buSzPts val="800"/>
              <a:buNone/>
              <a:defRPr/>
            </a:lvl4pPr>
            <a:lvl5pPr indent="-228600" lvl="4" marL="2286000" algn="l">
              <a:lnSpc>
                <a:spcPct val="110000"/>
              </a:lnSpc>
              <a:spcBef>
                <a:spcPts val="200"/>
              </a:spcBef>
              <a:spcAft>
                <a:spcPts val="0"/>
              </a:spcAft>
              <a:buClr>
                <a:srgbClr val="1B1915"/>
              </a:buClr>
              <a:buSzPts val="800"/>
              <a:buNone/>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115" name="Google Shape;115;p14"/>
          <p:cNvSpPr txBox="1"/>
          <p:nvPr>
            <p:ph idx="4" type="body"/>
          </p:nvPr>
        </p:nvSpPr>
        <p:spPr>
          <a:xfrm>
            <a:off x="2449796" y="1785378"/>
            <a:ext cx="2053800" cy="5505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1500"/>
              <a:buNone/>
              <a:defRPr b="0" i="0" sz="15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116" name="Google Shape;116;p14"/>
          <p:cNvSpPr txBox="1"/>
          <p:nvPr>
            <p:ph idx="5" type="body"/>
          </p:nvPr>
        </p:nvSpPr>
        <p:spPr>
          <a:xfrm>
            <a:off x="4606018" y="2437899"/>
            <a:ext cx="2049600" cy="22554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1B1915"/>
              </a:buClr>
              <a:buSzPts val="1100"/>
              <a:buNone/>
              <a:defRPr/>
            </a:lvl1pPr>
            <a:lvl2pPr indent="-228600" lvl="1" marL="914400" algn="l">
              <a:lnSpc>
                <a:spcPct val="110000"/>
              </a:lnSpc>
              <a:spcBef>
                <a:spcPts val="200"/>
              </a:spcBef>
              <a:spcAft>
                <a:spcPts val="0"/>
              </a:spcAft>
              <a:buClr>
                <a:srgbClr val="1B1915"/>
              </a:buClr>
              <a:buSzPts val="1100"/>
              <a:buNone/>
              <a:defRPr/>
            </a:lvl2pPr>
            <a:lvl3pPr indent="-228600" lvl="2" marL="1371600" algn="l">
              <a:lnSpc>
                <a:spcPct val="110000"/>
              </a:lnSpc>
              <a:spcBef>
                <a:spcPts val="200"/>
              </a:spcBef>
              <a:spcAft>
                <a:spcPts val="0"/>
              </a:spcAft>
              <a:buClr>
                <a:srgbClr val="1B1915"/>
              </a:buClr>
              <a:buSzPts val="900"/>
              <a:buNone/>
              <a:defRPr/>
            </a:lvl3pPr>
            <a:lvl4pPr indent="-228600" lvl="3" marL="1828800" algn="l">
              <a:lnSpc>
                <a:spcPct val="110000"/>
              </a:lnSpc>
              <a:spcBef>
                <a:spcPts val="200"/>
              </a:spcBef>
              <a:spcAft>
                <a:spcPts val="0"/>
              </a:spcAft>
              <a:buClr>
                <a:srgbClr val="1B1915"/>
              </a:buClr>
              <a:buSzPts val="800"/>
              <a:buNone/>
              <a:defRPr/>
            </a:lvl4pPr>
            <a:lvl5pPr indent="-228600" lvl="4" marL="2286000" algn="l">
              <a:lnSpc>
                <a:spcPct val="110000"/>
              </a:lnSpc>
              <a:spcBef>
                <a:spcPts val="200"/>
              </a:spcBef>
              <a:spcAft>
                <a:spcPts val="0"/>
              </a:spcAft>
              <a:buClr>
                <a:srgbClr val="1B1915"/>
              </a:buClr>
              <a:buSzPts val="800"/>
              <a:buNone/>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117" name="Google Shape;117;p14"/>
          <p:cNvSpPr txBox="1"/>
          <p:nvPr>
            <p:ph idx="6" type="body"/>
          </p:nvPr>
        </p:nvSpPr>
        <p:spPr>
          <a:xfrm>
            <a:off x="4606018" y="1785378"/>
            <a:ext cx="2049600" cy="5505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1500"/>
              <a:buNone/>
              <a:defRPr b="0" i="0" sz="15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118" name="Google Shape;118;p14"/>
          <p:cNvSpPr txBox="1"/>
          <p:nvPr>
            <p:ph idx="7" type="body"/>
          </p:nvPr>
        </p:nvSpPr>
        <p:spPr>
          <a:xfrm>
            <a:off x="6765301" y="2437899"/>
            <a:ext cx="2049600" cy="22554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1B1915"/>
              </a:buClr>
              <a:buSzPts val="1100"/>
              <a:buNone/>
              <a:defRPr/>
            </a:lvl1pPr>
            <a:lvl2pPr indent="-228600" lvl="1" marL="914400" algn="l">
              <a:lnSpc>
                <a:spcPct val="110000"/>
              </a:lnSpc>
              <a:spcBef>
                <a:spcPts val="200"/>
              </a:spcBef>
              <a:spcAft>
                <a:spcPts val="0"/>
              </a:spcAft>
              <a:buClr>
                <a:srgbClr val="1B1915"/>
              </a:buClr>
              <a:buSzPts val="1100"/>
              <a:buNone/>
              <a:defRPr/>
            </a:lvl2pPr>
            <a:lvl3pPr indent="-228600" lvl="2" marL="1371600" algn="l">
              <a:lnSpc>
                <a:spcPct val="110000"/>
              </a:lnSpc>
              <a:spcBef>
                <a:spcPts val="200"/>
              </a:spcBef>
              <a:spcAft>
                <a:spcPts val="0"/>
              </a:spcAft>
              <a:buClr>
                <a:srgbClr val="1B1915"/>
              </a:buClr>
              <a:buSzPts val="900"/>
              <a:buNone/>
              <a:defRPr/>
            </a:lvl3pPr>
            <a:lvl4pPr indent="-228600" lvl="3" marL="1828800" algn="l">
              <a:lnSpc>
                <a:spcPct val="110000"/>
              </a:lnSpc>
              <a:spcBef>
                <a:spcPts val="200"/>
              </a:spcBef>
              <a:spcAft>
                <a:spcPts val="0"/>
              </a:spcAft>
              <a:buClr>
                <a:srgbClr val="1B1915"/>
              </a:buClr>
              <a:buSzPts val="800"/>
              <a:buNone/>
              <a:defRPr/>
            </a:lvl4pPr>
            <a:lvl5pPr indent="-228600" lvl="4" marL="2286000" algn="l">
              <a:lnSpc>
                <a:spcPct val="110000"/>
              </a:lnSpc>
              <a:spcBef>
                <a:spcPts val="200"/>
              </a:spcBef>
              <a:spcAft>
                <a:spcPts val="0"/>
              </a:spcAft>
              <a:buClr>
                <a:srgbClr val="1B1915"/>
              </a:buClr>
              <a:buSzPts val="800"/>
              <a:buNone/>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119" name="Google Shape;119;p14"/>
          <p:cNvSpPr txBox="1"/>
          <p:nvPr>
            <p:ph idx="8" type="body"/>
          </p:nvPr>
        </p:nvSpPr>
        <p:spPr>
          <a:xfrm>
            <a:off x="6765300" y="1785378"/>
            <a:ext cx="2049600" cy="5505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1500"/>
              <a:buNone/>
              <a:defRPr b="0" i="0" sz="15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pic>
        <p:nvPicPr>
          <p:cNvPr id="120" name="Google Shape;120;p14"/>
          <p:cNvPicPr preferRelativeResize="0"/>
          <p:nvPr/>
        </p:nvPicPr>
        <p:blipFill rotWithShape="1">
          <a:blip r:embed="rId2">
            <a:alphaModFix/>
          </a:blip>
          <a:srcRect b="0" l="0" r="0" t="0"/>
          <a:stretch/>
        </p:blipFill>
        <p:spPr>
          <a:xfrm>
            <a:off x="8022471" y="238125"/>
            <a:ext cx="789176" cy="202769"/>
          </a:xfrm>
          <a:prstGeom prst="rect">
            <a:avLst/>
          </a:prstGeom>
          <a:noFill/>
          <a:ln>
            <a:noFill/>
          </a:ln>
        </p:spPr>
      </p:pic>
      <p:sp>
        <p:nvSpPr>
          <p:cNvPr id="121" name="Google Shape;121;p14"/>
          <p:cNvSpPr/>
          <p:nvPr>
            <p:ph idx="9" type="pic"/>
          </p:nvPr>
        </p:nvSpPr>
        <p:spPr>
          <a:xfrm>
            <a:off x="297146" y="1298625"/>
            <a:ext cx="412500" cy="412500"/>
          </a:xfrm>
          <a:prstGeom prst="rect">
            <a:avLst/>
          </a:prstGeom>
          <a:noFill/>
          <a:ln>
            <a:noFill/>
          </a:ln>
        </p:spPr>
      </p:sp>
      <p:sp>
        <p:nvSpPr>
          <p:cNvPr id="122" name="Google Shape;122;p14"/>
          <p:cNvSpPr/>
          <p:nvPr>
            <p:ph idx="13" type="pic"/>
          </p:nvPr>
        </p:nvSpPr>
        <p:spPr>
          <a:xfrm>
            <a:off x="2449796" y="1298625"/>
            <a:ext cx="412500" cy="412500"/>
          </a:xfrm>
          <a:prstGeom prst="rect">
            <a:avLst/>
          </a:prstGeom>
          <a:noFill/>
          <a:ln>
            <a:noFill/>
          </a:ln>
        </p:spPr>
      </p:sp>
      <p:sp>
        <p:nvSpPr>
          <p:cNvPr id="123" name="Google Shape;123;p14"/>
          <p:cNvSpPr/>
          <p:nvPr>
            <p:ph idx="14" type="pic"/>
          </p:nvPr>
        </p:nvSpPr>
        <p:spPr>
          <a:xfrm>
            <a:off x="4606018" y="1298625"/>
            <a:ext cx="412500" cy="412500"/>
          </a:xfrm>
          <a:prstGeom prst="rect">
            <a:avLst/>
          </a:prstGeom>
          <a:noFill/>
          <a:ln>
            <a:noFill/>
          </a:ln>
        </p:spPr>
      </p:sp>
      <p:sp>
        <p:nvSpPr>
          <p:cNvPr id="124" name="Google Shape;124;p14"/>
          <p:cNvSpPr/>
          <p:nvPr>
            <p:ph idx="15" type="pic"/>
          </p:nvPr>
        </p:nvSpPr>
        <p:spPr>
          <a:xfrm>
            <a:off x="6752724" y="1298625"/>
            <a:ext cx="412500" cy="412500"/>
          </a:xfrm>
          <a:prstGeom prst="rect">
            <a:avLst/>
          </a:prstGeom>
          <a:noFill/>
          <a:ln>
            <a:noFill/>
          </a:ln>
        </p:spPr>
      </p:sp>
      <p:sp>
        <p:nvSpPr>
          <p:cNvPr id="125" name="Google Shape;125;p14"/>
          <p:cNvSpPr txBox="1"/>
          <p:nvPr>
            <p:ph idx="10" type="dt"/>
          </p:nvPr>
        </p:nvSpPr>
        <p:spPr>
          <a:xfrm>
            <a:off x="285750" y="4753346"/>
            <a:ext cx="2057400" cy="199800"/>
          </a:xfrm>
          <a:prstGeom prst="rect">
            <a:avLst/>
          </a:prstGeom>
          <a:noFill/>
          <a:ln>
            <a:noFill/>
          </a:ln>
        </p:spPr>
        <p:txBody>
          <a:bodyPr anchorCtr="0" anchor="b" bIns="0" lIns="0" spcFirstLastPara="1" rIns="0" wrap="square" tIns="0">
            <a:noAutofit/>
          </a:bodyPr>
          <a:lstStyle>
            <a:lvl1pPr lvl="0" algn="l">
              <a:lnSpc>
                <a:spcPct val="90000"/>
              </a:lnSpc>
              <a:spcBef>
                <a:spcPts val="1700"/>
              </a:spcBef>
              <a:spcAft>
                <a:spcPts val="0"/>
              </a:spcAft>
              <a:buClr>
                <a:schemeClr val="dk1"/>
              </a:buClr>
              <a:buSzPts val="700"/>
              <a:buNone/>
              <a:defRPr/>
            </a:lvl1pPr>
            <a:lvl2pPr lvl="1" algn="l">
              <a:lnSpc>
                <a:spcPct val="90000"/>
              </a:lnSpc>
              <a:spcBef>
                <a:spcPts val="1700"/>
              </a:spcBef>
              <a:spcAft>
                <a:spcPts val="0"/>
              </a:spcAft>
              <a:buClr>
                <a:srgbClr val="000000"/>
              </a:buClr>
              <a:buSzPts val="700"/>
              <a:buNone/>
              <a:defRPr/>
            </a:lvl2pPr>
            <a:lvl3pPr lvl="2" algn="l">
              <a:lnSpc>
                <a:spcPct val="90000"/>
              </a:lnSpc>
              <a:spcBef>
                <a:spcPts val="1700"/>
              </a:spcBef>
              <a:spcAft>
                <a:spcPts val="0"/>
              </a:spcAft>
              <a:buClr>
                <a:srgbClr val="000000"/>
              </a:buClr>
              <a:buSzPts val="700"/>
              <a:buNone/>
              <a:defRPr/>
            </a:lvl3pPr>
            <a:lvl4pPr lvl="3" algn="l">
              <a:lnSpc>
                <a:spcPct val="90000"/>
              </a:lnSpc>
              <a:spcBef>
                <a:spcPts val="1700"/>
              </a:spcBef>
              <a:spcAft>
                <a:spcPts val="0"/>
              </a:spcAft>
              <a:buClr>
                <a:srgbClr val="000000"/>
              </a:buClr>
              <a:buSzPts val="700"/>
              <a:buNone/>
              <a:defRPr/>
            </a:lvl4pPr>
            <a:lvl5pPr lvl="4" algn="l">
              <a:lnSpc>
                <a:spcPct val="90000"/>
              </a:lnSpc>
              <a:spcBef>
                <a:spcPts val="1700"/>
              </a:spcBef>
              <a:spcAft>
                <a:spcPts val="0"/>
              </a:spcAft>
              <a:buClr>
                <a:srgbClr val="000000"/>
              </a:buClr>
              <a:buSzPts val="700"/>
              <a:buNone/>
              <a:defRPr/>
            </a:lvl5pPr>
            <a:lvl6pPr lvl="5" algn="l">
              <a:lnSpc>
                <a:spcPct val="90000"/>
              </a:lnSpc>
              <a:spcBef>
                <a:spcPts val="1700"/>
              </a:spcBef>
              <a:spcAft>
                <a:spcPts val="0"/>
              </a:spcAft>
              <a:buClr>
                <a:srgbClr val="000000"/>
              </a:buClr>
              <a:buSzPts val="700"/>
              <a:buNone/>
              <a:defRPr/>
            </a:lvl6pPr>
            <a:lvl7pPr lvl="6" algn="l">
              <a:lnSpc>
                <a:spcPct val="90000"/>
              </a:lnSpc>
              <a:spcBef>
                <a:spcPts val="1700"/>
              </a:spcBef>
              <a:spcAft>
                <a:spcPts val="0"/>
              </a:spcAft>
              <a:buClr>
                <a:srgbClr val="000000"/>
              </a:buClr>
              <a:buSzPts val="700"/>
              <a:buNone/>
              <a:defRPr/>
            </a:lvl7pPr>
            <a:lvl8pPr lvl="7" algn="l">
              <a:lnSpc>
                <a:spcPct val="90000"/>
              </a:lnSpc>
              <a:spcBef>
                <a:spcPts val="1700"/>
              </a:spcBef>
              <a:spcAft>
                <a:spcPts val="0"/>
              </a:spcAft>
              <a:buClr>
                <a:srgbClr val="000000"/>
              </a:buClr>
              <a:buSzPts val="700"/>
              <a:buNone/>
              <a:defRPr/>
            </a:lvl8pPr>
            <a:lvl9pPr lvl="8" algn="l">
              <a:lnSpc>
                <a:spcPct val="90000"/>
              </a:lnSpc>
              <a:spcBef>
                <a:spcPts val="1700"/>
              </a:spcBef>
              <a:spcAft>
                <a:spcPts val="0"/>
              </a:spcAft>
              <a:buClr>
                <a:srgbClr val="000000"/>
              </a:buClr>
              <a:buSzPts val="700"/>
              <a:buNone/>
              <a:defRPr/>
            </a:lvl9pPr>
          </a:lstStyle>
          <a:p/>
        </p:txBody>
      </p:sp>
      <p:sp>
        <p:nvSpPr>
          <p:cNvPr id="126" name="Google Shape;126;p14"/>
          <p:cNvSpPr txBox="1"/>
          <p:nvPr>
            <p:ph idx="12" type="sldNum"/>
          </p:nvPr>
        </p:nvSpPr>
        <p:spPr>
          <a:xfrm>
            <a:off x="6753225" y="4767263"/>
            <a:ext cx="2057400" cy="185700"/>
          </a:xfrm>
          <a:prstGeom prst="rect">
            <a:avLst/>
          </a:prstGeom>
          <a:noFill/>
          <a:ln>
            <a:noFill/>
          </a:ln>
        </p:spPr>
        <p:txBody>
          <a:bodyPr anchorCtr="0" anchor="b" bIns="0" lIns="0" spcFirstLastPara="1" rIns="0" wrap="square" tIns="0">
            <a:noAutofit/>
          </a:bodyPr>
          <a:lstStyle>
            <a:lvl1pPr indent="0" lvl="0" marL="0" algn="r">
              <a:lnSpc>
                <a:spcPct val="90000"/>
              </a:lnSpc>
              <a:spcBef>
                <a:spcPts val="0"/>
              </a:spcBef>
              <a:spcAft>
                <a:spcPts val="0"/>
              </a:spcAft>
              <a:buClr>
                <a:schemeClr val="dk1"/>
              </a:buClr>
              <a:buSzPts val="500"/>
              <a:buFont typeface="Outfit"/>
              <a:buNone/>
              <a:defRPr/>
            </a:lvl1pPr>
            <a:lvl2pPr indent="0" lvl="1" marL="0" algn="r">
              <a:lnSpc>
                <a:spcPct val="90000"/>
              </a:lnSpc>
              <a:spcBef>
                <a:spcPts val="0"/>
              </a:spcBef>
              <a:spcAft>
                <a:spcPts val="0"/>
              </a:spcAft>
              <a:buClr>
                <a:schemeClr val="dk1"/>
              </a:buClr>
              <a:buSzPts val="500"/>
              <a:buFont typeface="Outfit"/>
              <a:buNone/>
              <a:defRPr/>
            </a:lvl2pPr>
            <a:lvl3pPr indent="0" lvl="2" marL="0" algn="r">
              <a:lnSpc>
                <a:spcPct val="90000"/>
              </a:lnSpc>
              <a:spcBef>
                <a:spcPts val="0"/>
              </a:spcBef>
              <a:spcAft>
                <a:spcPts val="0"/>
              </a:spcAft>
              <a:buClr>
                <a:schemeClr val="dk1"/>
              </a:buClr>
              <a:buSzPts val="500"/>
              <a:buFont typeface="Outfit"/>
              <a:buNone/>
              <a:defRPr/>
            </a:lvl3pPr>
            <a:lvl4pPr indent="0" lvl="3" marL="0" algn="r">
              <a:lnSpc>
                <a:spcPct val="90000"/>
              </a:lnSpc>
              <a:spcBef>
                <a:spcPts val="0"/>
              </a:spcBef>
              <a:spcAft>
                <a:spcPts val="0"/>
              </a:spcAft>
              <a:buClr>
                <a:schemeClr val="dk1"/>
              </a:buClr>
              <a:buSzPts val="500"/>
              <a:buFont typeface="Outfit"/>
              <a:buNone/>
              <a:defRPr/>
            </a:lvl4pPr>
            <a:lvl5pPr indent="0" lvl="4" marL="0" algn="r">
              <a:lnSpc>
                <a:spcPct val="90000"/>
              </a:lnSpc>
              <a:spcBef>
                <a:spcPts val="0"/>
              </a:spcBef>
              <a:spcAft>
                <a:spcPts val="0"/>
              </a:spcAft>
              <a:buClr>
                <a:schemeClr val="dk1"/>
              </a:buClr>
              <a:buSzPts val="500"/>
              <a:buFont typeface="Outfit"/>
              <a:buNone/>
              <a:defRPr/>
            </a:lvl5pPr>
            <a:lvl6pPr indent="0" lvl="5" marL="0" algn="r">
              <a:lnSpc>
                <a:spcPct val="90000"/>
              </a:lnSpc>
              <a:spcBef>
                <a:spcPts val="0"/>
              </a:spcBef>
              <a:spcAft>
                <a:spcPts val="0"/>
              </a:spcAft>
              <a:buClr>
                <a:schemeClr val="dk1"/>
              </a:buClr>
              <a:buSzPts val="500"/>
              <a:buFont typeface="Outfit"/>
              <a:buNone/>
              <a:defRPr/>
            </a:lvl6pPr>
            <a:lvl7pPr indent="0" lvl="6" marL="0" algn="r">
              <a:lnSpc>
                <a:spcPct val="90000"/>
              </a:lnSpc>
              <a:spcBef>
                <a:spcPts val="0"/>
              </a:spcBef>
              <a:spcAft>
                <a:spcPts val="0"/>
              </a:spcAft>
              <a:buClr>
                <a:schemeClr val="dk1"/>
              </a:buClr>
              <a:buSzPts val="500"/>
              <a:buFont typeface="Outfit"/>
              <a:buNone/>
              <a:defRPr/>
            </a:lvl7pPr>
            <a:lvl8pPr indent="0" lvl="7" marL="0" algn="r">
              <a:lnSpc>
                <a:spcPct val="90000"/>
              </a:lnSpc>
              <a:spcBef>
                <a:spcPts val="0"/>
              </a:spcBef>
              <a:spcAft>
                <a:spcPts val="0"/>
              </a:spcAft>
              <a:buClr>
                <a:schemeClr val="dk1"/>
              </a:buClr>
              <a:buSzPts val="500"/>
              <a:buFont typeface="Outfit"/>
              <a:buNone/>
              <a:defRPr/>
            </a:lvl8pPr>
            <a:lvl9pPr indent="0" lvl="8" marL="0" algn="r">
              <a:lnSpc>
                <a:spcPct val="90000"/>
              </a:lnSpc>
              <a:spcBef>
                <a:spcPts val="0"/>
              </a:spcBef>
              <a:spcAft>
                <a:spcPts val="0"/>
              </a:spcAft>
              <a:buClr>
                <a:schemeClr val="dk1"/>
              </a:buClr>
              <a:buSzPts val="500"/>
              <a:buFont typeface="Outfit"/>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Slide_Two Columns with Images">
  <p:cSld name="Text Slide_Two Columns with Images">
    <p:bg>
      <p:bgPr>
        <a:solidFill>
          <a:srgbClr val="FFFFFF"/>
        </a:solidFill>
      </p:bgPr>
    </p:bg>
    <p:spTree>
      <p:nvGrpSpPr>
        <p:cNvPr id="127" name="Shape 127"/>
        <p:cNvGrpSpPr/>
        <p:nvPr/>
      </p:nvGrpSpPr>
      <p:grpSpPr>
        <a:xfrm>
          <a:off x="0" y="0"/>
          <a:ext cx="0" cy="0"/>
          <a:chOff x="0" y="0"/>
          <a:chExt cx="0" cy="0"/>
        </a:xfrm>
      </p:grpSpPr>
      <p:sp>
        <p:nvSpPr>
          <p:cNvPr id="128" name="Google Shape;128;p15"/>
          <p:cNvSpPr txBox="1"/>
          <p:nvPr>
            <p:ph idx="1" type="body"/>
          </p:nvPr>
        </p:nvSpPr>
        <p:spPr>
          <a:xfrm>
            <a:off x="296975" y="3750469"/>
            <a:ext cx="4203600" cy="9429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800"/>
              </a:spcBef>
              <a:spcAft>
                <a:spcPts val="0"/>
              </a:spcAft>
              <a:buClr>
                <a:srgbClr val="1B1915"/>
              </a:buClr>
              <a:buSzPts val="2300"/>
              <a:buNone/>
              <a:defRPr sz="2300"/>
            </a:lvl1pPr>
            <a:lvl2pPr indent="-228600" lvl="1" marL="914400" algn="l">
              <a:lnSpc>
                <a:spcPct val="110000"/>
              </a:lnSpc>
              <a:spcBef>
                <a:spcPts val="800"/>
              </a:spcBef>
              <a:spcAft>
                <a:spcPts val="0"/>
              </a:spcAft>
              <a:buClr>
                <a:srgbClr val="1B1915"/>
              </a:buClr>
              <a:buSzPts val="1100"/>
              <a:buNone/>
              <a:defRPr/>
            </a:lvl2pPr>
            <a:lvl3pPr indent="-228600" lvl="2" marL="1371600" algn="l">
              <a:lnSpc>
                <a:spcPct val="110000"/>
              </a:lnSpc>
              <a:spcBef>
                <a:spcPts val="800"/>
              </a:spcBef>
              <a:spcAft>
                <a:spcPts val="0"/>
              </a:spcAft>
              <a:buClr>
                <a:srgbClr val="1B1915"/>
              </a:buClr>
              <a:buSzPts val="900"/>
              <a:buNone/>
              <a:defRPr/>
            </a:lvl3pPr>
            <a:lvl4pPr indent="-228600" lvl="3" marL="1828800" algn="l">
              <a:lnSpc>
                <a:spcPct val="110000"/>
              </a:lnSpc>
              <a:spcBef>
                <a:spcPts val="800"/>
              </a:spcBef>
              <a:spcAft>
                <a:spcPts val="0"/>
              </a:spcAft>
              <a:buClr>
                <a:srgbClr val="1B1915"/>
              </a:buClr>
              <a:buSzPts val="800"/>
              <a:buNone/>
              <a:defRPr/>
            </a:lvl4pPr>
            <a:lvl5pPr indent="-228600" lvl="4" marL="2286000" algn="l">
              <a:lnSpc>
                <a:spcPct val="110000"/>
              </a:lnSpc>
              <a:spcBef>
                <a:spcPts val="800"/>
              </a:spcBef>
              <a:spcAft>
                <a:spcPts val="0"/>
              </a:spcAft>
              <a:buClr>
                <a:srgbClr val="1B1915"/>
              </a:buClr>
              <a:buSzPts val="800"/>
              <a:buNone/>
              <a:defRPr/>
            </a:lvl5pPr>
            <a:lvl6pPr indent="-273050" lvl="5" marL="2743200" algn="l">
              <a:lnSpc>
                <a:spcPct val="110000"/>
              </a:lnSpc>
              <a:spcBef>
                <a:spcPts val="800"/>
              </a:spcBef>
              <a:spcAft>
                <a:spcPts val="0"/>
              </a:spcAft>
              <a:buClr>
                <a:schemeClr val="dk1"/>
              </a:buClr>
              <a:buSzPts val="700"/>
              <a:buChar char="•"/>
              <a:defRPr/>
            </a:lvl6pPr>
            <a:lvl7pPr indent="-273050" lvl="6" marL="3200400" algn="l">
              <a:lnSpc>
                <a:spcPct val="110000"/>
              </a:lnSpc>
              <a:spcBef>
                <a:spcPts val="800"/>
              </a:spcBef>
              <a:spcAft>
                <a:spcPts val="0"/>
              </a:spcAft>
              <a:buClr>
                <a:schemeClr val="dk1"/>
              </a:buClr>
              <a:buSzPts val="700"/>
              <a:buChar char="•"/>
              <a:defRPr/>
            </a:lvl7pPr>
            <a:lvl8pPr indent="-273050" lvl="7" marL="3657600" algn="l">
              <a:lnSpc>
                <a:spcPct val="110000"/>
              </a:lnSpc>
              <a:spcBef>
                <a:spcPts val="800"/>
              </a:spcBef>
              <a:spcAft>
                <a:spcPts val="0"/>
              </a:spcAft>
              <a:buClr>
                <a:schemeClr val="dk1"/>
              </a:buClr>
              <a:buSzPts val="700"/>
              <a:buChar char="•"/>
              <a:defRPr/>
            </a:lvl8pPr>
            <a:lvl9pPr indent="-273050" lvl="8" marL="4114800" algn="l">
              <a:lnSpc>
                <a:spcPct val="110000"/>
              </a:lnSpc>
              <a:spcBef>
                <a:spcPts val="800"/>
              </a:spcBef>
              <a:spcAft>
                <a:spcPts val="200"/>
              </a:spcAft>
              <a:buClr>
                <a:schemeClr val="dk1"/>
              </a:buClr>
              <a:buSzPts val="700"/>
              <a:buChar char="•"/>
              <a:defRPr/>
            </a:lvl9pPr>
          </a:lstStyle>
          <a:p/>
        </p:txBody>
      </p:sp>
      <p:sp>
        <p:nvSpPr>
          <p:cNvPr id="129" name="Google Shape;129;p15"/>
          <p:cNvSpPr txBox="1"/>
          <p:nvPr>
            <p:ph idx="2" type="body"/>
          </p:nvPr>
        </p:nvSpPr>
        <p:spPr>
          <a:xfrm>
            <a:off x="295955" y="3453788"/>
            <a:ext cx="4205100" cy="2337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900"/>
              <a:buNone/>
              <a:defRPr b="0" i="0" sz="9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130" name="Google Shape;130;p15"/>
          <p:cNvSpPr txBox="1"/>
          <p:nvPr>
            <p:ph type="title"/>
          </p:nvPr>
        </p:nvSpPr>
        <p:spPr>
          <a:xfrm>
            <a:off x="295955" y="594518"/>
            <a:ext cx="7758900" cy="642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800"/>
              <a:buFont typeface="Outfit"/>
              <a:buNone/>
              <a:defRPr b="0" sz="3800">
                <a:solidFill>
                  <a:schemeClr val="dk1"/>
                </a:solidFill>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pic>
        <p:nvPicPr>
          <p:cNvPr id="131" name="Google Shape;131;p15"/>
          <p:cNvPicPr preferRelativeResize="0"/>
          <p:nvPr/>
        </p:nvPicPr>
        <p:blipFill rotWithShape="1">
          <a:blip r:embed="rId2">
            <a:alphaModFix/>
          </a:blip>
          <a:srcRect b="0" l="0" r="0" t="0"/>
          <a:stretch/>
        </p:blipFill>
        <p:spPr>
          <a:xfrm>
            <a:off x="8022471" y="238125"/>
            <a:ext cx="789176" cy="202769"/>
          </a:xfrm>
          <a:prstGeom prst="rect">
            <a:avLst/>
          </a:prstGeom>
          <a:noFill/>
          <a:ln>
            <a:noFill/>
          </a:ln>
        </p:spPr>
      </p:pic>
      <p:sp>
        <p:nvSpPr>
          <p:cNvPr id="132" name="Google Shape;132;p15"/>
          <p:cNvSpPr/>
          <p:nvPr>
            <p:ph idx="3" type="pic"/>
          </p:nvPr>
        </p:nvSpPr>
        <p:spPr>
          <a:xfrm>
            <a:off x="295955" y="1500188"/>
            <a:ext cx="4204500" cy="1790100"/>
          </a:xfrm>
          <a:prstGeom prst="roundRect">
            <a:avLst>
              <a:gd fmla="val 3610" name="adj"/>
            </a:avLst>
          </a:prstGeom>
          <a:noFill/>
          <a:ln>
            <a:noFill/>
          </a:ln>
        </p:spPr>
      </p:sp>
      <p:sp>
        <p:nvSpPr>
          <p:cNvPr id="133" name="Google Shape;133;p15"/>
          <p:cNvSpPr/>
          <p:nvPr>
            <p:ph idx="4" type="pic"/>
          </p:nvPr>
        </p:nvSpPr>
        <p:spPr>
          <a:xfrm>
            <a:off x="4598719" y="1500188"/>
            <a:ext cx="4204500" cy="1790100"/>
          </a:xfrm>
          <a:prstGeom prst="roundRect">
            <a:avLst>
              <a:gd fmla="val 3610" name="adj"/>
            </a:avLst>
          </a:prstGeom>
          <a:noFill/>
          <a:ln>
            <a:noFill/>
          </a:ln>
        </p:spPr>
      </p:sp>
      <p:sp>
        <p:nvSpPr>
          <p:cNvPr id="134" name="Google Shape;134;p15"/>
          <p:cNvSpPr txBox="1"/>
          <p:nvPr>
            <p:ph idx="5" type="body"/>
          </p:nvPr>
        </p:nvSpPr>
        <p:spPr>
          <a:xfrm>
            <a:off x="4599739" y="3750469"/>
            <a:ext cx="4203600" cy="9429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800"/>
              </a:spcBef>
              <a:spcAft>
                <a:spcPts val="0"/>
              </a:spcAft>
              <a:buClr>
                <a:srgbClr val="1B1915"/>
              </a:buClr>
              <a:buSzPts val="2300"/>
              <a:buNone/>
              <a:defRPr sz="2300"/>
            </a:lvl1pPr>
            <a:lvl2pPr indent="-228600" lvl="1" marL="914400" algn="l">
              <a:lnSpc>
                <a:spcPct val="110000"/>
              </a:lnSpc>
              <a:spcBef>
                <a:spcPts val="800"/>
              </a:spcBef>
              <a:spcAft>
                <a:spcPts val="0"/>
              </a:spcAft>
              <a:buClr>
                <a:srgbClr val="1B1915"/>
              </a:buClr>
              <a:buSzPts val="1100"/>
              <a:buNone/>
              <a:defRPr/>
            </a:lvl2pPr>
            <a:lvl3pPr indent="-228600" lvl="2" marL="1371600" algn="l">
              <a:lnSpc>
                <a:spcPct val="110000"/>
              </a:lnSpc>
              <a:spcBef>
                <a:spcPts val="800"/>
              </a:spcBef>
              <a:spcAft>
                <a:spcPts val="0"/>
              </a:spcAft>
              <a:buClr>
                <a:srgbClr val="1B1915"/>
              </a:buClr>
              <a:buSzPts val="900"/>
              <a:buNone/>
              <a:defRPr/>
            </a:lvl3pPr>
            <a:lvl4pPr indent="-228600" lvl="3" marL="1828800" algn="l">
              <a:lnSpc>
                <a:spcPct val="110000"/>
              </a:lnSpc>
              <a:spcBef>
                <a:spcPts val="800"/>
              </a:spcBef>
              <a:spcAft>
                <a:spcPts val="0"/>
              </a:spcAft>
              <a:buClr>
                <a:srgbClr val="1B1915"/>
              </a:buClr>
              <a:buSzPts val="800"/>
              <a:buNone/>
              <a:defRPr/>
            </a:lvl4pPr>
            <a:lvl5pPr indent="-228600" lvl="4" marL="2286000" algn="l">
              <a:lnSpc>
                <a:spcPct val="110000"/>
              </a:lnSpc>
              <a:spcBef>
                <a:spcPts val="800"/>
              </a:spcBef>
              <a:spcAft>
                <a:spcPts val="0"/>
              </a:spcAft>
              <a:buClr>
                <a:srgbClr val="1B1915"/>
              </a:buClr>
              <a:buSzPts val="800"/>
              <a:buNone/>
              <a:defRPr/>
            </a:lvl5pPr>
            <a:lvl6pPr indent="-273050" lvl="5" marL="2743200" algn="l">
              <a:lnSpc>
                <a:spcPct val="110000"/>
              </a:lnSpc>
              <a:spcBef>
                <a:spcPts val="800"/>
              </a:spcBef>
              <a:spcAft>
                <a:spcPts val="0"/>
              </a:spcAft>
              <a:buClr>
                <a:schemeClr val="dk1"/>
              </a:buClr>
              <a:buSzPts val="700"/>
              <a:buChar char="•"/>
              <a:defRPr/>
            </a:lvl6pPr>
            <a:lvl7pPr indent="-273050" lvl="6" marL="3200400" algn="l">
              <a:lnSpc>
                <a:spcPct val="110000"/>
              </a:lnSpc>
              <a:spcBef>
                <a:spcPts val="800"/>
              </a:spcBef>
              <a:spcAft>
                <a:spcPts val="0"/>
              </a:spcAft>
              <a:buClr>
                <a:schemeClr val="dk1"/>
              </a:buClr>
              <a:buSzPts val="700"/>
              <a:buChar char="•"/>
              <a:defRPr/>
            </a:lvl7pPr>
            <a:lvl8pPr indent="-273050" lvl="7" marL="3657600" algn="l">
              <a:lnSpc>
                <a:spcPct val="110000"/>
              </a:lnSpc>
              <a:spcBef>
                <a:spcPts val="800"/>
              </a:spcBef>
              <a:spcAft>
                <a:spcPts val="0"/>
              </a:spcAft>
              <a:buClr>
                <a:schemeClr val="dk1"/>
              </a:buClr>
              <a:buSzPts val="700"/>
              <a:buChar char="•"/>
              <a:defRPr/>
            </a:lvl8pPr>
            <a:lvl9pPr indent="-273050" lvl="8" marL="4114800" algn="l">
              <a:lnSpc>
                <a:spcPct val="110000"/>
              </a:lnSpc>
              <a:spcBef>
                <a:spcPts val="800"/>
              </a:spcBef>
              <a:spcAft>
                <a:spcPts val="200"/>
              </a:spcAft>
              <a:buClr>
                <a:schemeClr val="dk1"/>
              </a:buClr>
              <a:buSzPts val="700"/>
              <a:buChar char="•"/>
              <a:defRPr/>
            </a:lvl9pPr>
          </a:lstStyle>
          <a:p/>
        </p:txBody>
      </p:sp>
      <p:sp>
        <p:nvSpPr>
          <p:cNvPr id="135" name="Google Shape;135;p15"/>
          <p:cNvSpPr txBox="1"/>
          <p:nvPr>
            <p:ph idx="6" type="body"/>
          </p:nvPr>
        </p:nvSpPr>
        <p:spPr>
          <a:xfrm>
            <a:off x="4598719" y="3453788"/>
            <a:ext cx="4205100" cy="2337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900"/>
              <a:buNone/>
              <a:defRPr b="0" i="0" sz="9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136" name="Google Shape;136;p15"/>
          <p:cNvSpPr txBox="1"/>
          <p:nvPr>
            <p:ph idx="10" type="dt"/>
          </p:nvPr>
        </p:nvSpPr>
        <p:spPr>
          <a:xfrm>
            <a:off x="285750" y="4753346"/>
            <a:ext cx="2057400" cy="199800"/>
          </a:xfrm>
          <a:prstGeom prst="rect">
            <a:avLst/>
          </a:prstGeom>
          <a:noFill/>
          <a:ln>
            <a:noFill/>
          </a:ln>
        </p:spPr>
        <p:txBody>
          <a:bodyPr anchorCtr="0" anchor="b" bIns="0" lIns="0" spcFirstLastPara="1" rIns="0" wrap="square" tIns="0">
            <a:noAutofit/>
          </a:bodyPr>
          <a:lstStyle>
            <a:lvl1pPr lvl="0" algn="l">
              <a:lnSpc>
                <a:spcPct val="90000"/>
              </a:lnSpc>
              <a:spcBef>
                <a:spcPts val="1700"/>
              </a:spcBef>
              <a:spcAft>
                <a:spcPts val="0"/>
              </a:spcAft>
              <a:buClr>
                <a:schemeClr val="dk1"/>
              </a:buClr>
              <a:buSzPts val="700"/>
              <a:buNone/>
              <a:defRPr/>
            </a:lvl1pPr>
            <a:lvl2pPr lvl="1" algn="l">
              <a:lnSpc>
                <a:spcPct val="90000"/>
              </a:lnSpc>
              <a:spcBef>
                <a:spcPts val="1700"/>
              </a:spcBef>
              <a:spcAft>
                <a:spcPts val="0"/>
              </a:spcAft>
              <a:buClr>
                <a:srgbClr val="000000"/>
              </a:buClr>
              <a:buSzPts val="700"/>
              <a:buNone/>
              <a:defRPr/>
            </a:lvl2pPr>
            <a:lvl3pPr lvl="2" algn="l">
              <a:lnSpc>
                <a:spcPct val="90000"/>
              </a:lnSpc>
              <a:spcBef>
                <a:spcPts val="1700"/>
              </a:spcBef>
              <a:spcAft>
                <a:spcPts val="0"/>
              </a:spcAft>
              <a:buClr>
                <a:srgbClr val="000000"/>
              </a:buClr>
              <a:buSzPts val="700"/>
              <a:buNone/>
              <a:defRPr/>
            </a:lvl3pPr>
            <a:lvl4pPr lvl="3" algn="l">
              <a:lnSpc>
                <a:spcPct val="90000"/>
              </a:lnSpc>
              <a:spcBef>
                <a:spcPts val="1700"/>
              </a:spcBef>
              <a:spcAft>
                <a:spcPts val="0"/>
              </a:spcAft>
              <a:buClr>
                <a:srgbClr val="000000"/>
              </a:buClr>
              <a:buSzPts val="700"/>
              <a:buNone/>
              <a:defRPr/>
            </a:lvl4pPr>
            <a:lvl5pPr lvl="4" algn="l">
              <a:lnSpc>
                <a:spcPct val="90000"/>
              </a:lnSpc>
              <a:spcBef>
                <a:spcPts val="1700"/>
              </a:spcBef>
              <a:spcAft>
                <a:spcPts val="0"/>
              </a:spcAft>
              <a:buClr>
                <a:srgbClr val="000000"/>
              </a:buClr>
              <a:buSzPts val="700"/>
              <a:buNone/>
              <a:defRPr/>
            </a:lvl5pPr>
            <a:lvl6pPr lvl="5" algn="l">
              <a:lnSpc>
                <a:spcPct val="90000"/>
              </a:lnSpc>
              <a:spcBef>
                <a:spcPts val="1700"/>
              </a:spcBef>
              <a:spcAft>
                <a:spcPts val="0"/>
              </a:spcAft>
              <a:buClr>
                <a:srgbClr val="000000"/>
              </a:buClr>
              <a:buSzPts val="700"/>
              <a:buNone/>
              <a:defRPr/>
            </a:lvl6pPr>
            <a:lvl7pPr lvl="6" algn="l">
              <a:lnSpc>
                <a:spcPct val="90000"/>
              </a:lnSpc>
              <a:spcBef>
                <a:spcPts val="1700"/>
              </a:spcBef>
              <a:spcAft>
                <a:spcPts val="0"/>
              </a:spcAft>
              <a:buClr>
                <a:srgbClr val="000000"/>
              </a:buClr>
              <a:buSzPts val="700"/>
              <a:buNone/>
              <a:defRPr/>
            </a:lvl7pPr>
            <a:lvl8pPr lvl="7" algn="l">
              <a:lnSpc>
                <a:spcPct val="90000"/>
              </a:lnSpc>
              <a:spcBef>
                <a:spcPts val="1700"/>
              </a:spcBef>
              <a:spcAft>
                <a:spcPts val="0"/>
              </a:spcAft>
              <a:buClr>
                <a:srgbClr val="000000"/>
              </a:buClr>
              <a:buSzPts val="700"/>
              <a:buNone/>
              <a:defRPr/>
            </a:lvl8pPr>
            <a:lvl9pPr lvl="8" algn="l">
              <a:lnSpc>
                <a:spcPct val="90000"/>
              </a:lnSpc>
              <a:spcBef>
                <a:spcPts val="1700"/>
              </a:spcBef>
              <a:spcAft>
                <a:spcPts val="0"/>
              </a:spcAft>
              <a:buClr>
                <a:srgbClr val="000000"/>
              </a:buClr>
              <a:buSzPts val="700"/>
              <a:buNone/>
              <a:defRPr/>
            </a:lvl9pPr>
          </a:lstStyle>
          <a:p/>
        </p:txBody>
      </p:sp>
      <p:sp>
        <p:nvSpPr>
          <p:cNvPr id="137" name="Google Shape;137;p15"/>
          <p:cNvSpPr txBox="1"/>
          <p:nvPr>
            <p:ph idx="12" type="sldNum"/>
          </p:nvPr>
        </p:nvSpPr>
        <p:spPr>
          <a:xfrm>
            <a:off x="6753225" y="4767263"/>
            <a:ext cx="2057400" cy="185700"/>
          </a:xfrm>
          <a:prstGeom prst="rect">
            <a:avLst/>
          </a:prstGeom>
          <a:noFill/>
          <a:ln>
            <a:noFill/>
          </a:ln>
        </p:spPr>
        <p:txBody>
          <a:bodyPr anchorCtr="0" anchor="b" bIns="0" lIns="0" spcFirstLastPara="1" rIns="0" wrap="square" tIns="0">
            <a:noAutofit/>
          </a:bodyPr>
          <a:lstStyle>
            <a:lvl1pPr indent="0" lvl="0" marL="0" algn="r">
              <a:lnSpc>
                <a:spcPct val="90000"/>
              </a:lnSpc>
              <a:spcBef>
                <a:spcPts val="0"/>
              </a:spcBef>
              <a:spcAft>
                <a:spcPts val="0"/>
              </a:spcAft>
              <a:buClr>
                <a:schemeClr val="dk1"/>
              </a:buClr>
              <a:buSzPts val="500"/>
              <a:buFont typeface="Outfit"/>
              <a:buNone/>
              <a:defRPr/>
            </a:lvl1pPr>
            <a:lvl2pPr indent="0" lvl="1" marL="0" algn="r">
              <a:lnSpc>
                <a:spcPct val="90000"/>
              </a:lnSpc>
              <a:spcBef>
                <a:spcPts val="0"/>
              </a:spcBef>
              <a:spcAft>
                <a:spcPts val="0"/>
              </a:spcAft>
              <a:buClr>
                <a:schemeClr val="dk1"/>
              </a:buClr>
              <a:buSzPts val="500"/>
              <a:buFont typeface="Outfit"/>
              <a:buNone/>
              <a:defRPr/>
            </a:lvl2pPr>
            <a:lvl3pPr indent="0" lvl="2" marL="0" algn="r">
              <a:lnSpc>
                <a:spcPct val="90000"/>
              </a:lnSpc>
              <a:spcBef>
                <a:spcPts val="0"/>
              </a:spcBef>
              <a:spcAft>
                <a:spcPts val="0"/>
              </a:spcAft>
              <a:buClr>
                <a:schemeClr val="dk1"/>
              </a:buClr>
              <a:buSzPts val="500"/>
              <a:buFont typeface="Outfit"/>
              <a:buNone/>
              <a:defRPr/>
            </a:lvl3pPr>
            <a:lvl4pPr indent="0" lvl="3" marL="0" algn="r">
              <a:lnSpc>
                <a:spcPct val="90000"/>
              </a:lnSpc>
              <a:spcBef>
                <a:spcPts val="0"/>
              </a:spcBef>
              <a:spcAft>
                <a:spcPts val="0"/>
              </a:spcAft>
              <a:buClr>
                <a:schemeClr val="dk1"/>
              </a:buClr>
              <a:buSzPts val="500"/>
              <a:buFont typeface="Outfit"/>
              <a:buNone/>
              <a:defRPr/>
            </a:lvl4pPr>
            <a:lvl5pPr indent="0" lvl="4" marL="0" algn="r">
              <a:lnSpc>
                <a:spcPct val="90000"/>
              </a:lnSpc>
              <a:spcBef>
                <a:spcPts val="0"/>
              </a:spcBef>
              <a:spcAft>
                <a:spcPts val="0"/>
              </a:spcAft>
              <a:buClr>
                <a:schemeClr val="dk1"/>
              </a:buClr>
              <a:buSzPts val="500"/>
              <a:buFont typeface="Outfit"/>
              <a:buNone/>
              <a:defRPr/>
            </a:lvl5pPr>
            <a:lvl6pPr indent="0" lvl="5" marL="0" algn="r">
              <a:lnSpc>
                <a:spcPct val="90000"/>
              </a:lnSpc>
              <a:spcBef>
                <a:spcPts val="0"/>
              </a:spcBef>
              <a:spcAft>
                <a:spcPts val="0"/>
              </a:spcAft>
              <a:buClr>
                <a:schemeClr val="dk1"/>
              </a:buClr>
              <a:buSzPts val="500"/>
              <a:buFont typeface="Outfit"/>
              <a:buNone/>
              <a:defRPr/>
            </a:lvl6pPr>
            <a:lvl7pPr indent="0" lvl="6" marL="0" algn="r">
              <a:lnSpc>
                <a:spcPct val="90000"/>
              </a:lnSpc>
              <a:spcBef>
                <a:spcPts val="0"/>
              </a:spcBef>
              <a:spcAft>
                <a:spcPts val="0"/>
              </a:spcAft>
              <a:buClr>
                <a:schemeClr val="dk1"/>
              </a:buClr>
              <a:buSzPts val="500"/>
              <a:buFont typeface="Outfit"/>
              <a:buNone/>
              <a:defRPr/>
            </a:lvl7pPr>
            <a:lvl8pPr indent="0" lvl="7" marL="0" algn="r">
              <a:lnSpc>
                <a:spcPct val="90000"/>
              </a:lnSpc>
              <a:spcBef>
                <a:spcPts val="0"/>
              </a:spcBef>
              <a:spcAft>
                <a:spcPts val="0"/>
              </a:spcAft>
              <a:buClr>
                <a:schemeClr val="dk1"/>
              </a:buClr>
              <a:buSzPts val="500"/>
              <a:buFont typeface="Outfit"/>
              <a:buNone/>
              <a:defRPr/>
            </a:lvl8pPr>
            <a:lvl9pPr indent="0" lvl="8" marL="0" algn="r">
              <a:lnSpc>
                <a:spcPct val="90000"/>
              </a:lnSpc>
              <a:spcBef>
                <a:spcPts val="0"/>
              </a:spcBef>
              <a:spcAft>
                <a:spcPts val="0"/>
              </a:spcAft>
              <a:buClr>
                <a:schemeClr val="dk1"/>
              </a:buClr>
              <a:buSzPts val="500"/>
              <a:buFont typeface="Outfit"/>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15:clr>
            <a:srgbClr val="FBAE40"/>
          </p15:clr>
        </p15:guide>
        <p15:guide id="2" pos="5760">
          <p15:clr>
            <a:srgbClr val="FBAE40"/>
          </p15:clr>
        </p15:guide>
        <p15:guide id="3" pos="180">
          <p15:clr>
            <a:srgbClr val="FBAE40"/>
          </p15:clr>
        </p15:guide>
        <p15:guide id="4" pos="2835">
          <p15:clr>
            <a:srgbClr val="FBAE40"/>
          </p15:clr>
        </p15:guide>
        <p15:guide id="5" pos="2895">
          <p15:clr>
            <a:srgbClr val="FBAE40"/>
          </p15:clr>
        </p15:guide>
        <p15:guide id="6" pos="5550">
          <p15:clr>
            <a:srgbClr val="FBAE40"/>
          </p15:clr>
        </p15:guide>
        <p15:guide id="7" orient="horz">
          <p15:clr>
            <a:srgbClr val="FBAE40"/>
          </p15:clr>
        </p15:guide>
        <p15:guide id="8" orient="horz" pos="3240">
          <p15:clr>
            <a:srgbClr val="FBAE40"/>
          </p15:clr>
        </p15:guide>
        <p15:guide id="9" orient="horz" pos="180">
          <p15:clr>
            <a:srgbClr val="FBAE40"/>
          </p15:clr>
        </p15:guide>
        <p15:guide id="10" orient="horz" pos="1650">
          <p15:clr>
            <a:srgbClr val="FBAE40"/>
          </p15:clr>
        </p15:guide>
        <p15:guide id="11" orient="horz" pos="312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Slide_Three Columns with Images">
  <p:cSld name="Text Slide_Three Columns with Images">
    <p:bg>
      <p:bgPr>
        <a:solidFill>
          <a:srgbClr val="FFFFFF"/>
        </a:solidFill>
      </p:bgPr>
    </p:bg>
    <p:spTree>
      <p:nvGrpSpPr>
        <p:cNvPr id="138" name="Shape 138"/>
        <p:cNvGrpSpPr/>
        <p:nvPr/>
      </p:nvGrpSpPr>
      <p:grpSpPr>
        <a:xfrm>
          <a:off x="0" y="0"/>
          <a:ext cx="0" cy="0"/>
          <a:chOff x="0" y="0"/>
          <a:chExt cx="0" cy="0"/>
        </a:xfrm>
      </p:grpSpPr>
      <p:sp>
        <p:nvSpPr>
          <p:cNvPr id="139" name="Google Shape;139;p16"/>
          <p:cNvSpPr txBox="1"/>
          <p:nvPr>
            <p:ph idx="1" type="body"/>
          </p:nvPr>
        </p:nvSpPr>
        <p:spPr>
          <a:xfrm>
            <a:off x="296976" y="3750469"/>
            <a:ext cx="2766600" cy="9429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800"/>
              </a:spcBef>
              <a:spcAft>
                <a:spcPts val="0"/>
              </a:spcAft>
              <a:buClr>
                <a:srgbClr val="1B1915"/>
              </a:buClr>
              <a:buSzPts val="2300"/>
              <a:buNone/>
              <a:defRPr sz="2300"/>
            </a:lvl1pPr>
            <a:lvl2pPr indent="-228600" lvl="1" marL="914400" algn="l">
              <a:lnSpc>
                <a:spcPct val="110000"/>
              </a:lnSpc>
              <a:spcBef>
                <a:spcPts val="800"/>
              </a:spcBef>
              <a:spcAft>
                <a:spcPts val="0"/>
              </a:spcAft>
              <a:buClr>
                <a:srgbClr val="1B1915"/>
              </a:buClr>
              <a:buSzPts val="1100"/>
              <a:buNone/>
              <a:defRPr/>
            </a:lvl2pPr>
            <a:lvl3pPr indent="-228600" lvl="2" marL="1371600" algn="l">
              <a:lnSpc>
                <a:spcPct val="110000"/>
              </a:lnSpc>
              <a:spcBef>
                <a:spcPts val="800"/>
              </a:spcBef>
              <a:spcAft>
                <a:spcPts val="0"/>
              </a:spcAft>
              <a:buClr>
                <a:srgbClr val="1B1915"/>
              </a:buClr>
              <a:buSzPts val="900"/>
              <a:buNone/>
              <a:defRPr/>
            </a:lvl3pPr>
            <a:lvl4pPr indent="-228600" lvl="3" marL="1828800" algn="l">
              <a:lnSpc>
                <a:spcPct val="110000"/>
              </a:lnSpc>
              <a:spcBef>
                <a:spcPts val="800"/>
              </a:spcBef>
              <a:spcAft>
                <a:spcPts val="0"/>
              </a:spcAft>
              <a:buClr>
                <a:srgbClr val="1B1915"/>
              </a:buClr>
              <a:buSzPts val="800"/>
              <a:buNone/>
              <a:defRPr/>
            </a:lvl4pPr>
            <a:lvl5pPr indent="-228600" lvl="4" marL="2286000" algn="l">
              <a:lnSpc>
                <a:spcPct val="110000"/>
              </a:lnSpc>
              <a:spcBef>
                <a:spcPts val="800"/>
              </a:spcBef>
              <a:spcAft>
                <a:spcPts val="0"/>
              </a:spcAft>
              <a:buClr>
                <a:srgbClr val="1B1915"/>
              </a:buClr>
              <a:buSzPts val="800"/>
              <a:buNone/>
              <a:defRPr/>
            </a:lvl5pPr>
            <a:lvl6pPr indent="-273050" lvl="5" marL="2743200" algn="l">
              <a:lnSpc>
                <a:spcPct val="110000"/>
              </a:lnSpc>
              <a:spcBef>
                <a:spcPts val="800"/>
              </a:spcBef>
              <a:spcAft>
                <a:spcPts val="0"/>
              </a:spcAft>
              <a:buClr>
                <a:schemeClr val="dk1"/>
              </a:buClr>
              <a:buSzPts val="700"/>
              <a:buChar char="•"/>
              <a:defRPr/>
            </a:lvl6pPr>
            <a:lvl7pPr indent="-273050" lvl="6" marL="3200400" algn="l">
              <a:lnSpc>
                <a:spcPct val="110000"/>
              </a:lnSpc>
              <a:spcBef>
                <a:spcPts val="800"/>
              </a:spcBef>
              <a:spcAft>
                <a:spcPts val="0"/>
              </a:spcAft>
              <a:buClr>
                <a:schemeClr val="dk1"/>
              </a:buClr>
              <a:buSzPts val="700"/>
              <a:buChar char="•"/>
              <a:defRPr/>
            </a:lvl7pPr>
            <a:lvl8pPr indent="-273050" lvl="7" marL="3657600" algn="l">
              <a:lnSpc>
                <a:spcPct val="110000"/>
              </a:lnSpc>
              <a:spcBef>
                <a:spcPts val="800"/>
              </a:spcBef>
              <a:spcAft>
                <a:spcPts val="0"/>
              </a:spcAft>
              <a:buClr>
                <a:schemeClr val="dk1"/>
              </a:buClr>
              <a:buSzPts val="700"/>
              <a:buChar char="•"/>
              <a:defRPr/>
            </a:lvl8pPr>
            <a:lvl9pPr indent="-273050" lvl="8" marL="4114800" algn="l">
              <a:lnSpc>
                <a:spcPct val="110000"/>
              </a:lnSpc>
              <a:spcBef>
                <a:spcPts val="800"/>
              </a:spcBef>
              <a:spcAft>
                <a:spcPts val="200"/>
              </a:spcAft>
              <a:buClr>
                <a:schemeClr val="dk1"/>
              </a:buClr>
              <a:buSzPts val="700"/>
              <a:buChar char="•"/>
              <a:defRPr/>
            </a:lvl9pPr>
          </a:lstStyle>
          <a:p/>
        </p:txBody>
      </p:sp>
      <p:sp>
        <p:nvSpPr>
          <p:cNvPr id="140" name="Google Shape;140;p16"/>
          <p:cNvSpPr txBox="1"/>
          <p:nvPr>
            <p:ph idx="2" type="body"/>
          </p:nvPr>
        </p:nvSpPr>
        <p:spPr>
          <a:xfrm>
            <a:off x="295955" y="3453788"/>
            <a:ext cx="2767500" cy="2337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900"/>
              <a:buNone/>
              <a:defRPr b="0" i="0" sz="9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141" name="Google Shape;141;p16"/>
          <p:cNvSpPr txBox="1"/>
          <p:nvPr>
            <p:ph type="title"/>
          </p:nvPr>
        </p:nvSpPr>
        <p:spPr>
          <a:xfrm>
            <a:off x="295955" y="594518"/>
            <a:ext cx="7758900" cy="642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800"/>
              <a:buFont typeface="Outfit"/>
              <a:buNone/>
              <a:defRPr b="0" sz="3800">
                <a:solidFill>
                  <a:schemeClr val="dk1"/>
                </a:solidFill>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pic>
        <p:nvPicPr>
          <p:cNvPr id="142" name="Google Shape;142;p16"/>
          <p:cNvPicPr preferRelativeResize="0"/>
          <p:nvPr/>
        </p:nvPicPr>
        <p:blipFill rotWithShape="1">
          <a:blip r:embed="rId2">
            <a:alphaModFix/>
          </a:blip>
          <a:srcRect b="0" l="0" r="0" t="0"/>
          <a:stretch/>
        </p:blipFill>
        <p:spPr>
          <a:xfrm>
            <a:off x="8022471" y="238125"/>
            <a:ext cx="789176" cy="202769"/>
          </a:xfrm>
          <a:prstGeom prst="rect">
            <a:avLst/>
          </a:prstGeom>
          <a:noFill/>
          <a:ln>
            <a:noFill/>
          </a:ln>
        </p:spPr>
      </p:pic>
      <p:sp>
        <p:nvSpPr>
          <p:cNvPr id="143" name="Google Shape;143;p16"/>
          <p:cNvSpPr/>
          <p:nvPr>
            <p:ph idx="3" type="pic"/>
          </p:nvPr>
        </p:nvSpPr>
        <p:spPr>
          <a:xfrm>
            <a:off x="295955" y="1500188"/>
            <a:ext cx="2767500" cy="1790100"/>
          </a:xfrm>
          <a:prstGeom prst="roundRect">
            <a:avLst>
              <a:gd fmla="val 3610" name="adj"/>
            </a:avLst>
          </a:prstGeom>
          <a:noFill/>
          <a:ln>
            <a:noFill/>
          </a:ln>
        </p:spPr>
      </p:sp>
      <p:sp>
        <p:nvSpPr>
          <p:cNvPr id="144" name="Google Shape;144;p16"/>
          <p:cNvSpPr/>
          <p:nvPr>
            <p:ph idx="4" type="pic"/>
          </p:nvPr>
        </p:nvSpPr>
        <p:spPr>
          <a:xfrm>
            <a:off x="3165879" y="1500188"/>
            <a:ext cx="2767500" cy="1790100"/>
          </a:xfrm>
          <a:prstGeom prst="roundRect">
            <a:avLst>
              <a:gd fmla="val 3610" name="adj"/>
            </a:avLst>
          </a:prstGeom>
          <a:noFill/>
          <a:ln>
            <a:noFill/>
          </a:ln>
        </p:spPr>
      </p:sp>
      <p:sp>
        <p:nvSpPr>
          <p:cNvPr id="145" name="Google Shape;145;p16"/>
          <p:cNvSpPr/>
          <p:nvPr>
            <p:ph idx="5" type="pic"/>
          </p:nvPr>
        </p:nvSpPr>
        <p:spPr>
          <a:xfrm>
            <a:off x="6035803" y="1500188"/>
            <a:ext cx="2767500" cy="1790100"/>
          </a:xfrm>
          <a:prstGeom prst="roundRect">
            <a:avLst>
              <a:gd fmla="val 3610" name="adj"/>
            </a:avLst>
          </a:prstGeom>
          <a:noFill/>
          <a:ln>
            <a:noFill/>
          </a:ln>
        </p:spPr>
      </p:sp>
      <p:sp>
        <p:nvSpPr>
          <p:cNvPr id="146" name="Google Shape;146;p16"/>
          <p:cNvSpPr txBox="1"/>
          <p:nvPr>
            <p:ph idx="6" type="body"/>
          </p:nvPr>
        </p:nvSpPr>
        <p:spPr>
          <a:xfrm>
            <a:off x="3164329" y="3750469"/>
            <a:ext cx="2766600" cy="9429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800"/>
              </a:spcBef>
              <a:spcAft>
                <a:spcPts val="0"/>
              </a:spcAft>
              <a:buClr>
                <a:srgbClr val="1B1915"/>
              </a:buClr>
              <a:buSzPts val="2300"/>
              <a:buNone/>
              <a:defRPr sz="2300"/>
            </a:lvl1pPr>
            <a:lvl2pPr indent="-228600" lvl="1" marL="914400" algn="l">
              <a:lnSpc>
                <a:spcPct val="110000"/>
              </a:lnSpc>
              <a:spcBef>
                <a:spcPts val="800"/>
              </a:spcBef>
              <a:spcAft>
                <a:spcPts val="0"/>
              </a:spcAft>
              <a:buClr>
                <a:srgbClr val="1B1915"/>
              </a:buClr>
              <a:buSzPts val="1100"/>
              <a:buNone/>
              <a:defRPr/>
            </a:lvl2pPr>
            <a:lvl3pPr indent="-228600" lvl="2" marL="1371600" algn="l">
              <a:lnSpc>
                <a:spcPct val="110000"/>
              </a:lnSpc>
              <a:spcBef>
                <a:spcPts val="800"/>
              </a:spcBef>
              <a:spcAft>
                <a:spcPts val="0"/>
              </a:spcAft>
              <a:buClr>
                <a:srgbClr val="1B1915"/>
              </a:buClr>
              <a:buSzPts val="900"/>
              <a:buNone/>
              <a:defRPr/>
            </a:lvl3pPr>
            <a:lvl4pPr indent="-228600" lvl="3" marL="1828800" algn="l">
              <a:lnSpc>
                <a:spcPct val="110000"/>
              </a:lnSpc>
              <a:spcBef>
                <a:spcPts val="800"/>
              </a:spcBef>
              <a:spcAft>
                <a:spcPts val="0"/>
              </a:spcAft>
              <a:buClr>
                <a:srgbClr val="1B1915"/>
              </a:buClr>
              <a:buSzPts val="800"/>
              <a:buNone/>
              <a:defRPr/>
            </a:lvl4pPr>
            <a:lvl5pPr indent="-228600" lvl="4" marL="2286000" algn="l">
              <a:lnSpc>
                <a:spcPct val="110000"/>
              </a:lnSpc>
              <a:spcBef>
                <a:spcPts val="800"/>
              </a:spcBef>
              <a:spcAft>
                <a:spcPts val="0"/>
              </a:spcAft>
              <a:buClr>
                <a:srgbClr val="1B1915"/>
              </a:buClr>
              <a:buSzPts val="800"/>
              <a:buNone/>
              <a:defRPr/>
            </a:lvl5pPr>
            <a:lvl6pPr indent="-273050" lvl="5" marL="2743200" algn="l">
              <a:lnSpc>
                <a:spcPct val="110000"/>
              </a:lnSpc>
              <a:spcBef>
                <a:spcPts val="800"/>
              </a:spcBef>
              <a:spcAft>
                <a:spcPts val="0"/>
              </a:spcAft>
              <a:buClr>
                <a:schemeClr val="dk1"/>
              </a:buClr>
              <a:buSzPts val="700"/>
              <a:buChar char="•"/>
              <a:defRPr/>
            </a:lvl6pPr>
            <a:lvl7pPr indent="-273050" lvl="6" marL="3200400" algn="l">
              <a:lnSpc>
                <a:spcPct val="110000"/>
              </a:lnSpc>
              <a:spcBef>
                <a:spcPts val="800"/>
              </a:spcBef>
              <a:spcAft>
                <a:spcPts val="0"/>
              </a:spcAft>
              <a:buClr>
                <a:schemeClr val="dk1"/>
              </a:buClr>
              <a:buSzPts val="700"/>
              <a:buChar char="•"/>
              <a:defRPr/>
            </a:lvl7pPr>
            <a:lvl8pPr indent="-273050" lvl="7" marL="3657600" algn="l">
              <a:lnSpc>
                <a:spcPct val="110000"/>
              </a:lnSpc>
              <a:spcBef>
                <a:spcPts val="800"/>
              </a:spcBef>
              <a:spcAft>
                <a:spcPts val="0"/>
              </a:spcAft>
              <a:buClr>
                <a:schemeClr val="dk1"/>
              </a:buClr>
              <a:buSzPts val="700"/>
              <a:buChar char="•"/>
              <a:defRPr/>
            </a:lvl8pPr>
            <a:lvl9pPr indent="-273050" lvl="8" marL="4114800" algn="l">
              <a:lnSpc>
                <a:spcPct val="110000"/>
              </a:lnSpc>
              <a:spcBef>
                <a:spcPts val="800"/>
              </a:spcBef>
              <a:spcAft>
                <a:spcPts val="200"/>
              </a:spcAft>
              <a:buClr>
                <a:schemeClr val="dk1"/>
              </a:buClr>
              <a:buSzPts val="700"/>
              <a:buChar char="•"/>
              <a:defRPr/>
            </a:lvl9pPr>
          </a:lstStyle>
          <a:p/>
        </p:txBody>
      </p:sp>
      <p:sp>
        <p:nvSpPr>
          <p:cNvPr id="147" name="Google Shape;147;p16"/>
          <p:cNvSpPr txBox="1"/>
          <p:nvPr>
            <p:ph idx="7" type="body"/>
          </p:nvPr>
        </p:nvSpPr>
        <p:spPr>
          <a:xfrm>
            <a:off x="3163309" y="3453788"/>
            <a:ext cx="2767500" cy="2337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900"/>
              <a:buNone/>
              <a:defRPr b="0" i="0" sz="9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148" name="Google Shape;148;p16"/>
          <p:cNvSpPr txBox="1"/>
          <p:nvPr>
            <p:ph idx="8" type="body"/>
          </p:nvPr>
        </p:nvSpPr>
        <p:spPr>
          <a:xfrm>
            <a:off x="6037595" y="3750469"/>
            <a:ext cx="2766600" cy="9429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800"/>
              </a:spcBef>
              <a:spcAft>
                <a:spcPts val="0"/>
              </a:spcAft>
              <a:buClr>
                <a:srgbClr val="1B1915"/>
              </a:buClr>
              <a:buSzPts val="2300"/>
              <a:buNone/>
              <a:defRPr sz="2300"/>
            </a:lvl1pPr>
            <a:lvl2pPr indent="-228600" lvl="1" marL="914400" algn="l">
              <a:lnSpc>
                <a:spcPct val="110000"/>
              </a:lnSpc>
              <a:spcBef>
                <a:spcPts val="800"/>
              </a:spcBef>
              <a:spcAft>
                <a:spcPts val="0"/>
              </a:spcAft>
              <a:buClr>
                <a:srgbClr val="1B1915"/>
              </a:buClr>
              <a:buSzPts val="1100"/>
              <a:buNone/>
              <a:defRPr/>
            </a:lvl2pPr>
            <a:lvl3pPr indent="-228600" lvl="2" marL="1371600" algn="l">
              <a:lnSpc>
                <a:spcPct val="110000"/>
              </a:lnSpc>
              <a:spcBef>
                <a:spcPts val="800"/>
              </a:spcBef>
              <a:spcAft>
                <a:spcPts val="0"/>
              </a:spcAft>
              <a:buClr>
                <a:srgbClr val="1B1915"/>
              </a:buClr>
              <a:buSzPts val="900"/>
              <a:buNone/>
              <a:defRPr/>
            </a:lvl3pPr>
            <a:lvl4pPr indent="-228600" lvl="3" marL="1828800" algn="l">
              <a:lnSpc>
                <a:spcPct val="110000"/>
              </a:lnSpc>
              <a:spcBef>
                <a:spcPts val="800"/>
              </a:spcBef>
              <a:spcAft>
                <a:spcPts val="0"/>
              </a:spcAft>
              <a:buClr>
                <a:srgbClr val="1B1915"/>
              </a:buClr>
              <a:buSzPts val="800"/>
              <a:buNone/>
              <a:defRPr/>
            </a:lvl4pPr>
            <a:lvl5pPr indent="-228600" lvl="4" marL="2286000" algn="l">
              <a:lnSpc>
                <a:spcPct val="110000"/>
              </a:lnSpc>
              <a:spcBef>
                <a:spcPts val="800"/>
              </a:spcBef>
              <a:spcAft>
                <a:spcPts val="0"/>
              </a:spcAft>
              <a:buClr>
                <a:srgbClr val="1B1915"/>
              </a:buClr>
              <a:buSzPts val="800"/>
              <a:buNone/>
              <a:defRPr/>
            </a:lvl5pPr>
            <a:lvl6pPr indent="-273050" lvl="5" marL="2743200" algn="l">
              <a:lnSpc>
                <a:spcPct val="110000"/>
              </a:lnSpc>
              <a:spcBef>
                <a:spcPts val="800"/>
              </a:spcBef>
              <a:spcAft>
                <a:spcPts val="0"/>
              </a:spcAft>
              <a:buClr>
                <a:schemeClr val="dk1"/>
              </a:buClr>
              <a:buSzPts val="700"/>
              <a:buChar char="•"/>
              <a:defRPr/>
            </a:lvl6pPr>
            <a:lvl7pPr indent="-273050" lvl="6" marL="3200400" algn="l">
              <a:lnSpc>
                <a:spcPct val="110000"/>
              </a:lnSpc>
              <a:spcBef>
                <a:spcPts val="800"/>
              </a:spcBef>
              <a:spcAft>
                <a:spcPts val="0"/>
              </a:spcAft>
              <a:buClr>
                <a:schemeClr val="dk1"/>
              </a:buClr>
              <a:buSzPts val="700"/>
              <a:buChar char="•"/>
              <a:defRPr/>
            </a:lvl7pPr>
            <a:lvl8pPr indent="-273050" lvl="7" marL="3657600" algn="l">
              <a:lnSpc>
                <a:spcPct val="110000"/>
              </a:lnSpc>
              <a:spcBef>
                <a:spcPts val="800"/>
              </a:spcBef>
              <a:spcAft>
                <a:spcPts val="0"/>
              </a:spcAft>
              <a:buClr>
                <a:schemeClr val="dk1"/>
              </a:buClr>
              <a:buSzPts val="700"/>
              <a:buChar char="•"/>
              <a:defRPr/>
            </a:lvl8pPr>
            <a:lvl9pPr indent="-273050" lvl="8" marL="4114800" algn="l">
              <a:lnSpc>
                <a:spcPct val="110000"/>
              </a:lnSpc>
              <a:spcBef>
                <a:spcPts val="800"/>
              </a:spcBef>
              <a:spcAft>
                <a:spcPts val="200"/>
              </a:spcAft>
              <a:buClr>
                <a:schemeClr val="dk1"/>
              </a:buClr>
              <a:buSzPts val="700"/>
              <a:buChar char="•"/>
              <a:defRPr/>
            </a:lvl9pPr>
          </a:lstStyle>
          <a:p/>
        </p:txBody>
      </p:sp>
      <p:sp>
        <p:nvSpPr>
          <p:cNvPr id="149" name="Google Shape;149;p16"/>
          <p:cNvSpPr txBox="1"/>
          <p:nvPr>
            <p:ph idx="9" type="body"/>
          </p:nvPr>
        </p:nvSpPr>
        <p:spPr>
          <a:xfrm>
            <a:off x="6036574" y="3453788"/>
            <a:ext cx="2767500" cy="2337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900"/>
              <a:buNone/>
              <a:defRPr b="0" i="0" sz="9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150" name="Google Shape;150;p16"/>
          <p:cNvSpPr txBox="1"/>
          <p:nvPr>
            <p:ph idx="10" type="dt"/>
          </p:nvPr>
        </p:nvSpPr>
        <p:spPr>
          <a:xfrm>
            <a:off x="285750" y="4753346"/>
            <a:ext cx="2057400" cy="199800"/>
          </a:xfrm>
          <a:prstGeom prst="rect">
            <a:avLst/>
          </a:prstGeom>
          <a:noFill/>
          <a:ln>
            <a:noFill/>
          </a:ln>
        </p:spPr>
        <p:txBody>
          <a:bodyPr anchorCtr="0" anchor="b" bIns="0" lIns="0" spcFirstLastPara="1" rIns="0" wrap="square" tIns="0">
            <a:noAutofit/>
          </a:bodyPr>
          <a:lstStyle>
            <a:lvl1pPr lvl="0" algn="l">
              <a:lnSpc>
                <a:spcPct val="90000"/>
              </a:lnSpc>
              <a:spcBef>
                <a:spcPts val="1700"/>
              </a:spcBef>
              <a:spcAft>
                <a:spcPts val="0"/>
              </a:spcAft>
              <a:buClr>
                <a:schemeClr val="dk1"/>
              </a:buClr>
              <a:buSzPts val="700"/>
              <a:buNone/>
              <a:defRPr/>
            </a:lvl1pPr>
            <a:lvl2pPr lvl="1" algn="l">
              <a:lnSpc>
                <a:spcPct val="90000"/>
              </a:lnSpc>
              <a:spcBef>
                <a:spcPts val="1700"/>
              </a:spcBef>
              <a:spcAft>
                <a:spcPts val="0"/>
              </a:spcAft>
              <a:buClr>
                <a:srgbClr val="000000"/>
              </a:buClr>
              <a:buSzPts val="700"/>
              <a:buNone/>
              <a:defRPr/>
            </a:lvl2pPr>
            <a:lvl3pPr lvl="2" algn="l">
              <a:lnSpc>
                <a:spcPct val="90000"/>
              </a:lnSpc>
              <a:spcBef>
                <a:spcPts val="1700"/>
              </a:spcBef>
              <a:spcAft>
                <a:spcPts val="0"/>
              </a:spcAft>
              <a:buClr>
                <a:srgbClr val="000000"/>
              </a:buClr>
              <a:buSzPts val="700"/>
              <a:buNone/>
              <a:defRPr/>
            </a:lvl3pPr>
            <a:lvl4pPr lvl="3" algn="l">
              <a:lnSpc>
                <a:spcPct val="90000"/>
              </a:lnSpc>
              <a:spcBef>
                <a:spcPts val="1700"/>
              </a:spcBef>
              <a:spcAft>
                <a:spcPts val="0"/>
              </a:spcAft>
              <a:buClr>
                <a:srgbClr val="000000"/>
              </a:buClr>
              <a:buSzPts val="700"/>
              <a:buNone/>
              <a:defRPr/>
            </a:lvl4pPr>
            <a:lvl5pPr lvl="4" algn="l">
              <a:lnSpc>
                <a:spcPct val="90000"/>
              </a:lnSpc>
              <a:spcBef>
                <a:spcPts val="1700"/>
              </a:spcBef>
              <a:spcAft>
                <a:spcPts val="0"/>
              </a:spcAft>
              <a:buClr>
                <a:srgbClr val="000000"/>
              </a:buClr>
              <a:buSzPts val="700"/>
              <a:buNone/>
              <a:defRPr/>
            </a:lvl5pPr>
            <a:lvl6pPr lvl="5" algn="l">
              <a:lnSpc>
                <a:spcPct val="90000"/>
              </a:lnSpc>
              <a:spcBef>
                <a:spcPts val="1700"/>
              </a:spcBef>
              <a:spcAft>
                <a:spcPts val="0"/>
              </a:spcAft>
              <a:buClr>
                <a:srgbClr val="000000"/>
              </a:buClr>
              <a:buSzPts val="700"/>
              <a:buNone/>
              <a:defRPr/>
            </a:lvl6pPr>
            <a:lvl7pPr lvl="6" algn="l">
              <a:lnSpc>
                <a:spcPct val="90000"/>
              </a:lnSpc>
              <a:spcBef>
                <a:spcPts val="1700"/>
              </a:spcBef>
              <a:spcAft>
                <a:spcPts val="0"/>
              </a:spcAft>
              <a:buClr>
                <a:srgbClr val="000000"/>
              </a:buClr>
              <a:buSzPts val="700"/>
              <a:buNone/>
              <a:defRPr/>
            </a:lvl7pPr>
            <a:lvl8pPr lvl="7" algn="l">
              <a:lnSpc>
                <a:spcPct val="90000"/>
              </a:lnSpc>
              <a:spcBef>
                <a:spcPts val="1700"/>
              </a:spcBef>
              <a:spcAft>
                <a:spcPts val="0"/>
              </a:spcAft>
              <a:buClr>
                <a:srgbClr val="000000"/>
              </a:buClr>
              <a:buSzPts val="700"/>
              <a:buNone/>
              <a:defRPr/>
            </a:lvl8pPr>
            <a:lvl9pPr lvl="8" algn="l">
              <a:lnSpc>
                <a:spcPct val="90000"/>
              </a:lnSpc>
              <a:spcBef>
                <a:spcPts val="1700"/>
              </a:spcBef>
              <a:spcAft>
                <a:spcPts val="0"/>
              </a:spcAft>
              <a:buClr>
                <a:srgbClr val="000000"/>
              </a:buClr>
              <a:buSzPts val="700"/>
              <a:buNone/>
              <a:defRPr/>
            </a:lvl9pPr>
          </a:lstStyle>
          <a:p/>
        </p:txBody>
      </p:sp>
      <p:sp>
        <p:nvSpPr>
          <p:cNvPr id="151" name="Google Shape;151;p16"/>
          <p:cNvSpPr txBox="1"/>
          <p:nvPr>
            <p:ph idx="12" type="sldNum"/>
          </p:nvPr>
        </p:nvSpPr>
        <p:spPr>
          <a:xfrm>
            <a:off x="6753225" y="4767263"/>
            <a:ext cx="2057400" cy="185700"/>
          </a:xfrm>
          <a:prstGeom prst="rect">
            <a:avLst/>
          </a:prstGeom>
          <a:noFill/>
          <a:ln>
            <a:noFill/>
          </a:ln>
        </p:spPr>
        <p:txBody>
          <a:bodyPr anchorCtr="0" anchor="b" bIns="0" lIns="0" spcFirstLastPara="1" rIns="0" wrap="square" tIns="0">
            <a:noAutofit/>
          </a:bodyPr>
          <a:lstStyle>
            <a:lvl1pPr indent="0" lvl="0" marL="0" algn="r">
              <a:lnSpc>
                <a:spcPct val="90000"/>
              </a:lnSpc>
              <a:spcBef>
                <a:spcPts val="0"/>
              </a:spcBef>
              <a:spcAft>
                <a:spcPts val="0"/>
              </a:spcAft>
              <a:buClr>
                <a:schemeClr val="dk1"/>
              </a:buClr>
              <a:buSzPts val="500"/>
              <a:buFont typeface="Outfit"/>
              <a:buNone/>
              <a:defRPr/>
            </a:lvl1pPr>
            <a:lvl2pPr indent="0" lvl="1" marL="0" algn="r">
              <a:lnSpc>
                <a:spcPct val="90000"/>
              </a:lnSpc>
              <a:spcBef>
                <a:spcPts val="0"/>
              </a:spcBef>
              <a:spcAft>
                <a:spcPts val="0"/>
              </a:spcAft>
              <a:buClr>
                <a:schemeClr val="dk1"/>
              </a:buClr>
              <a:buSzPts val="500"/>
              <a:buFont typeface="Outfit"/>
              <a:buNone/>
              <a:defRPr/>
            </a:lvl2pPr>
            <a:lvl3pPr indent="0" lvl="2" marL="0" algn="r">
              <a:lnSpc>
                <a:spcPct val="90000"/>
              </a:lnSpc>
              <a:spcBef>
                <a:spcPts val="0"/>
              </a:spcBef>
              <a:spcAft>
                <a:spcPts val="0"/>
              </a:spcAft>
              <a:buClr>
                <a:schemeClr val="dk1"/>
              </a:buClr>
              <a:buSzPts val="500"/>
              <a:buFont typeface="Outfit"/>
              <a:buNone/>
              <a:defRPr/>
            </a:lvl3pPr>
            <a:lvl4pPr indent="0" lvl="3" marL="0" algn="r">
              <a:lnSpc>
                <a:spcPct val="90000"/>
              </a:lnSpc>
              <a:spcBef>
                <a:spcPts val="0"/>
              </a:spcBef>
              <a:spcAft>
                <a:spcPts val="0"/>
              </a:spcAft>
              <a:buClr>
                <a:schemeClr val="dk1"/>
              </a:buClr>
              <a:buSzPts val="500"/>
              <a:buFont typeface="Outfit"/>
              <a:buNone/>
              <a:defRPr/>
            </a:lvl4pPr>
            <a:lvl5pPr indent="0" lvl="4" marL="0" algn="r">
              <a:lnSpc>
                <a:spcPct val="90000"/>
              </a:lnSpc>
              <a:spcBef>
                <a:spcPts val="0"/>
              </a:spcBef>
              <a:spcAft>
                <a:spcPts val="0"/>
              </a:spcAft>
              <a:buClr>
                <a:schemeClr val="dk1"/>
              </a:buClr>
              <a:buSzPts val="500"/>
              <a:buFont typeface="Outfit"/>
              <a:buNone/>
              <a:defRPr/>
            </a:lvl5pPr>
            <a:lvl6pPr indent="0" lvl="5" marL="0" algn="r">
              <a:lnSpc>
                <a:spcPct val="90000"/>
              </a:lnSpc>
              <a:spcBef>
                <a:spcPts val="0"/>
              </a:spcBef>
              <a:spcAft>
                <a:spcPts val="0"/>
              </a:spcAft>
              <a:buClr>
                <a:schemeClr val="dk1"/>
              </a:buClr>
              <a:buSzPts val="500"/>
              <a:buFont typeface="Outfit"/>
              <a:buNone/>
              <a:defRPr/>
            </a:lvl6pPr>
            <a:lvl7pPr indent="0" lvl="6" marL="0" algn="r">
              <a:lnSpc>
                <a:spcPct val="90000"/>
              </a:lnSpc>
              <a:spcBef>
                <a:spcPts val="0"/>
              </a:spcBef>
              <a:spcAft>
                <a:spcPts val="0"/>
              </a:spcAft>
              <a:buClr>
                <a:schemeClr val="dk1"/>
              </a:buClr>
              <a:buSzPts val="500"/>
              <a:buFont typeface="Outfit"/>
              <a:buNone/>
              <a:defRPr/>
            </a:lvl7pPr>
            <a:lvl8pPr indent="0" lvl="7" marL="0" algn="r">
              <a:lnSpc>
                <a:spcPct val="90000"/>
              </a:lnSpc>
              <a:spcBef>
                <a:spcPts val="0"/>
              </a:spcBef>
              <a:spcAft>
                <a:spcPts val="0"/>
              </a:spcAft>
              <a:buClr>
                <a:schemeClr val="dk1"/>
              </a:buClr>
              <a:buSzPts val="500"/>
              <a:buFont typeface="Outfit"/>
              <a:buNone/>
              <a:defRPr/>
            </a:lvl8pPr>
            <a:lvl9pPr indent="0" lvl="8" marL="0" algn="r">
              <a:lnSpc>
                <a:spcPct val="90000"/>
              </a:lnSpc>
              <a:spcBef>
                <a:spcPts val="0"/>
              </a:spcBef>
              <a:spcAft>
                <a:spcPts val="0"/>
              </a:spcAft>
              <a:buClr>
                <a:schemeClr val="dk1"/>
              </a:buClr>
              <a:buSzPts val="500"/>
              <a:buFont typeface="Outfit"/>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Slide_Four Columns with Images">
  <p:cSld name="Text Slide_Four Columns with Images">
    <p:bg>
      <p:bgPr>
        <a:solidFill>
          <a:srgbClr val="FFFFFF"/>
        </a:solidFill>
      </p:bgPr>
    </p:bg>
    <p:spTree>
      <p:nvGrpSpPr>
        <p:cNvPr id="152" name="Shape 152"/>
        <p:cNvGrpSpPr/>
        <p:nvPr/>
      </p:nvGrpSpPr>
      <p:grpSpPr>
        <a:xfrm>
          <a:off x="0" y="0"/>
          <a:ext cx="0" cy="0"/>
          <a:chOff x="0" y="0"/>
          <a:chExt cx="0" cy="0"/>
        </a:xfrm>
      </p:grpSpPr>
      <p:sp>
        <p:nvSpPr>
          <p:cNvPr id="153" name="Google Shape;153;p17"/>
          <p:cNvSpPr txBox="1"/>
          <p:nvPr>
            <p:ph idx="1" type="body"/>
          </p:nvPr>
        </p:nvSpPr>
        <p:spPr>
          <a:xfrm>
            <a:off x="296976" y="3750469"/>
            <a:ext cx="2048700" cy="9429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800"/>
              </a:spcBef>
              <a:spcAft>
                <a:spcPts val="0"/>
              </a:spcAft>
              <a:buClr>
                <a:srgbClr val="1B1915"/>
              </a:buClr>
              <a:buSzPts val="2300"/>
              <a:buNone/>
              <a:defRPr sz="2300"/>
            </a:lvl1pPr>
            <a:lvl2pPr indent="-228600" lvl="1" marL="914400" algn="l">
              <a:lnSpc>
                <a:spcPct val="110000"/>
              </a:lnSpc>
              <a:spcBef>
                <a:spcPts val="800"/>
              </a:spcBef>
              <a:spcAft>
                <a:spcPts val="0"/>
              </a:spcAft>
              <a:buClr>
                <a:srgbClr val="1B1915"/>
              </a:buClr>
              <a:buSzPts val="1100"/>
              <a:buNone/>
              <a:defRPr/>
            </a:lvl2pPr>
            <a:lvl3pPr indent="-228600" lvl="2" marL="1371600" algn="l">
              <a:lnSpc>
                <a:spcPct val="110000"/>
              </a:lnSpc>
              <a:spcBef>
                <a:spcPts val="800"/>
              </a:spcBef>
              <a:spcAft>
                <a:spcPts val="0"/>
              </a:spcAft>
              <a:buClr>
                <a:srgbClr val="1B1915"/>
              </a:buClr>
              <a:buSzPts val="900"/>
              <a:buNone/>
              <a:defRPr/>
            </a:lvl3pPr>
            <a:lvl4pPr indent="-228600" lvl="3" marL="1828800" algn="l">
              <a:lnSpc>
                <a:spcPct val="110000"/>
              </a:lnSpc>
              <a:spcBef>
                <a:spcPts val="800"/>
              </a:spcBef>
              <a:spcAft>
                <a:spcPts val="0"/>
              </a:spcAft>
              <a:buClr>
                <a:srgbClr val="1B1915"/>
              </a:buClr>
              <a:buSzPts val="800"/>
              <a:buNone/>
              <a:defRPr/>
            </a:lvl4pPr>
            <a:lvl5pPr indent="-228600" lvl="4" marL="2286000" algn="l">
              <a:lnSpc>
                <a:spcPct val="110000"/>
              </a:lnSpc>
              <a:spcBef>
                <a:spcPts val="800"/>
              </a:spcBef>
              <a:spcAft>
                <a:spcPts val="0"/>
              </a:spcAft>
              <a:buClr>
                <a:srgbClr val="1B1915"/>
              </a:buClr>
              <a:buSzPts val="800"/>
              <a:buNone/>
              <a:defRPr/>
            </a:lvl5pPr>
            <a:lvl6pPr indent="-273050" lvl="5" marL="2743200" algn="l">
              <a:lnSpc>
                <a:spcPct val="110000"/>
              </a:lnSpc>
              <a:spcBef>
                <a:spcPts val="800"/>
              </a:spcBef>
              <a:spcAft>
                <a:spcPts val="0"/>
              </a:spcAft>
              <a:buClr>
                <a:schemeClr val="dk1"/>
              </a:buClr>
              <a:buSzPts val="700"/>
              <a:buChar char="•"/>
              <a:defRPr/>
            </a:lvl6pPr>
            <a:lvl7pPr indent="-273050" lvl="6" marL="3200400" algn="l">
              <a:lnSpc>
                <a:spcPct val="110000"/>
              </a:lnSpc>
              <a:spcBef>
                <a:spcPts val="800"/>
              </a:spcBef>
              <a:spcAft>
                <a:spcPts val="0"/>
              </a:spcAft>
              <a:buClr>
                <a:schemeClr val="dk1"/>
              </a:buClr>
              <a:buSzPts val="700"/>
              <a:buChar char="•"/>
              <a:defRPr/>
            </a:lvl7pPr>
            <a:lvl8pPr indent="-273050" lvl="7" marL="3657600" algn="l">
              <a:lnSpc>
                <a:spcPct val="110000"/>
              </a:lnSpc>
              <a:spcBef>
                <a:spcPts val="800"/>
              </a:spcBef>
              <a:spcAft>
                <a:spcPts val="0"/>
              </a:spcAft>
              <a:buClr>
                <a:schemeClr val="dk1"/>
              </a:buClr>
              <a:buSzPts val="700"/>
              <a:buChar char="•"/>
              <a:defRPr/>
            </a:lvl8pPr>
            <a:lvl9pPr indent="-273050" lvl="8" marL="4114800" algn="l">
              <a:lnSpc>
                <a:spcPct val="110000"/>
              </a:lnSpc>
              <a:spcBef>
                <a:spcPts val="800"/>
              </a:spcBef>
              <a:spcAft>
                <a:spcPts val="200"/>
              </a:spcAft>
              <a:buClr>
                <a:schemeClr val="dk1"/>
              </a:buClr>
              <a:buSzPts val="700"/>
              <a:buChar char="•"/>
              <a:defRPr/>
            </a:lvl9pPr>
          </a:lstStyle>
          <a:p/>
        </p:txBody>
      </p:sp>
      <p:sp>
        <p:nvSpPr>
          <p:cNvPr id="154" name="Google Shape;154;p17"/>
          <p:cNvSpPr txBox="1"/>
          <p:nvPr>
            <p:ph idx="2" type="body"/>
          </p:nvPr>
        </p:nvSpPr>
        <p:spPr>
          <a:xfrm>
            <a:off x="295956" y="3453788"/>
            <a:ext cx="2049300" cy="2337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900"/>
              <a:buNone/>
              <a:defRPr b="0" i="0" sz="9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155" name="Google Shape;155;p17"/>
          <p:cNvSpPr txBox="1"/>
          <p:nvPr>
            <p:ph type="title"/>
          </p:nvPr>
        </p:nvSpPr>
        <p:spPr>
          <a:xfrm>
            <a:off x="295955" y="594518"/>
            <a:ext cx="7758900" cy="642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800"/>
              <a:buFont typeface="Outfit"/>
              <a:buNone/>
              <a:defRPr b="0" sz="3800">
                <a:solidFill>
                  <a:schemeClr val="dk1"/>
                </a:solidFill>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pic>
        <p:nvPicPr>
          <p:cNvPr id="156" name="Google Shape;156;p17"/>
          <p:cNvPicPr preferRelativeResize="0"/>
          <p:nvPr/>
        </p:nvPicPr>
        <p:blipFill rotWithShape="1">
          <a:blip r:embed="rId2">
            <a:alphaModFix/>
          </a:blip>
          <a:srcRect b="0" l="0" r="0" t="0"/>
          <a:stretch/>
        </p:blipFill>
        <p:spPr>
          <a:xfrm>
            <a:off x="8022471" y="238125"/>
            <a:ext cx="789176" cy="202769"/>
          </a:xfrm>
          <a:prstGeom prst="rect">
            <a:avLst/>
          </a:prstGeom>
          <a:noFill/>
          <a:ln>
            <a:noFill/>
          </a:ln>
        </p:spPr>
      </p:pic>
      <p:sp>
        <p:nvSpPr>
          <p:cNvPr id="157" name="Google Shape;157;p17"/>
          <p:cNvSpPr/>
          <p:nvPr>
            <p:ph idx="3" type="pic"/>
          </p:nvPr>
        </p:nvSpPr>
        <p:spPr>
          <a:xfrm>
            <a:off x="295955" y="1500188"/>
            <a:ext cx="2048700" cy="1790100"/>
          </a:xfrm>
          <a:prstGeom prst="roundRect">
            <a:avLst>
              <a:gd fmla="val 3610" name="adj"/>
            </a:avLst>
          </a:prstGeom>
          <a:noFill/>
          <a:ln>
            <a:noFill/>
          </a:ln>
        </p:spPr>
      </p:sp>
      <p:sp>
        <p:nvSpPr>
          <p:cNvPr id="158" name="Google Shape;158;p17"/>
          <p:cNvSpPr txBox="1"/>
          <p:nvPr>
            <p:ph idx="4" type="body"/>
          </p:nvPr>
        </p:nvSpPr>
        <p:spPr>
          <a:xfrm>
            <a:off x="2448969" y="3750469"/>
            <a:ext cx="2048700" cy="9429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800"/>
              </a:spcBef>
              <a:spcAft>
                <a:spcPts val="0"/>
              </a:spcAft>
              <a:buClr>
                <a:srgbClr val="1B1915"/>
              </a:buClr>
              <a:buSzPts val="2300"/>
              <a:buNone/>
              <a:defRPr sz="2300"/>
            </a:lvl1pPr>
            <a:lvl2pPr indent="-228600" lvl="1" marL="914400" algn="l">
              <a:lnSpc>
                <a:spcPct val="110000"/>
              </a:lnSpc>
              <a:spcBef>
                <a:spcPts val="800"/>
              </a:spcBef>
              <a:spcAft>
                <a:spcPts val="0"/>
              </a:spcAft>
              <a:buClr>
                <a:srgbClr val="1B1915"/>
              </a:buClr>
              <a:buSzPts val="1100"/>
              <a:buNone/>
              <a:defRPr/>
            </a:lvl2pPr>
            <a:lvl3pPr indent="-228600" lvl="2" marL="1371600" algn="l">
              <a:lnSpc>
                <a:spcPct val="110000"/>
              </a:lnSpc>
              <a:spcBef>
                <a:spcPts val="800"/>
              </a:spcBef>
              <a:spcAft>
                <a:spcPts val="0"/>
              </a:spcAft>
              <a:buClr>
                <a:srgbClr val="1B1915"/>
              </a:buClr>
              <a:buSzPts val="900"/>
              <a:buNone/>
              <a:defRPr/>
            </a:lvl3pPr>
            <a:lvl4pPr indent="-228600" lvl="3" marL="1828800" algn="l">
              <a:lnSpc>
                <a:spcPct val="110000"/>
              </a:lnSpc>
              <a:spcBef>
                <a:spcPts val="800"/>
              </a:spcBef>
              <a:spcAft>
                <a:spcPts val="0"/>
              </a:spcAft>
              <a:buClr>
                <a:srgbClr val="1B1915"/>
              </a:buClr>
              <a:buSzPts val="800"/>
              <a:buNone/>
              <a:defRPr/>
            </a:lvl4pPr>
            <a:lvl5pPr indent="-228600" lvl="4" marL="2286000" algn="l">
              <a:lnSpc>
                <a:spcPct val="110000"/>
              </a:lnSpc>
              <a:spcBef>
                <a:spcPts val="800"/>
              </a:spcBef>
              <a:spcAft>
                <a:spcPts val="0"/>
              </a:spcAft>
              <a:buClr>
                <a:srgbClr val="1B1915"/>
              </a:buClr>
              <a:buSzPts val="800"/>
              <a:buNone/>
              <a:defRPr/>
            </a:lvl5pPr>
            <a:lvl6pPr indent="-273050" lvl="5" marL="2743200" algn="l">
              <a:lnSpc>
                <a:spcPct val="110000"/>
              </a:lnSpc>
              <a:spcBef>
                <a:spcPts val="800"/>
              </a:spcBef>
              <a:spcAft>
                <a:spcPts val="0"/>
              </a:spcAft>
              <a:buClr>
                <a:schemeClr val="dk1"/>
              </a:buClr>
              <a:buSzPts val="700"/>
              <a:buChar char="•"/>
              <a:defRPr/>
            </a:lvl6pPr>
            <a:lvl7pPr indent="-273050" lvl="6" marL="3200400" algn="l">
              <a:lnSpc>
                <a:spcPct val="110000"/>
              </a:lnSpc>
              <a:spcBef>
                <a:spcPts val="800"/>
              </a:spcBef>
              <a:spcAft>
                <a:spcPts val="0"/>
              </a:spcAft>
              <a:buClr>
                <a:schemeClr val="dk1"/>
              </a:buClr>
              <a:buSzPts val="700"/>
              <a:buChar char="•"/>
              <a:defRPr/>
            </a:lvl7pPr>
            <a:lvl8pPr indent="-273050" lvl="7" marL="3657600" algn="l">
              <a:lnSpc>
                <a:spcPct val="110000"/>
              </a:lnSpc>
              <a:spcBef>
                <a:spcPts val="800"/>
              </a:spcBef>
              <a:spcAft>
                <a:spcPts val="0"/>
              </a:spcAft>
              <a:buClr>
                <a:schemeClr val="dk1"/>
              </a:buClr>
              <a:buSzPts val="700"/>
              <a:buChar char="•"/>
              <a:defRPr/>
            </a:lvl8pPr>
            <a:lvl9pPr indent="-273050" lvl="8" marL="4114800" algn="l">
              <a:lnSpc>
                <a:spcPct val="110000"/>
              </a:lnSpc>
              <a:spcBef>
                <a:spcPts val="800"/>
              </a:spcBef>
              <a:spcAft>
                <a:spcPts val="200"/>
              </a:spcAft>
              <a:buClr>
                <a:schemeClr val="dk1"/>
              </a:buClr>
              <a:buSzPts val="700"/>
              <a:buChar char="•"/>
              <a:defRPr/>
            </a:lvl9pPr>
          </a:lstStyle>
          <a:p/>
        </p:txBody>
      </p:sp>
      <p:sp>
        <p:nvSpPr>
          <p:cNvPr id="159" name="Google Shape;159;p17"/>
          <p:cNvSpPr txBox="1"/>
          <p:nvPr>
            <p:ph idx="5" type="body"/>
          </p:nvPr>
        </p:nvSpPr>
        <p:spPr>
          <a:xfrm>
            <a:off x="2447949" y="3453788"/>
            <a:ext cx="2049300" cy="2337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900"/>
              <a:buNone/>
              <a:defRPr b="0" i="0" sz="9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160" name="Google Shape;160;p17"/>
          <p:cNvSpPr/>
          <p:nvPr>
            <p:ph idx="6" type="pic"/>
          </p:nvPr>
        </p:nvSpPr>
        <p:spPr>
          <a:xfrm>
            <a:off x="2447948" y="1500188"/>
            <a:ext cx="2048700" cy="1790100"/>
          </a:xfrm>
          <a:prstGeom prst="roundRect">
            <a:avLst>
              <a:gd fmla="val 3610" name="adj"/>
            </a:avLst>
          </a:prstGeom>
          <a:noFill/>
          <a:ln>
            <a:noFill/>
          </a:ln>
        </p:spPr>
      </p:sp>
      <p:sp>
        <p:nvSpPr>
          <p:cNvPr id="161" name="Google Shape;161;p17"/>
          <p:cNvSpPr txBox="1"/>
          <p:nvPr>
            <p:ph idx="7" type="body"/>
          </p:nvPr>
        </p:nvSpPr>
        <p:spPr>
          <a:xfrm>
            <a:off x="4600962" y="3750469"/>
            <a:ext cx="2048700" cy="9429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800"/>
              </a:spcBef>
              <a:spcAft>
                <a:spcPts val="0"/>
              </a:spcAft>
              <a:buClr>
                <a:srgbClr val="1B1915"/>
              </a:buClr>
              <a:buSzPts val="2300"/>
              <a:buNone/>
              <a:defRPr sz="2300"/>
            </a:lvl1pPr>
            <a:lvl2pPr indent="-228600" lvl="1" marL="914400" algn="l">
              <a:lnSpc>
                <a:spcPct val="110000"/>
              </a:lnSpc>
              <a:spcBef>
                <a:spcPts val="800"/>
              </a:spcBef>
              <a:spcAft>
                <a:spcPts val="0"/>
              </a:spcAft>
              <a:buClr>
                <a:srgbClr val="1B1915"/>
              </a:buClr>
              <a:buSzPts val="1100"/>
              <a:buNone/>
              <a:defRPr/>
            </a:lvl2pPr>
            <a:lvl3pPr indent="-228600" lvl="2" marL="1371600" algn="l">
              <a:lnSpc>
                <a:spcPct val="110000"/>
              </a:lnSpc>
              <a:spcBef>
                <a:spcPts val="800"/>
              </a:spcBef>
              <a:spcAft>
                <a:spcPts val="0"/>
              </a:spcAft>
              <a:buClr>
                <a:srgbClr val="1B1915"/>
              </a:buClr>
              <a:buSzPts val="900"/>
              <a:buNone/>
              <a:defRPr/>
            </a:lvl3pPr>
            <a:lvl4pPr indent="-228600" lvl="3" marL="1828800" algn="l">
              <a:lnSpc>
                <a:spcPct val="110000"/>
              </a:lnSpc>
              <a:spcBef>
                <a:spcPts val="800"/>
              </a:spcBef>
              <a:spcAft>
                <a:spcPts val="0"/>
              </a:spcAft>
              <a:buClr>
                <a:srgbClr val="1B1915"/>
              </a:buClr>
              <a:buSzPts val="800"/>
              <a:buNone/>
              <a:defRPr/>
            </a:lvl4pPr>
            <a:lvl5pPr indent="-228600" lvl="4" marL="2286000" algn="l">
              <a:lnSpc>
                <a:spcPct val="110000"/>
              </a:lnSpc>
              <a:spcBef>
                <a:spcPts val="800"/>
              </a:spcBef>
              <a:spcAft>
                <a:spcPts val="0"/>
              </a:spcAft>
              <a:buClr>
                <a:srgbClr val="1B1915"/>
              </a:buClr>
              <a:buSzPts val="800"/>
              <a:buNone/>
              <a:defRPr/>
            </a:lvl5pPr>
            <a:lvl6pPr indent="-273050" lvl="5" marL="2743200" algn="l">
              <a:lnSpc>
                <a:spcPct val="110000"/>
              </a:lnSpc>
              <a:spcBef>
                <a:spcPts val="800"/>
              </a:spcBef>
              <a:spcAft>
                <a:spcPts val="0"/>
              </a:spcAft>
              <a:buClr>
                <a:schemeClr val="dk1"/>
              </a:buClr>
              <a:buSzPts val="700"/>
              <a:buChar char="•"/>
              <a:defRPr/>
            </a:lvl6pPr>
            <a:lvl7pPr indent="-273050" lvl="6" marL="3200400" algn="l">
              <a:lnSpc>
                <a:spcPct val="110000"/>
              </a:lnSpc>
              <a:spcBef>
                <a:spcPts val="800"/>
              </a:spcBef>
              <a:spcAft>
                <a:spcPts val="0"/>
              </a:spcAft>
              <a:buClr>
                <a:schemeClr val="dk1"/>
              </a:buClr>
              <a:buSzPts val="700"/>
              <a:buChar char="•"/>
              <a:defRPr/>
            </a:lvl7pPr>
            <a:lvl8pPr indent="-273050" lvl="7" marL="3657600" algn="l">
              <a:lnSpc>
                <a:spcPct val="110000"/>
              </a:lnSpc>
              <a:spcBef>
                <a:spcPts val="800"/>
              </a:spcBef>
              <a:spcAft>
                <a:spcPts val="0"/>
              </a:spcAft>
              <a:buClr>
                <a:schemeClr val="dk1"/>
              </a:buClr>
              <a:buSzPts val="700"/>
              <a:buChar char="•"/>
              <a:defRPr/>
            </a:lvl8pPr>
            <a:lvl9pPr indent="-273050" lvl="8" marL="4114800" algn="l">
              <a:lnSpc>
                <a:spcPct val="110000"/>
              </a:lnSpc>
              <a:spcBef>
                <a:spcPts val="800"/>
              </a:spcBef>
              <a:spcAft>
                <a:spcPts val="200"/>
              </a:spcAft>
              <a:buClr>
                <a:schemeClr val="dk1"/>
              </a:buClr>
              <a:buSzPts val="700"/>
              <a:buChar char="•"/>
              <a:defRPr/>
            </a:lvl9pPr>
          </a:lstStyle>
          <a:p/>
        </p:txBody>
      </p:sp>
      <p:sp>
        <p:nvSpPr>
          <p:cNvPr id="162" name="Google Shape;162;p17"/>
          <p:cNvSpPr txBox="1"/>
          <p:nvPr>
            <p:ph idx="8" type="body"/>
          </p:nvPr>
        </p:nvSpPr>
        <p:spPr>
          <a:xfrm>
            <a:off x="4599942" y="3453788"/>
            <a:ext cx="2049300" cy="2337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900"/>
              <a:buNone/>
              <a:defRPr b="0" i="0" sz="9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163" name="Google Shape;163;p17"/>
          <p:cNvSpPr/>
          <p:nvPr>
            <p:ph idx="9" type="pic"/>
          </p:nvPr>
        </p:nvSpPr>
        <p:spPr>
          <a:xfrm>
            <a:off x="4599941" y="1500188"/>
            <a:ext cx="2048700" cy="1790100"/>
          </a:xfrm>
          <a:prstGeom prst="roundRect">
            <a:avLst>
              <a:gd fmla="val 3610" name="adj"/>
            </a:avLst>
          </a:prstGeom>
          <a:noFill/>
          <a:ln>
            <a:noFill/>
          </a:ln>
        </p:spPr>
      </p:sp>
      <p:sp>
        <p:nvSpPr>
          <p:cNvPr id="164" name="Google Shape;164;p17"/>
          <p:cNvSpPr txBox="1"/>
          <p:nvPr>
            <p:ph idx="13" type="body"/>
          </p:nvPr>
        </p:nvSpPr>
        <p:spPr>
          <a:xfrm>
            <a:off x="6752955" y="3750469"/>
            <a:ext cx="2048700" cy="9429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800"/>
              </a:spcBef>
              <a:spcAft>
                <a:spcPts val="0"/>
              </a:spcAft>
              <a:buClr>
                <a:srgbClr val="1B1915"/>
              </a:buClr>
              <a:buSzPts val="2300"/>
              <a:buNone/>
              <a:defRPr sz="2300"/>
            </a:lvl1pPr>
            <a:lvl2pPr indent="-228600" lvl="1" marL="914400" algn="l">
              <a:lnSpc>
                <a:spcPct val="110000"/>
              </a:lnSpc>
              <a:spcBef>
                <a:spcPts val="800"/>
              </a:spcBef>
              <a:spcAft>
                <a:spcPts val="0"/>
              </a:spcAft>
              <a:buClr>
                <a:srgbClr val="1B1915"/>
              </a:buClr>
              <a:buSzPts val="1100"/>
              <a:buNone/>
              <a:defRPr/>
            </a:lvl2pPr>
            <a:lvl3pPr indent="-228600" lvl="2" marL="1371600" algn="l">
              <a:lnSpc>
                <a:spcPct val="110000"/>
              </a:lnSpc>
              <a:spcBef>
                <a:spcPts val="800"/>
              </a:spcBef>
              <a:spcAft>
                <a:spcPts val="0"/>
              </a:spcAft>
              <a:buClr>
                <a:srgbClr val="1B1915"/>
              </a:buClr>
              <a:buSzPts val="900"/>
              <a:buNone/>
              <a:defRPr/>
            </a:lvl3pPr>
            <a:lvl4pPr indent="-228600" lvl="3" marL="1828800" algn="l">
              <a:lnSpc>
                <a:spcPct val="110000"/>
              </a:lnSpc>
              <a:spcBef>
                <a:spcPts val="800"/>
              </a:spcBef>
              <a:spcAft>
                <a:spcPts val="0"/>
              </a:spcAft>
              <a:buClr>
                <a:srgbClr val="1B1915"/>
              </a:buClr>
              <a:buSzPts val="800"/>
              <a:buNone/>
              <a:defRPr/>
            </a:lvl4pPr>
            <a:lvl5pPr indent="-228600" lvl="4" marL="2286000" algn="l">
              <a:lnSpc>
                <a:spcPct val="110000"/>
              </a:lnSpc>
              <a:spcBef>
                <a:spcPts val="800"/>
              </a:spcBef>
              <a:spcAft>
                <a:spcPts val="0"/>
              </a:spcAft>
              <a:buClr>
                <a:srgbClr val="1B1915"/>
              </a:buClr>
              <a:buSzPts val="800"/>
              <a:buNone/>
              <a:defRPr/>
            </a:lvl5pPr>
            <a:lvl6pPr indent="-273050" lvl="5" marL="2743200" algn="l">
              <a:lnSpc>
                <a:spcPct val="110000"/>
              </a:lnSpc>
              <a:spcBef>
                <a:spcPts val="800"/>
              </a:spcBef>
              <a:spcAft>
                <a:spcPts val="0"/>
              </a:spcAft>
              <a:buClr>
                <a:schemeClr val="dk1"/>
              </a:buClr>
              <a:buSzPts val="700"/>
              <a:buChar char="•"/>
              <a:defRPr/>
            </a:lvl6pPr>
            <a:lvl7pPr indent="-273050" lvl="6" marL="3200400" algn="l">
              <a:lnSpc>
                <a:spcPct val="110000"/>
              </a:lnSpc>
              <a:spcBef>
                <a:spcPts val="800"/>
              </a:spcBef>
              <a:spcAft>
                <a:spcPts val="0"/>
              </a:spcAft>
              <a:buClr>
                <a:schemeClr val="dk1"/>
              </a:buClr>
              <a:buSzPts val="700"/>
              <a:buChar char="•"/>
              <a:defRPr/>
            </a:lvl7pPr>
            <a:lvl8pPr indent="-273050" lvl="7" marL="3657600" algn="l">
              <a:lnSpc>
                <a:spcPct val="110000"/>
              </a:lnSpc>
              <a:spcBef>
                <a:spcPts val="800"/>
              </a:spcBef>
              <a:spcAft>
                <a:spcPts val="0"/>
              </a:spcAft>
              <a:buClr>
                <a:schemeClr val="dk1"/>
              </a:buClr>
              <a:buSzPts val="700"/>
              <a:buChar char="•"/>
              <a:defRPr/>
            </a:lvl8pPr>
            <a:lvl9pPr indent="-273050" lvl="8" marL="4114800" algn="l">
              <a:lnSpc>
                <a:spcPct val="110000"/>
              </a:lnSpc>
              <a:spcBef>
                <a:spcPts val="800"/>
              </a:spcBef>
              <a:spcAft>
                <a:spcPts val="200"/>
              </a:spcAft>
              <a:buClr>
                <a:schemeClr val="dk1"/>
              </a:buClr>
              <a:buSzPts val="700"/>
              <a:buChar char="•"/>
              <a:defRPr/>
            </a:lvl9pPr>
          </a:lstStyle>
          <a:p/>
        </p:txBody>
      </p:sp>
      <p:sp>
        <p:nvSpPr>
          <p:cNvPr id="165" name="Google Shape;165;p17"/>
          <p:cNvSpPr txBox="1"/>
          <p:nvPr>
            <p:ph idx="14" type="body"/>
          </p:nvPr>
        </p:nvSpPr>
        <p:spPr>
          <a:xfrm>
            <a:off x="6751935" y="3453788"/>
            <a:ext cx="2049300" cy="2337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900"/>
              <a:buNone/>
              <a:defRPr b="0" i="0" sz="9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166" name="Google Shape;166;p17"/>
          <p:cNvSpPr/>
          <p:nvPr>
            <p:ph idx="15" type="pic"/>
          </p:nvPr>
        </p:nvSpPr>
        <p:spPr>
          <a:xfrm>
            <a:off x="6751935" y="1500188"/>
            <a:ext cx="2048700" cy="1790100"/>
          </a:xfrm>
          <a:prstGeom prst="roundRect">
            <a:avLst>
              <a:gd fmla="val 3610" name="adj"/>
            </a:avLst>
          </a:prstGeom>
          <a:noFill/>
          <a:ln>
            <a:noFill/>
          </a:ln>
        </p:spPr>
      </p:sp>
      <p:sp>
        <p:nvSpPr>
          <p:cNvPr id="167" name="Google Shape;167;p17"/>
          <p:cNvSpPr txBox="1"/>
          <p:nvPr>
            <p:ph idx="10" type="dt"/>
          </p:nvPr>
        </p:nvSpPr>
        <p:spPr>
          <a:xfrm>
            <a:off x="285750" y="4753346"/>
            <a:ext cx="2057400" cy="199800"/>
          </a:xfrm>
          <a:prstGeom prst="rect">
            <a:avLst/>
          </a:prstGeom>
          <a:noFill/>
          <a:ln>
            <a:noFill/>
          </a:ln>
        </p:spPr>
        <p:txBody>
          <a:bodyPr anchorCtr="0" anchor="b" bIns="0" lIns="0" spcFirstLastPara="1" rIns="0" wrap="square" tIns="0">
            <a:noAutofit/>
          </a:bodyPr>
          <a:lstStyle>
            <a:lvl1pPr lvl="0" algn="l">
              <a:lnSpc>
                <a:spcPct val="90000"/>
              </a:lnSpc>
              <a:spcBef>
                <a:spcPts val="1700"/>
              </a:spcBef>
              <a:spcAft>
                <a:spcPts val="0"/>
              </a:spcAft>
              <a:buClr>
                <a:schemeClr val="dk1"/>
              </a:buClr>
              <a:buSzPts val="700"/>
              <a:buNone/>
              <a:defRPr/>
            </a:lvl1pPr>
            <a:lvl2pPr lvl="1" algn="l">
              <a:lnSpc>
                <a:spcPct val="90000"/>
              </a:lnSpc>
              <a:spcBef>
                <a:spcPts val="1700"/>
              </a:spcBef>
              <a:spcAft>
                <a:spcPts val="0"/>
              </a:spcAft>
              <a:buClr>
                <a:srgbClr val="000000"/>
              </a:buClr>
              <a:buSzPts val="700"/>
              <a:buNone/>
              <a:defRPr/>
            </a:lvl2pPr>
            <a:lvl3pPr lvl="2" algn="l">
              <a:lnSpc>
                <a:spcPct val="90000"/>
              </a:lnSpc>
              <a:spcBef>
                <a:spcPts val="1700"/>
              </a:spcBef>
              <a:spcAft>
                <a:spcPts val="0"/>
              </a:spcAft>
              <a:buClr>
                <a:srgbClr val="000000"/>
              </a:buClr>
              <a:buSzPts val="700"/>
              <a:buNone/>
              <a:defRPr/>
            </a:lvl3pPr>
            <a:lvl4pPr lvl="3" algn="l">
              <a:lnSpc>
                <a:spcPct val="90000"/>
              </a:lnSpc>
              <a:spcBef>
                <a:spcPts val="1700"/>
              </a:spcBef>
              <a:spcAft>
                <a:spcPts val="0"/>
              </a:spcAft>
              <a:buClr>
                <a:srgbClr val="000000"/>
              </a:buClr>
              <a:buSzPts val="700"/>
              <a:buNone/>
              <a:defRPr/>
            </a:lvl4pPr>
            <a:lvl5pPr lvl="4" algn="l">
              <a:lnSpc>
                <a:spcPct val="90000"/>
              </a:lnSpc>
              <a:spcBef>
                <a:spcPts val="1700"/>
              </a:spcBef>
              <a:spcAft>
                <a:spcPts val="0"/>
              </a:spcAft>
              <a:buClr>
                <a:srgbClr val="000000"/>
              </a:buClr>
              <a:buSzPts val="700"/>
              <a:buNone/>
              <a:defRPr/>
            </a:lvl5pPr>
            <a:lvl6pPr lvl="5" algn="l">
              <a:lnSpc>
                <a:spcPct val="90000"/>
              </a:lnSpc>
              <a:spcBef>
                <a:spcPts val="1700"/>
              </a:spcBef>
              <a:spcAft>
                <a:spcPts val="0"/>
              </a:spcAft>
              <a:buClr>
                <a:srgbClr val="000000"/>
              </a:buClr>
              <a:buSzPts val="700"/>
              <a:buNone/>
              <a:defRPr/>
            </a:lvl6pPr>
            <a:lvl7pPr lvl="6" algn="l">
              <a:lnSpc>
                <a:spcPct val="90000"/>
              </a:lnSpc>
              <a:spcBef>
                <a:spcPts val="1700"/>
              </a:spcBef>
              <a:spcAft>
                <a:spcPts val="0"/>
              </a:spcAft>
              <a:buClr>
                <a:srgbClr val="000000"/>
              </a:buClr>
              <a:buSzPts val="700"/>
              <a:buNone/>
              <a:defRPr/>
            </a:lvl7pPr>
            <a:lvl8pPr lvl="7" algn="l">
              <a:lnSpc>
                <a:spcPct val="90000"/>
              </a:lnSpc>
              <a:spcBef>
                <a:spcPts val="1700"/>
              </a:spcBef>
              <a:spcAft>
                <a:spcPts val="0"/>
              </a:spcAft>
              <a:buClr>
                <a:srgbClr val="000000"/>
              </a:buClr>
              <a:buSzPts val="700"/>
              <a:buNone/>
              <a:defRPr/>
            </a:lvl8pPr>
            <a:lvl9pPr lvl="8" algn="l">
              <a:lnSpc>
                <a:spcPct val="90000"/>
              </a:lnSpc>
              <a:spcBef>
                <a:spcPts val="1700"/>
              </a:spcBef>
              <a:spcAft>
                <a:spcPts val="0"/>
              </a:spcAft>
              <a:buClr>
                <a:srgbClr val="000000"/>
              </a:buClr>
              <a:buSzPts val="700"/>
              <a:buNone/>
              <a:defRPr/>
            </a:lvl9pPr>
          </a:lstStyle>
          <a:p/>
        </p:txBody>
      </p:sp>
      <p:sp>
        <p:nvSpPr>
          <p:cNvPr id="168" name="Google Shape;168;p17"/>
          <p:cNvSpPr txBox="1"/>
          <p:nvPr>
            <p:ph idx="12" type="sldNum"/>
          </p:nvPr>
        </p:nvSpPr>
        <p:spPr>
          <a:xfrm>
            <a:off x="6753225" y="4767263"/>
            <a:ext cx="2057400" cy="185700"/>
          </a:xfrm>
          <a:prstGeom prst="rect">
            <a:avLst/>
          </a:prstGeom>
          <a:noFill/>
          <a:ln>
            <a:noFill/>
          </a:ln>
        </p:spPr>
        <p:txBody>
          <a:bodyPr anchorCtr="0" anchor="b" bIns="0" lIns="0" spcFirstLastPara="1" rIns="0" wrap="square" tIns="0">
            <a:noAutofit/>
          </a:bodyPr>
          <a:lstStyle>
            <a:lvl1pPr indent="0" lvl="0" marL="0" algn="r">
              <a:lnSpc>
                <a:spcPct val="90000"/>
              </a:lnSpc>
              <a:spcBef>
                <a:spcPts val="0"/>
              </a:spcBef>
              <a:spcAft>
                <a:spcPts val="0"/>
              </a:spcAft>
              <a:buClr>
                <a:schemeClr val="dk1"/>
              </a:buClr>
              <a:buSzPts val="500"/>
              <a:buFont typeface="Outfit"/>
              <a:buNone/>
              <a:defRPr/>
            </a:lvl1pPr>
            <a:lvl2pPr indent="0" lvl="1" marL="0" algn="r">
              <a:lnSpc>
                <a:spcPct val="90000"/>
              </a:lnSpc>
              <a:spcBef>
                <a:spcPts val="0"/>
              </a:spcBef>
              <a:spcAft>
                <a:spcPts val="0"/>
              </a:spcAft>
              <a:buClr>
                <a:schemeClr val="dk1"/>
              </a:buClr>
              <a:buSzPts val="500"/>
              <a:buFont typeface="Outfit"/>
              <a:buNone/>
              <a:defRPr/>
            </a:lvl2pPr>
            <a:lvl3pPr indent="0" lvl="2" marL="0" algn="r">
              <a:lnSpc>
                <a:spcPct val="90000"/>
              </a:lnSpc>
              <a:spcBef>
                <a:spcPts val="0"/>
              </a:spcBef>
              <a:spcAft>
                <a:spcPts val="0"/>
              </a:spcAft>
              <a:buClr>
                <a:schemeClr val="dk1"/>
              </a:buClr>
              <a:buSzPts val="500"/>
              <a:buFont typeface="Outfit"/>
              <a:buNone/>
              <a:defRPr/>
            </a:lvl3pPr>
            <a:lvl4pPr indent="0" lvl="3" marL="0" algn="r">
              <a:lnSpc>
                <a:spcPct val="90000"/>
              </a:lnSpc>
              <a:spcBef>
                <a:spcPts val="0"/>
              </a:spcBef>
              <a:spcAft>
                <a:spcPts val="0"/>
              </a:spcAft>
              <a:buClr>
                <a:schemeClr val="dk1"/>
              </a:buClr>
              <a:buSzPts val="500"/>
              <a:buFont typeface="Outfit"/>
              <a:buNone/>
              <a:defRPr/>
            </a:lvl4pPr>
            <a:lvl5pPr indent="0" lvl="4" marL="0" algn="r">
              <a:lnSpc>
                <a:spcPct val="90000"/>
              </a:lnSpc>
              <a:spcBef>
                <a:spcPts val="0"/>
              </a:spcBef>
              <a:spcAft>
                <a:spcPts val="0"/>
              </a:spcAft>
              <a:buClr>
                <a:schemeClr val="dk1"/>
              </a:buClr>
              <a:buSzPts val="500"/>
              <a:buFont typeface="Outfit"/>
              <a:buNone/>
              <a:defRPr/>
            </a:lvl5pPr>
            <a:lvl6pPr indent="0" lvl="5" marL="0" algn="r">
              <a:lnSpc>
                <a:spcPct val="90000"/>
              </a:lnSpc>
              <a:spcBef>
                <a:spcPts val="0"/>
              </a:spcBef>
              <a:spcAft>
                <a:spcPts val="0"/>
              </a:spcAft>
              <a:buClr>
                <a:schemeClr val="dk1"/>
              </a:buClr>
              <a:buSzPts val="500"/>
              <a:buFont typeface="Outfit"/>
              <a:buNone/>
              <a:defRPr/>
            </a:lvl6pPr>
            <a:lvl7pPr indent="0" lvl="6" marL="0" algn="r">
              <a:lnSpc>
                <a:spcPct val="90000"/>
              </a:lnSpc>
              <a:spcBef>
                <a:spcPts val="0"/>
              </a:spcBef>
              <a:spcAft>
                <a:spcPts val="0"/>
              </a:spcAft>
              <a:buClr>
                <a:schemeClr val="dk1"/>
              </a:buClr>
              <a:buSzPts val="500"/>
              <a:buFont typeface="Outfit"/>
              <a:buNone/>
              <a:defRPr/>
            </a:lvl7pPr>
            <a:lvl8pPr indent="0" lvl="7" marL="0" algn="r">
              <a:lnSpc>
                <a:spcPct val="90000"/>
              </a:lnSpc>
              <a:spcBef>
                <a:spcPts val="0"/>
              </a:spcBef>
              <a:spcAft>
                <a:spcPts val="0"/>
              </a:spcAft>
              <a:buClr>
                <a:schemeClr val="dk1"/>
              </a:buClr>
              <a:buSzPts val="500"/>
              <a:buFont typeface="Outfit"/>
              <a:buNone/>
              <a:defRPr/>
            </a:lvl8pPr>
            <a:lvl9pPr indent="0" lvl="8" marL="0" algn="r">
              <a:lnSpc>
                <a:spcPct val="90000"/>
              </a:lnSpc>
              <a:spcBef>
                <a:spcPts val="0"/>
              </a:spcBef>
              <a:spcAft>
                <a:spcPts val="0"/>
              </a:spcAft>
              <a:buClr>
                <a:schemeClr val="dk1"/>
              </a:buClr>
              <a:buSzPts val="500"/>
              <a:buFont typeface="Outfit"/>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15:clr>
            <a:srgbClr val="FBAE40"/>
          </p15:clr>
        </p15:guide>
        <p15:guide id="2" pos="5760">
          <p15:clr>
            <a:srgbClr val="FBAE40"/>
          </p15:clr>
        </p15:guide>
        <p15:guide id="3" pos="180">
          <p15:clr>
            <a:srgbClr val="FBAE40"/>
          </p15:clr>
        </p15:guide>
        <p15:guide id="4" pos="1477">
          <p15:clr>
            <a:srgbClr val="FBAE40"/>
          </p15:clr>
        </p15:guide>
        <p15:guide id="5" pos="1537">
          <p15:clr>
            <a:srgbClr val="FBAE40"/>
          </p15:clr>
        </p15:guide>
        <p15:guide id="6" pos="2835">
          <p15:clr>
            <a:srgbClr val="FBAE40"/>
          </p15:clr>
        </p15:guide>
        <p15:guide id="7" pos="2895">
          <p15:clr>
            <a:srgbClr val="FBAE40"/>
          </p15:clr>
        </p15:guide>
        <p15:guide id="8" pos="4193">
          <p15:clr>
            <a:srgbClr val="FBAE40"/>
          </p15:clr>
        </p15:guide>
        <p15:guide id="9" pos="4253">
          <p15:clr>
            <a:srgbClr val="FBAE40"/>
          </p15:clr>
        </p15:guide>
        <p15:guide id="10" pos="5550">
          <p15:clr>
            <a:srgbClr val="FBAE40"/>
          </p15:clr>
        </p15:guide>
        <p15:guide id="11" orient="horz">
          <p15:clr>
            <a:srgbClr val="FBAE40"/>
          </p15:clr>
        </p15:guide>
        <p15:guide id="12" orient="horz" pos="3240">
          <p15:clr>
            <a:srgbClr val="FBAE40"/>
          </p15:clr>
        </p15:guide>
        <p15:guide id="13" orient="horz" pos="180">
          <p15:clr>
            <a:srgbClr val="FBAE40"/>
          </p15:clr>
        </p15:guide>
        <p15:guide id="14" orient="horz" pos="1650">
          <p15:clr>
            <a:srgbClr val="FBAE40"/>
          </p15:clr>
        </p15:guide>
        <p15:guide id="15" orient="horz" pos="312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Slide_Five Columns with Images">
  <p:cSld name="Text Slide_Five Columns with Images">
    <p:bg>
      <p:bgPr>
        <a:solidFill>
          <a:srgbClr val="FFFFFF"/>
        </a:solidFill>
      </p:bgPr>
    </p:bg>
    <p:spTree>
      <p:nvGrpSpPr>
        <p:cNvPr id="169" name="Shape 169"/>
        <p:cNvGrpSpPr/>
        <p:nvPr/>
      </p:nvGrpSpPr>
      <p:grpSpPr>
        <a:xfrm>
          <a:off x="0" y="0"/>
          <a:ext cx="0" cy="0"/>
          <a:chOff x="0" y="0"/>
          <a:chExt cx="0" cy="0"/>
        </a:xfrm>
      </p:grpSpPr>
      <p:sp>
        <p:nvSpPr>
          <p:cNvPr id="170" name="Google Shape;170;p18"/>
          <p:cNvSpPr txBox="1"/>
          <p:nvPr>
            <p:ph type="title"/>
          </p:nvPr>
        </p:nvSpPr>
        <p:spPr>
          <a:xfrm>
            <a:off x="295955" y="594518"/>
            <a:ext cx="7758900" cy="642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800"/>
              <a:buFont typeface="Outfit"/>
              <a:buNone/>
              <a:defRPr b="0" sz="3800">
                <a:solidFill>
                  <a:schemeClr val="dk1"/>
                </a:solidFill>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pic>
        <p:nvPicPr>
          <p:cNvPr id="171" name="Google Shape;171;p18"/>
          <p:cNvPicPr preferRelativeResize="0"/>
          <p:nvPr/>
        </p:nvPicPr>
        <p:blipFill rotWithShape="1">
          <a:blip r:embed="rId2">
            <a:alphaModFix/>
          </a:blip>
          <a:srcRect b="0" l="0" r="0" t="0"/>
          <a:stretch/>
        </p:blipFill>
        <p:spPr>
          <a:xfrm>
            <a:off x="8022471" y="238125"/>
            <a:ext cx="789176" cy="202769"/>
          </a:xfrm>
          <a:prstGeom prst="rect">
            <a:avLst/>
          </a:prstGeom>
          <a:noFill/>
          <a:ln>
            <a:noFill/>
          </a:ln>
        </p:spPr>
      </p:pic>
      <p:sp>
        <p:nvSpPr>
          <p:cNvPr id="172" name="Google Shape;172;p18"/>
          <p:cNvSpPr txBox="1"/>
          <p:nvPr>
            <p:ph idx="10" type="dt"/>
          </p:nvPr>
        </p:nvSpPr>
        <p:spPr>
          <a:xfrm>
            <a:off x="285750" y="4753346"/>
            <a:ext cx="2057400" cy="199800"/>
          </a:xfrm>
          <a:prstGeom prst="rect">
            <a:avLst/>
          </a:prstGeom>
          <a:noFill/>
          <a:ln>
            <a:noFill/>
          </a:ln>
        </p:spPr>
        <p:txBody>
          <a:bodyPr anchorCtr="0" anchor="b" bIns="0" lIns="0" spcFirstLastPara="1" rIns="0" wrap="square" tIns="0">
            <a:noAutofit/>
          </a:bodyPr>
          <a:lstStyle>
            <a:lvl1pPr lvl="0" algn="l">
              <a:lnSpc>
                <a:spcPct val="90000"/>
              </a:lnSpc>
              <a:spcBef>
                <a:spcPts val="1700"/>
              </a:spcBef>
              <a:spcAft>
                <a:spcPts val="0"/>
              </a:spcAft>
              <a:buClr>
                <a:schemeClr val="dk1"/>
              </a:buClr>
              <a:buSzPts val="700"/>
              <a:buNone/>
              <a:defRPr/>
            </a:lvl1pPr>
            <a:lvl2pPr lvl="1" algn="l">
              <a:lnSpc>
                <a:spcPct val="90000"/>
              </a:lnSpc>
              <a:spcBef>
                <a:spcPts val="1700"/>
              </a:spcBef>
              <a:spcAft>
                <a:spcPts val="0"/>
              </a:spcAft>
              <a:buClr>
                <a:srgbClr val="000000"/>
              </a:buClr>
              <a:buSzPts val="700"/>
              <a:buNone/>
              <a:defRPr/>
            </a:lvl2pPr>
            <a:lvl3pPr lvl="2" algn="l">
              <a:lnSpc>
                <a:spcPct val="90000"/>
              </a:lnSpc>
              <a:spcBef>
                <a:spcPts val="1700"/>
              </a:spcBef>
              <a:spcAft>
                <a:spcPts val="0"/>
              </a:spcAft>
              <a:buClr>
                <a:srgbClr val="000000"/>
              </a:buClr>
              <a:buSzPts val="700"/>
              <a:buNone/>
              <a:defRPr/>
            </a:lvl3pPr>
            <a:lvl4pPr lvl="3" algn="l">
              <a:lnSpc>
                <a:spcPct val="90000"/>
              </a:lnSpc>
              <a:spcBef>
                <a:spcPts val="1700"/>
              </a:spcBef>
              <a:spcAft>
                <a:spcPts val="0"/>
              </a:spcAft>
              <a:buClr>
                <a:srgbClr val="000000"/>
              </a:buClr>
              <a:buSzPts val="700"/>
              <a:buNone/>
              <a:defRPr/>
            </a:lvl4pPr>
            <a:lvl5pPr lvl="4" algn="l">
              <a:lnSpc>
                <a:spcPct val="90000"/>
              </a:lnSpc>
              <a:spcBef>
                <a:spcPts val="1700"/>
              </a:spcBef>
              <a:spcAft>
                <a:spcPts val="0"/>
              </a:spcAft>
              <a:buClr>
                <a:srgbClr val="000000"/>
              </a:buClr>
              <a:buSzPts val="700"/>
              <a:buNone/>
              <a:defRPr/>
            </a:lvl5pPr>
            <a:lvl6pPr lvl="5" algn="l">
              <a:lnSpc>
                <a:spcPct val="90000"/>
              </a:lnSpc>
              <a:spcBef>
                <a:spcPts val="1700"/>
              </a:spcBef>
              <a:spcAft>
                <a:spcPts val="0"/>
              </a:spcAft>
              <a:buClr>
                <a:srgbClr val="000000"/>
              </a:buClr>
              <a:buSzPts val="700"/>
              <a:buNone/>
              <a:defRPr/>
            </a:lvl6pPr>
            <a:lvl7pPr lvl="6" algn="l">
              <a:lnSpc>
                <a:spcPct val="90000"/>
              </a:lnSpc>
              <a:spcBef>
                <a:spcPts val="1700"/>
              </a:spcBef>
              <a:spcAft>
                <a:spcPts val="0"/>
              </a:spcAft>
              <a:buClr>
                <a:srgbClr val="000000"/>
              </a:buClr>
              <a:buSzPts val="700"/>
              <a:buNone/>
              <a:defRPr/>
            </a:lvl7pPr>
            <a:lvl8pPr lvl="7" algn="l">
              <a:lnSpc>
                <a:spcPct val="90000"/>
              </a:lnSpc>
              <a:spcBef>
                <a:spcPts val="1700"/>
              </a:spcBef>
              <a:spcAft>
                <a:spcPts val="0"/>
              </a:spcAft>
              <a:buClr>
                <a:srgbClr val="000000"/>
              </a:buClr>
              <a:buSzPts val="700"/>
              <a:buNone/>
              <a:defRPr/>
            </a:lvl8pPr>
            <a:lvl9pPr lvl="8" algn="l">
              <a:lnSpc>
                <a:spcPct val="90000"/>
              </a:lnSpc>
              <a:spcBef>
                <a:spcPts val="1700"/>
              </a:spcBef>
              <a:spcAft>
                <a:spcPts val="0"/>
              </a:spcAft>
              <a:buClr>
                <a:srgbClr val="000000"/>
              </a:buClr>
              <a:buSzPts val="700"/>
              <a:buNone/>
              <a:defRPr/>
            </a:lvl9pPr>
          </a:lstStyle>
          <a:p/>
        </p:txBody>
      </p:sp>
      <p:sp>
        <p:nvSpPr>
          <p:cNvPr id="173" name="Google Shape;173;p18"/>
          <p:cNvSpPr txBox="1"/>
          <p:nvPr>
            <p:ph idx="12" type="sldNum"/>
          </p:nvPr>
        </p:nvSpPr>
        <p:spPr>
          <a:xfrm>
            <a:off x="6753225" y="4767263"/>
            <a:ext cx="2057400" cy="185700"/>
          </a:xfrm>
          <a:prstGeom prst="rect">
            <a:avLst/>
          </a:prstGeom>
          <a:noFill/>
          <a:ln>
            <a:noFill/>
          </a:ln>
        </p:spPr>
        <p:txBody>
          <a:bodyPr anchorCtr="0" anchor="b" bIns="0" lIns="0" spcFirstLastPara="1" rIns="0" wrap="square" tIns="0">
            <a:noAutofit/>
          </a:bodyPr>
          <a:lstStyle>
            <a:lvl1pPr indent="0" lvl="0" marL="0" algn="r">
              <a:lnSpc>
                <a:spcPct val="90000"/>
              </a:lnSpc>
              <a:spcBef>
                <a:spcPts val="0"/>
              </a:spcBef>
              <a:spcAft>
                <a:spcPts val="0"/>
              </a:spcAft>
              <a:buClr>
                <a:schemeClr val="dk1"/>
              </a:buClr>
              <a:buSzPts val="500"/>
              <a:buFont typeface="Outfit"/>
              <a:buNone/>
              <a:defRPr/>
            </a:lvl1pPr>
            <a:lvl2pPr indent="0" lvl="1" marL="0" algn="r">
              <a:lnSpc>
                <a:spcPct val="90000"/>
              </a:lnSpc>
              <a:spcBef>
                <a:spcPts val="0"/>
              </a:spcBef>
              <a:spcAft>
                <a:spcPts val="0"/>
              </a:spcAft>
              <a:buClr>
                <a:schemeClr val="dk1"/>
              </a:buClr>
              <a:buSzPts val="500"/>
              <a:buFont typeface="Outfit"/>
              <a:buNone/>
              <a:defRPr/>
            </a:lvl2pPr>
            <a:lvl3pPr indent="0" lvl="2" marL="0" algn="r">
              <a:lnSpc>
                <a:spcPct val="90000"/>
              </a:lnSpc>
              <a:spcBef>
                <a:spcPts val="0"/>
              </a:spcBef>
              <a:spcAft>
                <a:spcPts val="0"/>
              </a:spcAft>
              <a:buClr>
                <a:schemeClr val="dk1"/>
              </a:buClr>
              <a:buSzPts val="500"/>
              <a:buFont typeface="Outfit"/>
              <a:buNone/>
              <a:defRPr/>
            </a:lvl3pPr>
            <a:lvl4pPr indent="0" lvl="3" marL="0" algn="r">
              <a:lnSpc>
                <a:spcPct val="90000"/>
              </a:lnSpc>
              <a:spcBef>
                <a:spcPts val="0"/>
              </a:spcBef>
              <a:spcAft>
                <a:spcPts val="0"/>
              </a:spcAft>
              <a:buClr>
                <a:schemeClr val="dk1"/>
              </a:buClr>
              <a:buSzPts val="500"/>
              <a:buFont typeface="Outfit"/>
              <a:buNone/>
              <a:defRPr/>
            </a:lvl4pPr>
            <a:lvl5pPr indent="0" lvl="4" marL="0" algn="r">
              <a:lnSpc>
                <a:spcPct val="90000"/>
              </a:lnSpc>
              <a:spcBef>
                <a:spcPts val="0"/>
              </a:spcBef>
              <a:spcAft>
                <a:spcPts val="0"/>
              </a:spcAft>
              <a:buClr>
                <a:schemeClr val="dk1"/>
              </a:buClr>
              <a:buSzPts val="500"/>
              <a:buFont typeface="Outfit"/>
              <a:buNone/>
              <a:defRPr/>
            </a:lvl5pPr>
            <a:lvl6pPr indent="0" lvl="5" marL="0" algn="r">
              <a:lnSpc>
                <a:spcPct val="90000"/>
              </a:lnSpc>
              <a:spcBef>
                <a:spcPts val="0"/>
              </a:spcBef>
              <a:spcAft>
                <a:spcPts val="0"/>
              </a:spcAft>
              <a:buClr>
                <a:schemeClr val="dk1"/>
              </a:buClr>
              <a:buSzPts val="500"/>
              <a:buFont typeface="Outfit"/>
              <a:buNone/>
              <a:defRPr/>
            </a:lvl6pPr>
            <a:lvl7pPr indent="0" lvl="6" marL="0" algn="r">
              <a:lnSpc>
                <a:spcPct val="90000"/>
              </a:lnSpc>
              <a:spcBef>
                <a:spcPts val="0"/>
              </a:spcBef>
              <a:spcAft>
                <a:spcPts val="0"/>
              </a:spcAft>
              <a:buClr>
                <a:schemeClr val="dk1"/>
              </a:buClr>
              <a:buSzPts val="500"/>
              <a:buFont typeface="Outfit"/>
              <a:buNone/>
              <a:defRPr/>
            </a:lvl7pPr>
            <a:lvl8pPr indent="0" lvl="7" marL="0" algn="r">
              <a:lnSpc>
                <a:spcPct val="90000"/>
              </a:lnSpc>
              <a:spcBef>
                <a:spcPts val="0"/>
              </a:spcBef>
              <a:spcAft>
                <a:spcPts val="0"/>
              </a:spcAft>
              <a:buClr>
                <a:schemeClr val="dk1"/>
              </a:buClr>
              <a:buSzPts val="500"/>
              <a:buFont typeface="Outfit"/>
              <a:buNone/>
              <a:defRPr/>
            </a:lvl8pPr>
            <a:lvl9pPr indent="0" lvl="8" marL="0" algn="r">
              <a:lnSpc>
                <a:spcPct val="90000"/>
              </a:lnSpc>
              <a:spcBef>
                <a:spcPts val="0"/>
              </a:spcBef>
              <a:spcAft>
                <a:spcPts val="0"/>
              </a:spcAft>
              <a:buClr>
                <a:schemeClr val="dk1"/>
              </a:buClr>
              <a:buSzPts val="500"/>
              <a:buFont typeface="Outfit"/>
              <a:buNone/>
              <a:defRPr/>
            </a:lvl9pPr>
          </a:lstStyle>
          <a:p>
            <a:pPr indent="0" lvl="0" marL="0" rtl="0" algn="r">
              <a:spcBef>
                <a:spcPts val="0"/>
              </a:spcBef>
              <a:spcAft>
                <a:spcPts val="0"/>
              </a:spcAft>
              <a:buNone/>
            </a:pPr>
            <a:fld id="{00000000-1234-1234-1234-123412341234}" type="slidenum">
              <a:rPr lang="en"/>
              <a:t>‹#›</a:t>
            </a:fld>
            <a:endParaRPr/>
          </a:p>
        </p:txBody>
      </p:sp>
      <p:sp>
        <p:nvSpPr>
          <p:cNvPr id="174" name="Google Shape;174;p18"/>
          <p:cNvSpPr txBox="1"/>
          <p:nvPr>
            <p:ph idx="1" type="body"/>
          </p:nvPr>
        </p:nvSpPr>
        <p:spPr>
          <a:xfrm>
            <a:off x="296976" y="3750469"/>
            <a:ext cx="1618500" cy="9429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800"/>
              </a:spcBef>
              <a:spcAft>
                <a:spcPts val="0"/>
              </a:spcAft>
              <a:buClr>
                <a:srgbClr val="1B1915"/>
              </a:buClr>
              <a:buSzPts val="1900"/>
              <a:buNone/>
              <a:defRPr sz="1900"/>
            </a:lvl1pPr>
            <a:lvl2pPr indent="-228600" lvl="1" marL="914400" algn="l">
              <a:lnSpc>
                <a:spcPct val="110000"/>
              </a:lnSpc>
              <a:spcBef>
                <a:spcPts val="800"/>
              </a:spcBef>
              <a:spcAft>
                <a:spcPts val="0"/>
              </a:spcAft>
              <a:buClr>
                <a:srgbClr val="1B1915"/>
              </a:buClr>
              <a:buSzPts val="1100"/>
              <a:buNone/>
              <a:defRPr/>
            </a:lvl2pPr>
            <a:lvl3pPr indent="-228600" lvl="2" marL="1371600" algn="l">
              <a:lnSpc>
                <a:spcPct val="110000"/>
              </a:lnSpc>
              <a:spcBef>
                <a:spcPts val="800"/>
              </a:spcBef>
              <a:spcAft>
                <a:spcPts val="0"/>
              </a:spcAft>
              <a:buClr>
                <a:srgbClr val="1B1915"/>
              </a:buClr>
              <a:buSzPts val="900"/>
              <a:buNone/>
              <a:defRPr/>
            </a:lvl3pPr>
            <a:lvl4pPr indent="-228600" lvl="3" marL="1828800" algn="l">
              <a:lnSpc>
                <a:spcPct val="110000"/>
              </a:lnSpc>
              <a:spcBef>
                <a:spcPts val="800"/>
              </a:spcBef>
              <a:spcAft>
                <a:spcPts val="0"/>
              </a:spcAft>
              <a:buClr>
                <a:srgbClr val="1B1915"/>
              </a:buClr>
              <a:buSzPts val="800"/>
              <a:buNone/>
              <a:defRPr/>
            </a:lvl4pPr>
            <a:lvl5pPr indent="-228600" lvl="4" marL="2286000" algn="l">
              <a:lnSpc>
                <a:spcPct val="110000"/>
              </a:lnSpc>
              <a:spcBef>
                <a:spcPts val="800"/>
              </a:spcBef>
              <a:spcAft>
                <a:spcPts val="0"/>
              </a:spcAft>
              <a:buClr>
                <a:srgbClr val="1B1915"/>
              </a:buClr>
              <a:buSzPts val="800"/>
              <a:buNone/>
              <a:defRPr/>
            </a:lvl5pPr>
            <a:lvl6pPr indent="-273050" lvl="5" marL="2743200" algn="l">
              <a:lnSpc>
                <a:spcPct val="110000"/>
              </a:lnSpc>
              <a:spcBef>
                <a:spcPts val="800"/>
              </a:spcBef>
              <a:spcAft>
                <a:spcPts val="0"/>
              </a:spcAft>
              <a:buClr>
                <a:schemeClr val="dk1"/>
              </a:buClr>
              <a:buSzPts val="700"/>
              <a:buChar char="•"/>
              <a:defRPr/>
            </a:lvl6pPr>
            <a:lvl7pPr indent="-273050" lvl="6" marL="3200400" algn="l">
              <a:lnSpc>
                <a:spcPct val="110000"/>
              </a:lnSpc>
              <a:spcBef>
                <a:spcPts val="800"/>
              </a:spcBef>
              <a:spcAft>
                <a:spcPts val="0"/>
              </a:spcAft>
              <a:buClr>
                <a:schemeClr val="dk1"/>
              </a:buClr>
              <a:buSzPts val="700"/>
              <a:buChar char="•"/>
              <a:defRPr/>
            </a:lvl7pPr>
            <a:lvl8pPr indent="-273050" lvl="7" marL="3657600" algn="l">
              <a:lnSpc>
                <a:spcPct val="110000"/>
              </a:lnSpc>
              <a:spcBef>
                <a:spcPts val="800"/>
              </a:spcBef>
              <a:spcAft>
                <a:spcPts val="0"/>
              </a:spcAft>
              <a:buClr>
                <a:schemeClr val="dk1"/>
              </a:buClr>
              <a:buSzPts val="700"/>
              <a:buChar char="•"/>
              <a:defRPr/>
            </a:lvl8pPr>
            <a:lvl9pPr indent="-273050" lvl="8" marL="4114800" algn="l">
              <a:lnSpc>
                <a:spcPct val="110000"/>
              </a:lnSpc>
              <a:spcBef>
                <a:spcPts val="800"/>
              </a:spcBef>
              <a:spcAft>
                <a:spcPts val="200"/>
              </a:spcAft>
              <a:buClr>
                <a:schemeClr val="dk1"/>
              </a:buClr>
              <a:buSzPts val="700"/>
              <a:buChar char="•"/>
              <a:defRPr/>
            </a:lvl9pPr>
          </a:lstStyle>
          <a:p/>
        </p:txBody>
      </p:sp>
      <p:sp>
        <p:nvSpPr>
          <p:cNvPr id="175" name="Google Shape;175;p18"/>
          <p:cNvSpPr txBox="1"/>
          <p:nvPr>
            <p:ph idx="2" type="body"/>
          </p:nvPr>
        </p:nvSpPr>
        <p:spPr>
          <a:xfrm>
            <a:off x="295956" y="3453788"/>
            <a:ext cx="1619100" cy="2337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900"/>
              <a:buNone/>
              <a:defRPr b="0" i="0" sz="9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176" name="Google Shape;176;p18"/>
          <p:cNvSpPr/>
          <p:nvPr>
            <p:ph idx="3" type="pic"/>
          </p:nvPr>
        </p:nvSpPr>
        <p:spPr>
          <a:xfrm>
            <a:off x="295956" y="1500188"/>
            <a:ext cx="1618500" cy="1790100"/>
          </a:xfrm>
          <a:prstGeom prst="roundRect">
            <a:avLst>
              <a:gd fmla="val 3610" name="adj"/>
            </a:avLst>
          </a:prstGeom>
          <a:noFill/>
          <a:ln>
            <a:noFill/>
          </a:ln>
        </p:spPr>
      </p:sp>
      <p:sp>
        <p:nvSpPr>
          <p:cNvPr id="177" name="Google Shape;177;p18"/>
          <p:cNvSpPr txBox="1"/>
          <p:nvPr>
            <p:ph idx="4" type="body"/>
          </p:nvPr>
        </p:nvSpPr>
        <p:spPr>
          <a:xfrm>
            <a:off x="2017388" y="3750469"/>
            <a:ext cx="1618500" cy="9429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800"/>
              </a:spcBef>
              <a:spcAft>
                <a:spcPts val="0"/>
              </a:spcAft>
              <a:buClr>
                <a:srgbClr val="1B1915"/>
              </a:buClr>
              <a:buSzPts val="1900"/>
              <a:buNone/>
              <a:defRPr sz="1900"/>
            </a:lvl1pPr>
            <a:lvl2pPr indent="-228600" lvl="1" marL="914400" algn="l">
              <a:lnSpc>
                <a:spcPct val="110000"/>
              </a:lnSpc>
              <a:spcBef>
                <a:spcPts val="800"/>
              </a:spcBef>
              <a:spcAft>
                <a:spcPts val="0"/>
              </a:spcAft>
              <a:buClr>
                <a:srgbClr val="1B1915"/>
              </a:buClr>
              <a:buSzPts val="1100"/>
              <a:buNone/>
              <a:defRPr/>
            </a:lvl2pPr>
            <a:lvl3pPr indent="-228600" lvl="2" marL="1371600" algn="l">
              <a:lnSpc>
                <a:spcPct val="110000"/>
              </a:lnSpc>
              <a:spcBef>
                <a:spcPts val="800"/>
              </a:spcBef>
              <a:spcAft>
                <a:spcPts val="0"/>
              </a:spcAft>
              <a:buClr>
                <a:srgbClr val="1B1915"/>
              </a:buClr>
              <a:buSzPts val="900"/>
              <a:buNone/>
              <a:defRPr/>
            </a:lvl3pPr>
            <a:lvl4pPr indent="-228600" lvl="3" marL="1828800" algn="l">
              <a:lnSpc>
                <a:spcPct val="110000"/>
              </a:lnSpc>
              <a:spcBef>
                <a:spcPts val="800"/>
              </a:spcBef>
              <a:spcAft>
                <a:spcPts val="0"/>
              </a:spcAft>
              <a:buClr>
                <a:srgbClr val="1B1915"/>
              </a:buClr>
              <a:buSzPts val="800"/>
              <a:buNone/>
              <a:defRPr/>
            </a:lvl4pPr>
            <a:lvl5pPr indent="-228600" lvl="4" marL="2286000" algn="l">
              <a:lnSpc>
                <a:spcPct val="110000"/>
              </a:lnSpc>
              <a:spcBef>
                <a:spcPts val="800"/>
              </a:spcBef>
              <a:spcAft>
                <a:spcPts val="0"/>
              </a:spcAft>
              <a:buClr>
                <a:srgbClr val="1B1915"/>
              </a:buClr>
              <a:buSzPts val="800"/>
              <a:buNone/>
              <a:defRPr/>
            </a:lvl5pPr>
            <a:lvl6pPr indent="-273050" lvl="5" marL="2743200" algn="l">
              <a:lnSpc>
                <a:spcPct val="110000"/>
              </a:lnSpc>
              <a:spcBef>
                <a:spcPts val="800"/>
              </a:spcBef>
              <a:spcAft>
                <a:spcPts val="0"/>
              </a:spcAft>
              <a:buClr>
                <a:schemeClr val="dk1"/>
              </a:buClr>
              <a:buSzPts val="700"/>
              <a:buChar char="•"/>
              <a:defRPr/>
            </a:lvl6pPr>
            <a:lvl7pPr indent="-273050" lvl="6" marL="3200400" algn="l">
              <a:lnSpc>
                <a:spcPct val="110000"/>
              </a:lnSpc>
              <a:spcBef>
                <a:spcPts val="800"/>
              </a:spcBef>
              <a:spcAft>
                <a:spcPts val="0"/>
              </a:spcAft>
              <a:buClr>
                <a:schemeClr val="dk1"/>
              </a:buClr>
              <a:buSzPts val="700"/>
              <a:buChar char="•"/>
              <a:defRPr/>
            </a:lvl7pPr>
            <a:lvl8pPr indent="-273050" lvl="7" marL="3657600" algn="l">
              <a:lnSpc>
                <a:spcPct val="110000"/>
              </a:lnSpc>
              <a:spcBef>
                <a:spcPts val="800"/>
              </a:spcBef>
              <a:spcAft>
                <a:spcPts val="0"/>
              </a:spcAft>
              <a:buClr>
                <a:schemeClr val="dk1"/>
              </a:buClr>
              <a:buSzPts val="700"/>
              <a:buChar char="•"/>
              <a:defRPr/>
            </a:lvl8pPr>
            <a:lvl9pPr indent="-273050" lvl="8" marL="4114800" algn="l">
              <a:lnSpc>
                <a:spcPct val="110000"/>
              </a:lnSpc>
              <a:spcBef>
                <a:spcPts val="800"/>
              </a:spcBef>
              <a:spcAft>
                <a:spcPts val="200"/>
              </a:spcAft>
              <a:buClr>
                <a:schemeClr val="dk1"/>
              </a:buClr>
              <a:buSzPts val="700"/>
              <a:buChar char="•"/>
              <a:defRPr/>
            </a:lvl9pPr>
          </a:lstStyle>
          <a:p/>
        </p:txBody>
      </p:sp>
      <p:sp>
        <p:nvSpPr>
          <p:cNvPr id="178" name="Google Shape;178;p18"/>
          <p:cNvSpPr txBox="1"/>
          <p:nvPr>
            <p:ph idx="5" type="body"/>
          </p:nvPr>
        </p:nvSpPr>
        <p:spPr>
          <a:xfrm>
            <a:off x="2016368" y="3453788"/>
            <a:ext cx="1619100" cy="2337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900"/>
              <a:buNone/>
              <a:defRPr b="0" i="0" sz="9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179" name="Google Shape;179;p18"/>
          <p:cNvSpPr/>
          <p:nvPr>
            <p:ph idx="6" type="pic"/>
          </p:nvPr>
        </p:nvSpPr>
        <p:spPr>
          <a:xfrm>
            <a:off x="2016368" y="1500188"/>
            <a:ext cx="1618500" cy="1790100"/>
          </a:xfrm>
          <a:prstGeom prst="roundRect">
            <a:avLst>
              <a:gd fmla="val 3610" name="adj"/>
            </a:avLst>
          </a:prstGeom>
          <a:noFill/>
          <a:ln>
            <a:noFill/>
          </a:ln>
        </p:spPr>
      </p:sp>
      <p:sp>
        <p:nvSpPr>
          <p:cNvPr id="180" name="Google Shape;180;p18"/>
          <p:cNvSpPr txBox="1"/>
          <p:nvPr>
            <p:ph idx="7" type="body"/>
          </p:nvPr>
        </p:nvSpPr>
        <p:spPr>
          <a:xfrm>
            <a:off x="3743712" y="3750469"/>
            <a:ext cx="1618500" cy="9429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800"/>
              </a:spcBef>
              <a:spcAft>
                <a:spcPts val="0"/>
              </a:spcAft>
              <a:buClr>
                <a:srgbClr val="1B1915"/>
              </a:buClr>
              <a:buSzPts val="1900"/>
              <a:buNone/>
              <a:defRPr sz="1900"/>
            </a:lvl1pPr>
            <a:lvl2pPr indent="-228600" lvl="1" marL="914400" algn="l">
              <a:lnSpc>
                <a:spcPct val="110000"/>
              </a:lnSpc>
              <a:spcBef>
                <a:spcPts val="800"/>
              </a:spcBef>
              <a:spcAft>
                <a:spcPts val="0"/>
              </a:spcAft>
              <a:buClr>
                <a:srgbClr val="1B1915"/>
              </a:buClr>
              <a:buSzPts val="1100"/>
              <a:buNone/>
              <a:defRPr/>
            </a:lvl2pPr>
            <a:lvl3pPr indent="-228600" lvl="2" marL="1371600" algn="l">
              <a:lnSpc>
                <a:spcPct val="110000"/>
              </a:lnSpc>
              <a:spcBef>
                <a:spcPts val="800"/>
              </a:spcBef>
              <a:spcAft>
                <a:spcPts val="0"/>
              </a:spcAft>
              <a:buClr>
                <a:srgbClr val="1B1915"/>
              </a:buClr>
              <a:buSzPts val="900"/>
              <a:buNone/>
              <a:defRPr/>
            </a:lvl3pPr>
            <a:lvl4pPr indent="-228600" lvl="3" marL="1828800" algn="l">
              <a:lnSpc>
                <a:spcPct val="110000"/>
              </a:lnSpc>
              <a:spcBef>
                <a:spcPts val="800"/>
              </a:spcBef>
              <a:spcAft>
                <a:spcPts val="0"/>
              </a:spcAft>
              <a:buClr>
                <a:srgbClr val="1B1915"/>
              </a:buClr>
              <a:buSzPts val="800"/>
              <a:buNone/>
              <a:defRPr/>
            </a:lvl4pPr>
            <a:lvl5pPr indent="-228600" lvl="4" marL="2286000" algn="l">
              <a:lnSpc>
                <a:spcPct val="110000"/>
              </a:lnSpc>
              <a:spcBef>
                <a:spcPts val="800"/>
              </a:spcBef>
              <a:spcAft>
                <a:spcPts val="0"/>
              </a:spcAft>
              <a:buClr>
                <a:srgbClr val="1B1915"/>
              </a:buClr>
              <a:buSzPts val="800"/>
              <a:buNone/>
              <a:defRPr/>
            </a:lvl5pPr>
            <a:lvl6pPr indent="-273050" lvl="5" marL="2743200" algn="l">
              <a:lnSpc>
                <a:spcPct val="110000"/>
              </a:lnSpc>
              <a:spcBef>
                <a:spcPts val="800"/>
              </a:spcBef>
              <a:spcAft>
                <a:spcPts val="0"/>
              </a:spcAft>
              <a:buClr>
                <a:schemeClr val="dk1"/>
              </a:buClr>
              <a:buSzPts val="700"/>
              <a:buChar char="•"/>
              <a:defRPr/>
            </a:lvl6pPr>
            <a:lvl7pPr indent="-273050" lvl="6" marL="3200400" algn="l">
              <a:lnSpc>
                <a:spcPct val="110000"/>
              </a:lnSpc>
              <a:spcBef>
                <a:spcPts val="800"/>
              </a:spcBef>
              <a:spcAft>
                <a:spcPts val="0"/>
              </a:spcAft>
              <a:buClr>
                <a:schemeClr val="dk1"/>
              </a:buClr>
              <a:buSzPts val="700"/>
              <a:buChar char="•"/>
              <a:defRPr/>
            </a:lvl7pPr>
            <a:lvl8pPr indent="-273050" lvl="7" marL="3657600" algn="l">
              <a:lnSpc>
                <a:spcPct val="110000"/>
              </a:lnSpc>
              <a:spcBef>
                <a:spcPts val="800"/>
              </a:spcBef>
              <a:spcAft>
                <a:spcPts val="0"/>
              </a:spcAft>
              <a:buClr>
                <a:schemeClr val="dk1"/>
              </a:buClr>
              <a:buSzPts val="700"/>
              <a:buChar char="•"/>
              <a:defRPr/>
            </a:lvl8pPr>
            <a:lvl9pPr indent="-273050" lvl="8" marL="4114800" algn="l">
              <a:lnSpc>
                <a:spcPct val="110000"/>
              </a:lnSpc>
              <a:spcBef>
                <a:spcPts val="800"/>
              </a:spcBef>
              <a:spcAft>
                <a:spcPts val="200"/>
              </a:spcAft>
              <a:buClr>
                <a:schemeClr val="dk1"/>
              </a:buClr>
              <a:buSzPts val="700"/>
              <a:buChar char="•"/>
              <a:defRPr/>
            </a:lvl9pPr>
          </a:lstStyle>
          <a:p/>
        </p:txBody>
      </p:sp>
      <p:sp>
        <p:nvSpPr>
          <p:cNvPr id="181" name="Google Shape;181;p18"/>
          <p:cNvSpPr txBox="1"/>
          <p:nvPr>
            <p:ph idx="8" type="body"/>
          </p:nvPr>
        </p:nvSpPr>
        <p:spPr>
          <a:xfrm>
            <a:off x="3742692" y="3453788"/>
            <a:ext cx="1619100" cy="2337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900"/>
              <a:buNone/>
              <a:defRPr b="0" i="0" sz="9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182" name="Google Shape;182;p18"/>
          <p:cNvSpPr/>
          <p:nvPr>
            <p:ph idx="9" type="pic"/>
          </p:nvPr>
        </p:nvSpPr>
        <p:spPr>
          <a:xfrm>
            <a:off x="3742692" y="1500188"/>
            <a:ext cx="1618500" cy="1790100"/>
          </a:xfrm>
          <a:prstGeom prst="roundRect">
            <a:avLst>
              <a:gd fmla="val 3610" name="adj"/>
            </a:avLst>
          </a:prstGeom>
          <a:noFill/>
          <a:ln>
            <a:noFill/>
          </a:ln>
        </p:spPr>
      </p:sp>
      <p:sp>
        <p:nvSpPr>
          <p:cNvPr id="183" name="Google Shape;183;p18"/>
          <p:cNvSpPr txBox="1"/>
          <p:nvPr>
            <p:ph idx="13" type="body"/>
          </p:nvPr>
        </p:nvSpPr>
        <p:spPr>
          <a:xfrm>
            <a:off x="5464125" y="3750469"/>
            <a:ext cx="1618500" cy="9429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800"/>
              </a:spcBef>
              <a:spcAft>
                <a:spcPts val="0"/>
              </a:spcAft>
              <a:buClr>
                <a:srgbClr val="1B1915"/>
              </a:buClr>
              <a:buSzPts val="1900"/>
              <a:buNone/>
              <a:defRPr sz="1900"/>
            </a:lvl1pPr>
            <a:lvl2pPr indent="-228600" lvl="1" marL="914400" algn="l">
              <a:lnSpc>
                <a:spcPct val="110000"/>
              </a:lnSpc>
              <a:spcBef>
                <a:spcPts val="800"/>
              </a:spcBef>
              <a:spcAft>
                <a:spcPts val="0"/>
              </a:spcAft>
              <a:buClr>
                <a:srgbClr val="1B1915"/>
              </a:buClr>
              <a:buSzPts val="1100"/>
              <a:buNone/>
              <a:defRPr/>
            </a:lvl2pPr>
            <a:lvl3pPr indent="-228600" lvl="2" marL="1371600" algn="l">
              <a:lnSpc>
                <a:spcPct val="110000"/>
              </a:lnSpc>
              <a:spcBef>
                <a:spcPts val="800"/>
              </a:spcBef>
              <a:spcAft>
                <a:spcPts val="0"/>
              </a:spcAft>
              <a:buClr>
                <a:srgbClr val="1B1915"/>
              </a:buClr>
              <a:buSzPts val="900"/>
              <a:buNone/>
              <a:defRPr/>
            </a:lvl3pPr>
            <a:lvl4pPr indent="-228600" lvl="3" marL="1828800" algn="l">
              <a:lnSpc>
                <a:spcPct val="110000"/>
              </a:lnSpc>
              <a:spcBef>
                <a:spcPts val="800"/>
              </a:spcBef>
              <a:spcAft>
                <a:spcPts val="0"/>
              </a:spcAft>
              <a:buClr>
                <a:srgbClr val="1B1915"/>
              </a:buClr>
              <a:buSzPts val="800"/>
              <a:buNone/>
              <a:defRPr/>
            </a:lvl4pPr>
            <a:lvl5pPr indent="-228600" lvl="4" marL="2286000" algn="l">
              <a:lnSpc>
                <a:spcPct val="110000"/>
              </a:lnSpc>
              <a:spcBef>
                <a:spcPts val="800"/>
              </a:spcBef>
              <a:spcAft>
                <a:spcPts val="0"/>
              </a:spcAft>
              <a:buClr>
                <a:srgbClr val="1B1915"/>
              </a:buClr>
              <a:buSzPts val="800"/>
              <a:buNone/>
              <a:defRPr/>
            </a:lvl5pPr>
            <a:lvl6pPr indent="-273050" lvl="5" marL="2743200" algn="l">
              <a:lnSpc>
                <a:spcPct val="110000"/>
              </a:lnSpc>
              <a:spcBef>
                <a:spcPts val="800"/>
              </a:spcBef>
              <a:spcAft>
                <a:spcPts val="0"/>
              </a:spcAft>
              <a:buClr>
                <a:schemeClr val="dk1"/>
              </a:buClr>
              <a:buSzPts val="700"/>
              <a:buChar char="•"/>
              <a:defRPr/>
            </a:lvl6pPr>
            <a:lvl7pPr indent="-273050" lvl="6" marL="3200400" algn="l">
              <a:lnSpc>
                <a:spcPct val="110000"/>
              </a:lnSpc>
              <a:spcBef>
                <a:spcPts val="800"/>
              </a:spcBef>
              <a:spcAft>
                <a:spcPts val="0"/>
              </a:spcAft>
              <a:buClr>
                <a:schemeClr val="dk1"/>
              </a:buClr>
              <a:buSzPts val="700"/>
              <a:buChar char="•"/>
              <a:defRPr/>
            </a:lvl7pPr>
            <a:lvl8pPr indent="-273050" lvl="7" marL="3657600" algn="l">
              <a:lnSpc>
                <a:spcPct val="110000"/>
              </a:lnSpc>
              <a:spcBef>
                <a:spcPts val="800"/>
              </a:spcBef>
              <a:spcAft>
                <a:spcPts val="0"/>
              </a:spcAft>
              <a:buClr>
                <a:schemeClr val="dk1"/>
              </a:buClr>
              <a:buSzPts val="700"/>
              <a:buChar char="•"/>
              <a:defRPr/>
            </a:lvl8pPr>
            <a:lvl9pPr indent="-273050" lvl="8" marL="4114800" algn="l">
              <a:lnSpc>
                <a:spcPct val="110000"/>
              </a:lnSpc>
              <a:spcBef>
                <a:spcPts val="800"/>
              </a:spcBef>
              <a:spcAft>
                <a:spcPts val="200"/>
              </a:spcAft>
              <a:buClr>
                <a:schemeClr val="dk1"/>
              </a:buClr>
              <a:buSzPts val="700"/>
              <a:buChar char="•"/>
              <a:defRPr/>
            </a:lvl9pPr>
          </a:lstStyle>
          <a:p/>
        </p:txBody>
      </p:sp>
      <p:sp>
        <p:nvSpPr>
          <p:cNvPr id="184" name="Google Shape;184;p18"/>
          <p:cNvSpPr txBox="1"/>
          <p:nvPr>
            <p:ph idx="14" type="body"/>
          </p:nvPr>
        </p:nvSpPr>
        <p:spPr>
          <a:xfrm>
            <a:off x="5463104" y="3453788"/>
            <a:ext cx="1619100" cy="2337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900"/>
              <a:buNone/>
              <a:defRPr b="0" i="0" sz="9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185" name="Google Shape;185;p18"/>
          <p:cNvSpPr/>
          <p:nvPr>
            <p:ph idx="15" type="pic"/>
          </p:nvPr>
        </p:nvSpPr>
        <p:spPr>
          <a:xfrm>
            <a:off x="5463104" y="1500188"/>
            <a:ext cx="1618500" cy="1790100"/>
          </a:xfrm>
          <a:prstGeom prst="roundRect">
            <a:avLst>
              <a:gd fmla="val 3610" name="adj"/>
            </a:avLst>
          </a:prstGeom>
          <a:noFill/>
          <a:ln>
            <a:noFill/>
          </a:ln>
        </p:spPr>
      </p:sp>
      <p:sp>
        <p:nvSpPr>
          <p:cNvPr id="186" name="Google Shape;186;p18"/>
          <p:cNvSpPr txBox="1"/>
          <p:nvPr>
            <p:ph idx="16" type="body"/>
          </p:nvPr>
        </p:nvSpPr>
        <p:spPr>
          <a:xfrm>
            <a:off x="7190449" y="3750469"/>
            <a:ext cx="1618500" cy="9429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800"/>
              </a:spcBef>
              <a:spcAft>
                <a:spcPts val="0"/>
              </a:spcAft>
              <a:buClr>
                <a:srgbClr val="1B1915"/>
              </a:buClr>
              <a:buSzPts val="1900"/>
              <a:buNone/>
              <a:defRPr sz="1900"/>
            </a:lvl1pPr>
            <a:lvl2pPr indent="-228600" lvl="1" marL="914400" algn="l">
              <a:lnSpc>
                <a:spcPct val="110000"/>
              </a:lnSpc>
              <a:spcBef>
                <a:spcPts val="800"/>
              </a:spcBef>
              <a:spcAft>
                <a:spcPts val="0"/>
              </a:spcAft>
              <a:buClr>
                <a:srgbClr val="1B1915"/>
              </a:buClr>
              <a:buSzPts val="1100"/>
              <a:buNone/>
              <a:defRPr/>
            </a:lvl2pPr>
            <a:lvl3pPr indent="-228600" lvl="2" marL="1371600" algn="l">
              <a:lnSpc>
                <a:spcPct val="110000"/>
              </a:lnSpc>
              <a:spcBef>
                <a:spcPts val="800"/>
              </a:spcBef>
              <a:spcAft>
                <a:spcPts val="0"/>
              </a:spcAft>
              <a:buClr>
                <a:srgbClr val="1B1915"/>
              </a:buClr>
              <a:buSzPts val="900"/>
              <a:buNone/>
              <a:defRPr/>
            </a:lvl3pPr>
            <a:lvl4pPr indent="-228600" lvl="3" marL="1828800" algn="l">
              <a:lnSpc>
                <a:spcPct val="110000"/>
              </a:lnSpc>
              <a:spcBef>
                <a:spcPts val="800"/>
              </a:spcBef>
              <a:spcAft>
                <a:spcPts val="0"/>
              </a:spcAft>
              <a:buClr>
                <a:srgbClr val="1B1915"/>
              </a:buClr>
              <a:buSzPts val="800"/>
              <a:buNone/>
              <a:defRPr/>
            </a:lvl4pPr>
            <a:lvl5pPr indent="-228600" lvl="4" marL="2286000" algn="l">
              <a:lnSpc>
                <a:spcPct val="110000"/>
              </a:lnSpc>
              <a:spcBef>
                <a:spcPts val="800"/>
              </a:spcBef>
              <a:spcAft>
                <a:spcPts val="0"/>
              </a:spcAft>
              <a:buClr>
                <a:srgbClr val="1B1915"/>
              </a:buClr>
              <a:buSzPts val="800"/>
              <a:buNone/>
              <a:defRPr/>
            </a:lvl5pPr>
            <a:lvl6pPr indent="-273050" lvl="5" marL="2743200" algn="l">
              <a:lnSpc>
                <a:spcPct val="110000"/>
              </a:lnSpc>
              <a:spcBef>
                <a:spcPts val="800"/>
              </a:spcBef>
              <a:spcAft>
                <a:spcPts val="0"/>
              </a:spcAft>
              <a:buClr>
                <a:schemeClr val="dk1"/>
              </a:buClr>
              <a:buSzPts val="700"/>
              <a:buChar char="•"/>
              <a:defRPr/>
            </a:lvl6pPr>
            <a:lvl7pPr indent="-273050" lvl="6" marL="3200400" algn="l">
              <a:lnSpc>
                <a:spcPct val="110000"/>
              </a:lnSpc>
              <a:spcBef>
                <a:spcPts val="800"/>
              </a:spcBef>
              <a:spcAft>
                <a:spcPts val="0"/>
              </a:spcAft>
              <a:buClr>
                <a:schemeClr val="dk1"/>
              </a:buClr>
              <a:buSzPts val="700"/>
              <a:buChar char="•"/>
              <a:defRPr/>
            </a:lvl7pPr>
            <a:lvl8pPr indent="-273050" lvl="7" marL="3657600" algn="l">
              <a:lnSpc>
                <a:spcPct val="110000"/>
              </a:lnSpc>
              <a:spcBef>
                <a:spcPts val="800"/>
              </a:spcBef>
              <a:spcAft>
                <a:spcPts val="0"/>
              </a:spcAft>
              <a:buClr>
                <a:schemeClr val="dk1"/>
              </a:buClr>
              <a:buSzPts val="700"/>
              <a:buChar char="•"/>
              <a:defRPr/>
            </a:lvl8pPr>
            <a:lvl9pPr indent="-273050" lvl="8" marL="4114800" algn="l">
              <a:lnSpc>
                <a:spcPct val="110000"/>
              </a:lnSpc>
              <a:spcBef>
                <a:spcPts val="800"/>
              </a:spcBef>
              <a:spcAft>
                <a:spcPts val="200"/>
              </a:spcAft>
              <a:buClr>
                <a:schemeClr val="dk1"/>
              </a:buClr>
              <a:buSzPts val="700"/>
              <a:buChar char="•"/>
              <a:defRPr/>
            </a:lvl9pPr>
          </a:lstStyle>
          <a:p/>
        </p:txBody>
      </p:sp>
      <p:sp>
        <p:nvSpPr>
          <p:cNvPr id="187" name="Google Shape;187;p18"/>
          <p:cNvSpPr txBox="1"/>
          <p:nvPr>
            <p:ph idx="17" type="body"/>
          </p:nvPr>
        </p:nvSpPr>
        <p:spPr>
          <a:xfrm>
            <a:off x="7189428" y="3453788"/>
            <a:ext cx="1619100" cy="2337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900"/>
              <a:buNone/>
              <a:defRPr b="0" i="0" sz="9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188" name="Google Shape;188;p18"/>
          <p:cNvSpPr/>
          <p:nvPr>
            <p:ph idx="18" type="pic"/>
          </p:nvPr>
        </p:nvSpPr>
        <p:spPr>
          <a:xfrm>
            <a:off x="7189428" y="1500188"/>
            <a:ext cx="1618500" cy="1790100"/>
          </a:xfrm>
          <a:prstGeom prst="roundRect">
            <a:avLst>
              <a:gd fmla="val 3610" name="adj"/>
            </a:avLst>
          </a:prstGeom>
          <a:noFill/>
          <a:ln>
            <a:noFill/>
          </a:ln>
        </p:spPr>
      </p:sp>
    </p:spTree>
  </p:cSld>
  <p:clrMapOvr>
    <a:masterClrMapping/>
  </p:clrMapOvr>
  <p:extLst>
    <p:ext uri="{DCECCB84-F9BA-43D5-87BE-67443E8EF086}">
      <p15:sldGuideLst>
        <p15:guide id="1">
          <p15:clr>
            <a:srgbClr val="FBAE40"/>
          </p15:clr>
        </p15:guide>
        <p15:guide id="2" pos="5760">
          <p15:clr>
            <a:srgbClr val="FBAE40"/>
          </p15:clr>
        </p15:guide>
        <p15:guide id="3" pos="180">
          <p15:clr>
            <a:srgbClr val="FBAE40"/>
          </p15:clr>
        </p15:guide>
        <p15:guide id="4" pos="1206">
          <p15:clr>
            <a:srgbClr val="FBAE40"/>
          </p15:clr>
        </p15:guide>
        <p15:guide id="5" pos="1266">
          <p15:clr>
            <a:srgbClr val="FBAE40"/>
          </p15:clr>
        </p15:guide>
        <p15:guide id="6" pos="2292">
          <p15:clr>
            <a:srgbClr val="FBAE40"/>
          </p15:clr>
        </p15:guide>
        <p15:guide id="7" pos="2352">
          <p15:clr>
            <a:srgbClr val="FBAE40"/>
          </p15:clr>
        </p15:guide>
        <p15:guide id="8" pos="3378">
          <p15:clr>
            <a:srgbClr val="FBAE40"/>
          </p15:clr>
        </p15:guide>
        <p15:guide id="9" pos="3438">
          <p15:clr>
            <a:srgbClr val="FBAE40"/>
          </p15:clr>
        </p15:guide>
        <p15:guide id="10" pos="4464">
          <p15:clr>
            <a:srgbClr val="FBAE40"/>
          </p15:clr>
        </p15:guide>
        <p15:guide id="11" pos="4524">
          <p15:clr>
            <a:srgbClr val="FBAE40"/>
          </p15:clr>
        </p15:guide>
        <p15:guide id="12" pos="5550">
          <p15:clr>
            <a:srgbClr val="FBAE40"/>
          </p15:clr>
        </p15:guide>
        <p15:guide id="13" orient="horz">
          <p15:clr>
            <a:srgbClr val="FBAE40"/>
          </p15:clr>
        </p15:guide>
        <p15:guide id="14" orient="horz" pos="3240">
          <p15:clr>
            <a:srgbClr val="FBAE40"/>
          </p15:clr>
        </p15:guide>
        <p15:guide id="15" orient="horz" pos="180">
          <p15:clr>
            <a:srgbClr val="FBAE40"/>
          </p15:clr>
        </p15:guide>
        <p15:guide id="16" orient="horz" pos="1650">
          <p15:clr>
            <a:srgbClr val="FBAE40"/>
          </p15:clr>
        </p15:guide>
        <p15:guide id="17" orient="horz" pos="312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Slide + Image">
  <p:cSld name="Text Slide + Image">
    <p:spTree>
      <p:nvGrpSpPr>
        <p:cNvPr id="189" name="Shape 189"/>
        <p:cNvGrpSpPr/>
        <p:nvPr/>
      </p:nvGrpSpPr>
      <p:grpSpPr>
        <a:xfrm>
          <a:off x="0" y="0"/>
          <a:ext cx="0" cy="0"/>
          <a:chOff x="0" y="0"/>
          <a:chExt cx="0" cy="0"/>
        </a:xfrm>
      </p:grpSpPr>
      <p:sp>
        <p:nvSpPr>
          <p:cNvPr id="190" name="Google Shape;190;p19"/>
          <p:cNvSpPr txBox="1"/>
          <p:nvPr>
            <p:ph type="title"/>
          </p:nvPr>
        </p:nvSpPr>
        <p:spPr>
          <a:xfrm>
            <a:off x="300038" y="428625"/>
            <a:ext cx="3886200" cy="7668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800"/>
              <a:buFont typeface="Outfit"/>
              <a:buNone/>
              <a:defRPr b="0" sz="2800">
                <a:solidFill>
                  <a:schemeClr val="dk1"/>
                </a:solidFill>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sp>
        <p:nvSpPr>
          <p:cNvPr id="191" name="Google Shape;191;p19"/>
          <p:cNvSpPr txBox="1"/>
          <p:nvPr>
            <p:ph idx="1" type="body"/>
          </p:nvPr>
        </p:nvSpPr>
        <p:spPr>
          <a:xfrm>
            <a:off x="300038" y="1749787"/>
            <a:ext cx="3886200" cy="27759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1B1915"/>
              </a:buClr>
              <a:buSzPts val="1100"/>
              <a:buNone/>
              <a:defRPr/>
            </a:lvl1pPr>
            <a:lvl2pPr indent="-228600" lvl="1" marL="914400" algn="l">
              <a:lnSpc>
                <a:spcPct val="110000"/>
              </a:lnSpc>
              <a:spcBef>
                <a:spcPts val="200"/>
              </a:spcBef>
              <a:spcAft>
                <a:spcPts val="0"/>
              </a:spcAft>
              <a:buClr>
                <a:srgbClr val="1B1915"/>
              </a:buClr>
              <a:buSzPts val="1100"/>
              <a:buNone/>
              <a:defRPr/>
            </a:lvl2pPr>
            <a:lvl3pPr indent="-228600" lvl="2" marL="1371600" algn="l">
              <a:lnSpc>
                <a:spcPct val="110000"/>
              </a:lnSpc>
              <a:spcBef>
                <a:spcPts val="200"/>
              </a:spcBef>
              <a:spcAft>
                <a:spcPts val="0"/>
              </a:spcAft>
              <a:buClr>
                <a:srgbClr val="1B1915"/>
              </a:buClr>
              <a:buSzPts val="900"/>
              <a:buNone/>
              <a:defRPr/>
            </a:lvl3pPr>
            <a:lvl4pPr indent="-228600" lvl="3" marL="1828800" algn="l">
              <a:lnSpc>
                <a:spcPct val="110000"/>
              </a:lnSpc>
              <a:spcBef>
                <a:spcPts val="200"/>
              </a:spcBef>
              <a:spcAft>
                <a:spcPts val="0"/>
              </a:spcAft>
              <a:buClr>
                <a:srgbClr val="1B1915"/>
              </a:buClr>
              <a:buSzPts val="800"/>
              <a:buNone/>
              <a:defRPr/>
            </a:lvl4pPr>
            <a:lvl5pPr indent="-228600" lvl="4" marL="2286000" algn="l">
              <a:lnSpc>
                <a:spcPct val="110000"/>
              </a:lnSpc>
              <a:spcBef>
                <a:spcPts val="200"/>
              </a:spcBef>
              <a:spcAft>
                <a:spcPts val="0"/>
              </a:spcAft>
              <a:buClr>
                <a:srgbClr val="1B1915"/>
              </a:buClr>
              <a:buSzPts val="800"/>
              <a:buNone/>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192" name="Google Shape;192;p19"/>
          <p:cNvSpPr txBox="1"/>
          <p:nvPr>
            <p:ph idx="2" type="body"/>
          </p:nvPr>
        </p:nvSpPr>
        <p:spPr>
          <a:xfrm>
            <a:off x="300038" y="1355725"/>
            <a:ext cx="3886200" cy="2337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1700"/>
              <a:buNone/>
              <a:defRPr b="0" i="0" sz="17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193" name="Google Shape;193;p19"/>
          <p:cNvSpPr/>
          <p:nvPr>
            <p:ph idx="3" type="pic"/>
          </p:nvPr>
        </p:nvSpPr>
        <p:spPr>
          <a:xfrm>
            <a:off x="4471518" y="190500"/>
            <a:ext cx="4521900" cy="4764600"/>
          </a:xfrm>
          <a:prstGeom prst="roundRect">
            <a:avLst>
              <a:gd fmla="val 2162" name="adj"/>
            </a:avLst>
          </a:prstGeom>
          <a:noFill/>
          <a:ln>
            <a:noFill/>
          </a:ln>
        </p:spPr>
      </p:sp>
      <p:sp>
        <p:nvSpPr>
          <p:cNvPr id="194" name="Google Shape;194;p19"/>
          <p:cNvSpPr txBox="1"/>
          <p:nvPr>
            <p:ph idx="10" type="dt"/>
          </p:nvPr>
        </p:nvSpPr>
        <p:spPr>
          <a:xfrm>
            <a:off x="285750" y="4753346"/>
            <a:ext cx="2057400" cy="199800"/>
          </a:xfrm>
          <a:prstGeom prst="rect">
            <a:avLst/>
          </a:prstGeom>
          <a:noFill/>
          <a:ln>
            <a:noFill/>
          </a:ln>
        </p:spPr>
        <p:txBody>
          <a:bodyPr anchorCtr="0" anchor="b" bIns="0" lIns="0" spcFirstLastPara="1" rIns="0" wrap="square" tIns="0">
            <a:noAutofit/>
          </a:bodyPr>
          <a:lstStyle>
            <a:lvl1pPr lvl="0" algn="l">
              <a:lnSpc>
                <a:spcPct val="90000"/>
              </a:lnSpc>
              <a:spcBef>
                <a:spcPts val="1700"/>
              </a:spcBef>
              <a:spcAft>
                <a:spcPts val="0"/>
              </a:spcAft>
              <a:buClr>
                <a:schemeClr val="dk1"/>
              </a:buClr>
              <a:buSzPts val="700"/>
              <a:buNone/>
              <a:defRPr/>
            </a:lvl1pPr>
            <a:lvl2pPr lvl="1" algn="l">
              <a:lnSpc>
                <a:spcPct val="90000"/>
              </a:lnSpc>
              <a:spcBef>
                <a:spcPts val="1700"/>
              </a:spcBef>
              <a:spcAft>
                <a:spcPts val="0"/>
              </a:spcAft>
              <a:buClr>
                <a:srgbClr val="000000"/>
              </a:buClr>
              <a:buSzPts val="700"/>
              <a:buNone/>
              <a:defRPr/>
            </a:lvl2pPr>
            <a:lvl3pPr lvl="2" algn="l">
              <a:lnSpc>
                <a:spcPct val="90000"/>
              </a:lnSpc>
              <a:spcBef>
                <a:spcPts val="1700"/>
              </a:spcBef>
              <a:spcAft>
                <a:spcPts val="0"/>
              </a:spcAft>
              <a:buClr>
                <a:srgbClr val="000000"/>
              </a:buClr>
              <a:buSzPts val="700"/>
              <a:buNone/>
              <a:defRPr/>
            </a:lvl3pPr>
            <a:lvl4pPr lvl="3" algn="l">
              <a:lnSpc>
                <a:spcPct val="90000"/>
              </a:lnSpc>
              <a:spcBef>
                <a:spcPts val="1700"/>
              </a:spcBef>
              <a:spcAft>
                <a:spcPts val="0"/>
              </a:spcAft>
              <a:buClr>
                <a:srgbClr val="000000"/>
              </a:buClr>
              <a:buSzPts val="700"/>
              <a:buNone/>
              <a:defRPr/>
            </a:lvl4pPr>
            <a:lvl5pPr lvl="4" algn="l">
              <a:lnSpc>
                <a:spcPct val="90000"/>
              </a:lnSpc>
              <a:spcBef>
                <a:spcPts val="1700"/>
              </a:spcBef>
              <a:spcAft>
                <a:spcPts val="0"/>
              </a:spcAft>
              <a:buClr>
                <a:srgbClr val="000000"/>
              </a:buClr>
              <a:buSzPts val="700"/>
              <a:buNone/>
              <a:defRPr/>
            </a:lvl5pPr>
            <a:lvl6pPr lvl="5" algn="l">
              <a:lnSpc>
                <a:spcPct val="90000"/>
              </a:lnSpc>
              <a:spcBef>
                <a:spcPts val="1700"/>
              </a:spcBef>
              <a:spcAft>
                <a:spcPts val="0"/>
              </a:spcAft>
              <a:buClr>
                <a:srgbClr val="000000"/>
              </a:buClr>
              <a:buSzPts val="700"/>
              <a:buNone/>
              <a:defRPr/>
            </a:lvl6pPr>
            <a:lvl7pPr lvl="6" algn="l">
              <a:lnSpc>
                <a:spcPct val="90000"/>
              </a:lnSpc>
              <a:spcBef>
                <a:spcPts val="1700"/>
              </a:spcBef>
              <a:spcAft>
                <a:spcPts val="0"/>
              </a:spcAft>
              <a:buClr>
                <a:srgbClr val="000000"/>
              </a:buClr>
              <a:buSzPts val="700"/>
              <a:buNone/>
              <a:defRPr/>
            </a:lvl7pPr>
            <a:lvl8pPr lvl="7" algn="l">
              <a:lnSpc>
                <a:spcPct val="90000"/>
              </a:lnSpc>
              <a:spcBef>
                <a:spcPts val="1700"/>
              </a:spcBef>
              <a:spcAft>
                <a:spcPts val="0"/>
              </a:spcAft>
              <a:buClr>
                <a:srgbClr val="000000"/>
              </a:buClr>
              <a:buSzPts val="700"/>
              <a:buNone/>
              <a:defRPr/>
            </a:lvl8pPr>
            <a:lvl9pPr lvl="8" algn="l">
              <a:lnSpc>
                <a:spcPct val="90000"/>
              </a:lnSpc>
              <a:spcBef>
                <a:spcPts val="1700"/>
              </a:spcBef>
              <a:spcAft>
                <a:spcPts val="0"/>
              </a:spcAft>
              <a:buClr>
                <a:srgbClr val="000000"/>
              </a:buClr>
              <a:buSzPts val="7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Slide + Image Left">
  <p:cSld name="Text Slide + Image Left">
    <p:spTree>
      <p:nvGrpSpPr>
        <p:cNvPr id="195" name="Shape 195"/>
        <p:cNvGrpSpPr/>
        <p:nvPr/>
      </p:nvGrpSpPr>
      <p:grpSpPr>
        <a:xfrm>
          <a:off x="0" y="0"/>
          <a:ext cx="0" cy="0"/>
          <a:chOff x="0" y="0"/>
          <a:chExt cx="0" cy="0"/>
        </a:xfrm>
      </p:grpSpPr>
      <p:sp>
        <p:nvSpPr>
          <p:cNvPr id="196" name="Google Shape;196;p20"/>
          <p:cNvSpPr/>
          <p:nvPr>
            <p:ph idx="2" type="pic"/>
          </p:nvPr>
        </p:nvSpPr>
        <p:spPr>
          <a:xfrm>
            <a:off x="157163" y="190500"/>
            <a:ext cx="4521900" cy="4764600"/>
          </a:xfrm>
          <a:prstGeom prst="roundRect">
            <a:avLst>
              <a:gd fmla="val 2162" name="adj"/>
            </a:avLst>
          </a:prstGeom>
          <a:noFill/>
          <a:ln>
            <a:noFill/>
          </a:ln>
        </p:spPr>
      </p:sp>
      <p:sp>
        <p:nvSpPr>
          <p:cNvPr id="197" name="Google Shape;197;p20"/>
          <p:cNvSpPr txBox="1"/>
          <p:nvPr>
            <p:ph type="title"/>
          </p:nvPr>
        </p:nvSpPr>
        <p:spPr>
          <a:xfrm>
            <a:off x="4936324" y="428625"/>
            <a:ext cx="3877800" cy="7668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800"/>
              <a:buFont typeface="Outfit"/>
              <a:buNone/>
              <a:defRPr b="0" sz="2800">
                <a:solidFill>
                  <a:schemeClr val="dk1"/>
                </a:solidFill>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sp>
        <p:nvSpPr>
          <p:cNvPr id="198" name="Google Shape;198;p20"/>
          <p:cNvSpPr txBox="1"/>
          <p:nvPr>
            <p:ph idx="1" type="body"/>
          </p:nvPr>
        </p:nvSpPr>
        <p:spPr>
          <a:xfrm>
            <a:off x="4936331" y="1749787"/>
            <a:ext cx="3877800" cy="27759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1B1915"/>
              </a:buClr>
              <a:buSzPts val="1100"/>
              <a:buNone/>
              <a:defRPr/>
            </a:lvl1pPr>
            <a:lvl2pPr indent="-228600" lvl="1" marL="914400" algn="l">
              <a:lnSpc>
                <a:spcPct val="110000"/>
              </a:lnSpc>
              <a:spcBef>
                <a:spcPts val="200"/>
              </a:spcBef>
              <a:spcAft>
                <a:spcPts val="0"/>
              </a:spcAft>
              <a:buClr>
                <a:srgbClr val="1B1915"/>
              </a:buClr>
              <a:buSzPts val="1100"/>
              <a:buNone/>
              <a:defRPr/>
            </a:lvl2pPr>
            <a:lvl3pPr indent="-228600" lvl="2" marL="1371600" algn="l">
              <a:lnSpc>
                <a:spcPct val="110000"/>
              </a:lnSpc>
              <a:spcBef>
                <a:spcPts val="200"/>
              </a:spcBef>
              <a:spcAft>
                <a:spcPts val="0"/>
              </a:spcAft>
              <a:buClr>
                <a:srgbClr val="1B1915"/>
              </a:buClr>
              <a:buSzPts val="900"/>
              <a:buNone/>
              <a:defRPr/>
            </a:lvl3pPr>
            <a:lvl4pPr indent="-228600" lvl="3" marL="1828800" algn="l">
              <a:lnSpc>
                <a:spcPct val="110000"/>
              </a:lnSpc>
              <a:spcBef>
                <a:spcPts val="200"/>
              </a:spcBef>
              <a:spcAft>
                <a:spcPts val="0"/>
              </a:spcAft>
              <a:buClr>
                <a:srgbClr val="1B1915"/>
              </a:buClr>
              <a:buSzPts val="800"/>
              <a:buNone/>
              <a:defRPr/>
            </a:lvl4pPr>
            <a:lvl5pPr indent="-228600" lvl="4" marL="2286000" algn="l">
              <a:lnSpc>
                <a:spcPct val="110000"/>
              </a:lnSpc>
              <a:spcBef>
                <a:spcPts val="200"/>
              </a:spcBef>
              <a:spcAft>
                <a:spcPts val="0"/>
              </a:spcAft>
              <a:buClr>
                <a:srgbClr val="1B1915"/>
              </a:buClr>
              <a:buSzPts val="800"/>
              <a:buNone/>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199" name="Google Shape;199;p20"/>
          <p:cNvSpPr txBox="1"/>
          <p:nvPr>
            <p:ph idx="3" type="body"/>
          </p:nvPr>
        </p:nvSpPr>
        <p:spPr>
          <a:xfrm>
            <a:off x="4936331" y="1355725"/>
            <a:ext cx="3877800" cy="2337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1700"/>
              <a:buNone/>
              <a:defRPr b="0" i="0" sz="17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200" name="Google Shape;200;p20"/>
          <p:cNvSpPr txBox="1"/>
          <p:nvPr>
            <p:ph idx="12" type="sldNum"/>
          </p:nvPr>
        </p:nvSpPr>
        <p:spPr>
          <a:xfrm>
            <a:off x="6753225" y="4767263"/>
            <a:ext cx="2057400" cy="185700"/>
          </a:xfrm>
          <a:prstGeom prst="rect">
            <a:avLst/>
          </a:prstGeom>
          <a:noFill/>
          <a:ln>
            <a:noFill/>
          </a:ln>
        </p:spPr>
        <p:txBody>
          <a:bodyPr anchorCtr="0" anchor="b" bIns="0" lIns="0" spcFirstLastPara="1" rIns="0" wrap="square" tIns="0">
            <a:noAutofit/>
          </a:bodyPr>
          <a:lstStyle>
            <a:lvl1pPr indent="0" lvl="0" marL="0" algn="r">
              <a:lnSpc>
                <a:spcPct val="90000"/>
              </a:lnSpc>
              <a:spcBef>
                <a:spcPts val="0"/>
              </a:spcBef>
              <a:spcAft>
                <a:spcPts val="0"/>
              </a:spcAft>
              <a:buClr>
                <a:schemeClr val="dk1"/>
              </a:buClr>
              <a:buSzPts val="500"/>
              <a:buFont typeface="Outfit"/>
              <a:buNone/>
              <a:defRPr/>
            </a:lvl1pPr>
            <a:lvl2pPr indent="0" lvl="1" marL="0" algn="r">
              <a:lnSpc>
                <a:spcPct val="90000"/>
              </a:lnSpc>
              <a:spcBef>
                <a:spcPts val="0"/>
              </a:spcBef>
              <a:spcAft>
                <a:spcPts val="0"/>
              </a:spcAft>
              <a:buClr>
                <a:schemeClr val="dk1"/>
              </a:buClr>
              <a:buSzPts val="500"/>
              <a:buFont typeface="Outfit"/>
              <a:buNone/>
              <a:defRPr/>
            </a:lvl2pPr>
            <a:lvl3pPr indent="0" lvl="2" marL="0" algn="r">
              <a:lnSpc>
                <a:spcPct val="90000"/>
              </a:lnSpc>
              <a:spcBef>
                <a:spcPts val="0"/>
              </a:spcBef>
              <a:spcAft>
                <a:spcPts val="0"/>
              </a:spcAft>
              <a:buClr>
                <a:schemeClr val="dk1"/>
              </a:buClr>
              <a:buSzPts val="500"/>
              <a:buFont typeface="Outfit"/>
              <a:buNone/>
              <a:defRPr/>
            </a:lvl3pPr>
            <a:lvl4pPr indent="0" lvl="3" marL="0" algn="r">
              <a:lnSpc>
                <a:spcPct val="90000"/>
              </a:lnSpc>
              <a:spcBef>
                <a:spcPts val="0"/>
              </a:spcBef>
              <a:spcAft>
                <a:spcPts val="0"/>
              </a:spcAft>
              <a:buClr>
                <a:schemeClr val="dk1"/>
              </a:buClr>
              <a:buSzPts val="500"/>
              <a:buFont typeface="Outfit"/>
              <a:buNone/>
              <a:defRPr/>
            </a:lvl4pPr>
            <a:lvl5pPr indent="0" lvl="4" marL="0" algn="r">
              <a:lnSpc>
                <a:spcPct val="90000"/>
              </a:lnSpc>
              <a:spcBef>
                <a:spcPts val="0"/>
              </a:spcBef>
              <a:spcAft>
                <a:spcPts val="0"/>
              </a:spcAft>
              <a:buClr>
                <a:schemeClr val="dk1"/>
              </a:buClr>
              <a:buSzPts val="500"/>
              <a:buFont typeface="Outfit"/>
              <a:buNone/>
              <a:defRPr/>
            </a:lvl5pPr>
            <a:lvl6pPr indent="0" lvl="5" marL="0" algn="r">
              <a:lnSpc>
                <a:spcPct val="90000"/>
              </a:lnSpc>
              <a:spcBef>
                <a:spcPts val="0"/>
              </a:spcBef>
              <a:spcAft>
                <a:spcPts val="0"/>
              </a:spcAft>
              <a:buClr>
                <a:schemeClr val="dk1"/>
              </a:buClr>
              <a:buSzPts val="500"/>
              <a:buFont typeface="Outfit"/>
              <a:buNone/>
              <a:defRPr/>
            </a:lvl6pPr>
            <a:lvl7pPr indent="0" lvl="6" marL="0" algn="r">
              <a:lnSpc>
                <a:spcPct val="90000"/>
              </a:lnSpc>
              <a:spcBef>
                <a:spcPts val="0"/>
              </a:spcBef>
              <a:spcAft>
                <a:spcPts val="0"/>
              </a:spcAft>
              <a:buClr>
                <a:schemeClr val="dk1"/>
              </a:buClr>
              <a:buSzPts val="500"/>
              <a:buFont typeface="Outfit"/>
              <a:buNone/>
              <a:defRPr/>
            </a:lvl7pPr>
            <a:lvl8pPr indent="0" lvl="7" marL="0" algn="r">
              <a:lnSpc>
                <a:spcPct val="90000"/>
              </a:lnSpc>
              <a:spcBef>
                <a:spcPts val="0"/>
              </a:spcBef>
              <a:spcAft>
                <a:spcPts val="0"/>
              </a:spcAft>
              <a:buClr>
                <a:schemeClr val="dk1"/>
              </a:buClr>
              <a:buSzPts val="500"/>
              <a:buFont typeface="Outfit"/>
              <a:buNone/>
              <a:defRPr/>
            </a:lvl8pPr>
            <a:lvl9pPr indent="0" lvl="8" marL="0" algn="r">
              <a:lnSpc>
                <a:spcPct val="90000"/>
              </a:lnSpc>
              <a:spcBef>
                <a:spcPts val="0"/>
              </a:spcBef>
              <a:spcAft>
                <a:spcPts val="0"/>
              </a:spcAft>
              <a:buClr>
                <a:schemeClr val="dk1"/>
              </a:buClr>
              <a:buSzPts val="500"/>
              <a:buFont typeface="Outfit"/>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Slide + Three Images">
  <p:cSld name="Text Slide + Three Images">
    <p:spTree>
      <p:nvGrpSpPr>
        <p:cNvPr id="201" name="Shape 201"/>
        <p:cNvGrpSpPr/>
        <p:nvPr/>
      </p:nvGrpSpPr>
      <p:grpSpPr>
        <a:xfrm>
          <a:off x="0" y="0"/>
          <a:ext cx="0" cy="0"/>
          <a:chOff x="0" y="0"/>
          <a:chExt cx="0" cy="0"/>
        </a:xfrm>
      </p:grpSpPr>
      <p:sp>
        <p:nvSpPr>
          <p:cNvPr id="202" name="Google Shape;202;p21"/>
          <p:cNvSpPr/>
          <p:nvPr>
            <p:ph idx="2" type="pic"/>
          </p:nvPr>
        </p:nvSpPr>
        <p:spPr>
          <a:xfrm>
            <a:off x="4471518" y="190500"/>
            <a:ext cx="4512000" cy="2336400"/>
          </a:xfrm>
          <a:prstGeom prst="roundRect">
            <a:avLst>
              <a:gd fmla="val 4412" name="adj"/>
            </a:avLst>
          </a:prstGeom>
          <a:noFill/>
          <a:ln>
            <a:noFill/>
          </a:ln>
        </p:spPr>
      </p:sp>
      <p:sp>
        <p:nvSpPr>
          <p:cNvPr id="203" name="Google Shape;203;p21"/>
          <p:cNvSpPr/>
          <p:nvPr>
            <p:ph idx="3" type="pic"/>
          </p:nvPr>
        </p:nvSpPr>
        <p:spPr>
          <a:xfrm>
            <a:off x="4471518" y="2616548"/>
            <a:ext cx="2200800" cy="2336400"/>
          </a:xfrm>
          <a:prstGeom prst="roundRect">
            <a:avLst>
              <a:gd fmla="val 4412" name="adj"/>
            </a:avLst>
          </a:prstGeom>
          <a:noFill/>
          <a:ln>
            <a:noFill/>
          </a:ln>
        </p:spPr>
      </p:sp>
      <p:sp>
        <p:nvSpPr>
          <p:cNvPr id="204" name="Google Shape;204;p21"/>
          <p:cNvSpPr/>
          <p:nvPr>
            <p:ph idx="4" type="pic"/>
          </p:nvPr>
        </p:nvSpPr>
        <p:spPr>
          <a:xfrm>
            <a:off x="6783474" y="2616548"/>
            <a:ext cx="2200800" cy="2336400"/>
          </a:xfrm>
          <a:prstGeom prst="roundRect">
            <a:avLst>
              <a:gd fmla="val 4412" name="adj"/>
            </a:avLst>
          </a:prstGeom>
          <a:noFill/>
          <a:ln>
            <a:noFill/>
          </a:ln>
        </p:spPr>
      </p:sp>
      <p:sp>
        <p:nvSpPr>
          <p:cNvPr id="205" name="Google Shape;205;p21"/>
          <p:cNvSpPr txBox="1"/>
          <p:nvPr>
            <p:ph type="title"/>
          </p:nvPr>
        </p:nvSpPr>
        <p:spPr>
          <a:xfrm>
            <a:off x="300038" y="428625"/>
            <a:ext cx="3886200" cy="7668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800"/>
              <a:buFont typeface="Outfit"/>
              <a:buNone/>
              <a:defRPr b="0" sz="2800">
                <a:solidFill>
                  <a:schemeClr val="dk1"/>
                </a:solidFill>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sp>
        <p:nvSpPr>
          <p:cNvPr id="206" name="Google Shape;206;p21"/>
          <p:cNvSpPr txBox="1"/>
          <p:nvPr>
            <p:ph idx="1" type="body"/>
          </p:nvPr>
        </p:nvSpPr>
        <p:spPr>
          <a:xfrm>
            <a:off x="300038" y="1749787"/>
            <a:ext cx="3886200" cy="27759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1B1915"/>
              </a:buClr>
              <a:buSzPts val="1100"/>
              <a:buNone/>
              <a:defRPr/>
            </a:lvl1pPr>
            <a:lvl2pPr indent="-228600" lvl="1" marL="914400" algn="l">
              <a:lnSpc>
                <a:spcPct val="110000"/>
              </a:lnSpc>
              <a:spcBef>
                <a:spcPts val="200"/>
              </a:spcBef>
              <a:spcAft>
                <a:spcPts val="0"/>
              </a:spcAft>
              <a:buClr>
                <a:srgbClr val="1B1915"/>
              </a:buClr>
              <a:buSzPts val="1100"/>
              <a:buNone/>
              <a:defRPr/>
            </a:lvl2pPr>
            <a:lvl3pPr indent="-228600" lvl="2" marL="1371600" algn="l">
              <a:lnSpc>
                <a:spcPct val="110000"/>
              </a:lnSpc>
              <a:spcBef>
                <a:spcPts val="200"/>
              </a:spcBef>
              <a:spcAft>
                <a:spcPts val="0"/>
              </a:spcAft>
              <a:buClr>
                <a:srgbClr val="1B1915"/>
              </a:buClr>
              <a:buSzPts val="900"/>
              <a:buNone/>
              <a:defRPr/>
            </a:lvl3pPr>
            <a:lvl4pPr indent="-228600" lvl="3" marL="1828800" algn="l">
              <a:lnSpc>
                <a:spcPct val="110000"/>
              </a:lnSpc>
              <a:spcBef>
                <a:spcPts val="200"/>
              </a:spcBef>
              <a:spcAft>
                <a:spcPts val="0"/>
              </a:spcAft>
              <a:buClr>
                <a:srgbClr val="1B1915"/>
              </a:buClr>
              <a:buSzPts val="800"/>
              <a:buNone/>
              <a:defRPr/>
            </a:lvl4pPr>
            <a:lvl5pPr indent="-228600" lvl="4" marL="2286000" algn="l">
              <a:lnSpc>
                <a:spcPct val="110000"/>
              </a:lnSpc>
              <a:spcBef>
                <a:spcPts val="200"/>
              </a:spcBef>
              <a:spcAft>
                <a:spcPts val="0"/>
              </a:spcAft>
              <a:buClr>
                <a:srgbClr val="1B1915"/>
              </a:buClr>
              <a:buSzPts val="800"/>
              <a:buNone/>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207" name="Google Shape;207;p21"/>
          <p:cNvSpPr txBox="1"/>
          <p:nvPr>
            <p:ph idx="5" type="body"/>
          </p:nvPr>
        </p:nvSpPr>
        <p:spPr>
          <a:xfrm>
            <a:off x="300038" y="1355725"/>
            <a:ext cx="3886200" cy="2337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1700"/>
              <a:buNone/>
              <a:defRPr b="0" i="0" sz="17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208" name="Google Shape;208;p21"/>
          <p:cNvSpPr txBox="1"/>
          <p:nvPr>
            <p:ph idx="10" type="dt"/>
          </p:nvPr>
        </p:nvSpPr>
        <p:spPr>
          <a:xfrm>
            <a:off x="285750" y="4753346"/>
            <a:ext cx="2057400" cy="199800"/>
          </a:xfrm>
          <a:prstGeom prst="rect">
            <a:avLst/>
          </a:prstGeom>
          <a:noFill/>
          <a:ln>
            <a:noFill/>
          </a:ln>
        </p:spPr>
        <p:txBody>
          <a:bodyPr anchorCtr="0" anchor="b" bIns="0" lIns="0" spcFirstLastPara="1" rIns="0" wrap="square" tIns="0">
            <a:noAutofit/>
          </a:bodyPr>
          <a:lstStyle>
            <a:lvl1pPr lvl="0" algn="l">
              <a:lnSpc>
                <a:spcPct val="90000"/>
              </a:lnSpc>
              <a:spcBef>
                <a:spcPts val="1700"/>
              </a:spcBef>
              <a:spcAft>
                <a:spcPts val="0"/>
              </a:spcAft>
              <a:buClr>
                <a:schemeClr val="dk1"/>
              </a:buClr>
              <a:buSzPts val="700"/>
              <a:buNone/>
              <a:defRPr/>
            </a:lvl1pPr>
            <a:lvl2pPr lvl="1" algn="l">
              <a:lnSpc>
                <a:spcPct val="90000"/>
              </a:lnSpc>
              <a:spcBef>
                <a:spcPts val="1700"/>
              </a:spcBef>
              <a:spcAft>
                <a:spcPts val="0"/>
              </a:spcAft>
              <a:buClr>
                <a:srgbClr val="000000"/>
              </a:buClr>
              <a:buSzPts val="700"/>
              <a:buNone/>
              <a:defRPr/>
            </a:lvl2pPr>
            <a:lvl3pPr lvl="2" algn="l">
              <a:lnSpc>
                <a:spcPct val="90000"/>
              </a:lnSpc>
              <a:spcBef>
                <a:spcPts val="1700"/>
              </a:spcBef>
              <a:spcAft>
                <a:spcPts val="0"/>
              </a:spcAft>
              <a:buClr>
                <a:srgbClr val="000000"/>
              </a:buClr>
              <a:buSzPts val="700"/>
              <a:buNone/>
              <a:defRPr/>
            </a:lvl3pPr>
            <a:lvl4pPr lvl="3" algn="l">
              <a:lnSpc>
                <a:spcPct val="90000"/>
              </a:lnSpc>
              <a:spcBef>
                <a:spcPts val="1700"/>
              </a:spcBef>
              <a:spcAft>
                <a:spcPts val="0"/>
              </a:spcAft>
              <a:buClr>
                <a:srgbClr val="000000"/>
              </a:buClr>
              <a:buSzPts val="700"/>
              <a:buNone/>
              <a:defRPr/>
            </a:lvl4pPr>
            <a:lvl5pPr lvl="4" algn="l">
              <a:lnSpc>
                <a:spcPct val="90000"/>
              </a:lnSpc>
              <a:spcBef>
                <a:spcPts val="1700"/>
              </a:spcBef>
              <a:spcAft>
                <a:spcPts val="0"/>
              </a:spcAft>
              <a:buClr>
                <a:srgbClr val="000000"/>
              </a:buClr>
              <a:buSzPts val="700"/>
              <a:buNone/>
              <a:defRPr/>
            </a:lvl5pPr>
            <a:lvl6pPr lvl="5" algn="l">
              <a:lnSpc>
                <a:spcPct val="90000"/>
              </a:lnSpc>
              <a:spcBef>
                <a:spcPts val="1700"/>
              </a:spcBef>
              <a:spcAft>
                <a:spcPts val="0"/>
              </a:spcAft>
              <a:buClr>
                <a:srgbClr val="000000"/>
              </a:buClr>
              <a:buSzPts val="700"/>
              <a:buNone/>
              <a:defRPr/>
            </a:lvl6pPr>
            <a:lvl7pPr lvl="6" algn="l">
              <a:lnSpc>
                <a:spcPct val="90000"/>
              </a:lnSpc>
              <a:spcBef>
                <a:spcPts val="1700"/>
              </a:spcBef>
              <a:spcAft>
                <a:spcPts val="0"/>
              </a:spcAft>
              <a:buClr>
                <a:srgbClr val="000000"/>
              </a:buClr>
              <a:buSzPts val="700"/>
              <a:buNone/>
              <a:defRPr/>
            </a:lvl7pPr>
            <a:lvl8pPr lvl="7" algn="l">
              <a:lnSpc>
                <a:spcPct val="90000"/>
              </a:lnSpc>
              <a:spcBef>
                <a:spcPts val="1700"/>
              </a:spcBef>
              <a:spcAft>
                <a:spcPts val="0"/>
              </a:spcAft>
              <a:buClr>
                <a:srgbClr val="000000"/>
              </a:buClr>
              <a:buSzPts val="700"/>
              <a:buNone/>
              <a:defRPr/>
            </a:lvl8pPr>
            <a:lvl9pPr lvl="8" algn="l">
              <a:lnSpc>
                <a:spcPct val="90000"/>
              </a:lnSpc>
              <a:spcBef>
                <a:spcPts val="1700"/>
              </a:spcBef>
              <a:spcAft>
                <a:spcPts val="0"/>
              </a:spcAft>
              <a:buClr>
                <a:srgbClr val="000000"/>
              </a:buClr>
              <a:buSzPts val="7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Slide + Four Images">
  <p:cSld name="Text Slide + Four Images">
    <p:spTree>
      <p:nvGrpSpPr>
        <p:cNvPr id="209" name="Shape 209"/>
        <p:cNvGrpSpPr/>
        <p:nvPr/>
      </p:nvGrpSpPr>
      <p:grpSpPr>
        <a:xfrm>
          <a:off x="0" y="0"/>
          <a:ext cx="0" cy="0"/>
          <a:chOff x="0" y="0"/>
          <a:chExt cx="0" cy="0"/>
        </a:xfrm>
      </p:grpSpPr>
      <p:sp>
        <p:nvSpPr>
          <p:cNvPr id="210" name="Google Shape;210;p22"/>
          <p:cNvSpPr/>
          <p:nvPr>
            <p:ph idx="2" type="pic"/>
          </p:nvPr>
        </p:nvSpPr>
        <p:spPr>
          <a:xfrm>
            <a:off x="4471518" y="2616548"/>
            <a:ext cx="2200800" cy="2336400"/>
          </a:xfrm>
          <a:prstGeom prst="roundRect">
            <a:avLst>
              <a:gd fmla="val 4412" name="adj"/>
            </a:avLst>
          </a:prstGeom>
          <a:noFill/>
          <a:ln>
            <a:noFill/>
          </a:ln>
        </p:spPr>
      </p:sp>
      <p:sp>
        <p:nvSpPr>
          <p:cNvPr id="211" name="Google Shape;211;p22"/>
          <p:cNvSpPr/>
          <p:nvPr>
            <p:ph idx="3" type="pic"/>
          </p:nvPr>
        </p:nvSpPr>
        <p:spPr>
          <a:xfrm>
            <a:off x="6783474" y="2616548"/>
            <a:ext cx="2200800" cy="2336400"/>
          </a:xfrm>
          <a:prstGeom prst="roundRect">
            <a:avLst>
              <a:gd fmla="val 4412" name="adj"/>
            </a:avLst>
          </a:prstGeom>
          <a:noFill/>
          <a:ln>
            <a:noFill/>
          </a:ln>
        </p:spPr>
      </p:sp>
      <p:sp>
        <p:nvSpPr>
          <p:cNvPr id="212" name="Google Shape;212;p22"/>
          <p:cNvSpPr/>
          <p:nvPr>
            <p:ph idx="4" type="pic"/>
          </p:nvPr>
        </p:nvSpPr>
        <p:spPr>
          <a:xfrm>
            <a:off x="4471518" y="192599"/>
            <a:ext cx="2200800" cy="2336400"/>
          </a:xfrm>
          <a:prstGeom prst="roundRect">
            <a:avLst>
              <a:gd fmla="val 4412" name="adj"/>
            </a:avLst>
          </a:prstGeom>
          <a:noFill/>
          <a:ln>
            <a:noFill/>
          </a:ln>
        </p:spPr>
      </p:sp>
      <p:sp>
        <p:nvSpPr>
          <p:cNvPr id="213" name="Google Shape;213;p22"/>
          <p:cNvSpPr/>
          <p:nvPr>
            <p:ph idx="5" type="pic"/>
          </p:nvPr>
        </p:nvSpPr>
        <p:spPr>
          <a:xfrm>
            <a:off x="6783474" y="192599"/>
            <a:ext cx="2200800" cy="2336400"/>
          </a:xfrm>
          <a:prstGeom prst="roundRect">
            <a:avLst>
              <a:gd fmla="val 4412" name="adj"/>
            </a:avLst>
          </a:prstGeom>
          <a:noFill/>
          <a:ln>
            <a:noFill/>
          </a:ln>
        </p:spPr>
      </p:sp>
      <p:sp>
        <p:nvSpPr>
          <p:cNvPr id="214" name="Google Shape;214;p22"/>
          <p:cNvSpPr txBox="1"/>
          <p:nvPr>
            <p:ph type="title"/>
          </p:nvPr>
        </p:nvSpPr>
        <p:spPr>
          <a:xfrm>
            <a:off x="300038" y="428625"/>
            <a:ext cx="3886200" cy="7668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800"/>
              <a:buFont typeface="Outfit"/>
              <a:buNone/>
              <a:defRPr b="0" sz="2800">
                <a:solidFill>
                  <a:schemeClr val="dk1"/>
                </a:solidFill>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sp>
        <p:nvSpPr>
          <p:cNvPr id="215" name="Google Shape;215;p22"/>
          <p:cNvSpPr txBox="1"/>
          <p:nvPr>
            <p:ph idx="1" type="body"/>
          </p:nvPr>
        </p:nvSpPr>
        <p:spPr>
          <a:xfrm>
            <a:off x="300038" y="1749787"/>
            <a:ext cx="3886200" cy="27759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1B1915"/>
              </a:buClr>
              <a:buSzPts val="1100"/>
              <a:buNone/>
              <a:defRPr/>
            </a:lvl1pPr>
            <a:lvl2pPr indent="-228600" lvl="1" marL="914400" algn="l">
              <a:lnSpc>
                <a:spcPct val="110000"/>
              </a:lnSpc>
              <a:spcBef>
                <a:spcPts val="200"/>
              </a:spcBef>
              <a:spcAft>
                <a:spcPts val="0"/>
              </a:spcAft>
              <a:buClr>
                <a:srgbClr val="1B1915"/>
              </a:buClr>
              <a:buSzPts val="1100"/>
              <a:buNone/>
              <a:defRPr/>
            </a:lvl2pPr>
            <a:lvl3pPr indent="-228600" lvl="2" marL="1371600" algn="l">
              <a:lnSpc>
                <a:spcPct val="110000"/>
              </a:lnSpc>
              <a:spcBef>
                <a:spcPts val="200"/>
              </a:spcBef>
              <a:spcAft>
                <a:spcPts val="0"/>
              </a:spcAft>
              <a:buClr>
                <a:srgbClr val="1B1915"/>
              </a:buClr>
              <a:buSzPts val="900"/>
              <a:buNone/>
              <a:defRPr/>
            </a:lvl3pPr>
            <a:lvl4pPr indent="-228600" lvl="3" marL="1828800" algn="l">
              <a:lnSpc>
                <a:spcPct val="110000"/>
              </a:lnSpc>
              <a:spcBef>
                <a:spcPts val="200"/>
              </a:spcBef>
              <a:spcAft>
                <a:spcPts val="0"/>
              </a:spcAft>
              <a:buClr>
                <a:srgbClr val="1B1915"/>
              </a:buClr>
              <a:buSzPts val="800"/>
              <a:buNone/>
              <a:defRPr/>
            </a:lvl4pPr>
            <a:lvl5pPr indent="-228600" lvl="4" marL="2286000" algn="l">
              <a:lnSpc>
                <a:spcPct val="110000"/>
              </a:lnSpc>
              <a:spcBef>
                <a:spcPts val="200"/>
              </a:spcBef>
              <a:spcAft>
                <a:spcPts val="0"/>
              </a:spcAft>
              <a:buClr>
                <a:srgbClr val="1B1915"/>
              </a:buClr>
              <a:buSzPts val="800"/>
              <a:buNone/>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216" name="Google Shape;216;p22"/>
          <p:cNvSpPr txBox="1"/>
          <p:nvPr>
            <p:ph idx="6" type="body"/>
          </p:nvPr>
        </p:nvSpPr>
        <p:spPr>
          <a:xfrm>
            <a:off x="300038" y="1355725"/>
            <a:ext cx="3886200" cy="2337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226548"/>
              </a:buClr>
              <a:buSzPts val="1700"/>
              <a:buNone/>
              <a:defRPr b="0" i="0" sz="1700">
                <a:solidFill>
                  <a:srgbClr val="226548"/>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217" name="Google Shape;217;p22"/>
          <p:cNvSpPr txBox="1"/>
          <p:nvPr>
            <p:ph idx="10" type="dt"/>
          </p:nvPr>
        </p:nvSpPr>
        <p:spPr>
          <a:xfrm>
            <a:off x="285750" y="4753346"/>
            <a:ext cx="2057400" cy="199800"/>
          </a:xfrm>
          <a:prstGeom prst="rect">
            <a:avLst/>
          </a:prstGeom>
          <a:noFill/>
          <a:ln>
            <a:noFill/>
          </a:ln>
        </p:spPr>
        <p:txBody>
          <a:bodyPr anchorCtr="0" anchor="b" bIns="0" lIns="0" spcFirstLastPara="1" rIns="0" wrap="square" tIns="0">
            <a:noAutofit/>
          </a:bodyPr>
          <a:lstStyle>
            <a:lvl1pPr lvl="0" algn="l">
              <a:lnSpc>
                <a:spcPct val="90000"/>
              </a:lnSpc>
              <a:spcBef>
                <a:spcPts val="1700"/>
              </a:spcBef>
              <a:spcAft>
                <a:spcPts val="0"/>
              </a:spcAft>
              <a:buClr>
                <a:schemeClr val="dk1"/>
              </a:buClr>
              <a:buSzPts val="700"/>
              <a:buNone/>
              <a:defRPr/>
            </a:lvl1pPr>
            <a:lvl2pPr lvl="1" algn="l">
              <a:lnSpc>
                <a:spcPct val="90000"/>
              </a:lnSpc>
              <a:spcBef>
                <a:spcPts val="1700"/>
              </a:spcBef>
              <a:spcAft>
                <a:spcPts val="0"/>
              </a:spcAft>
              <a:buClr>
                <a:srgbClr val="000000"/>
              </a:buClr>
              <a:buSzPts val="700"/>
              <a:buNone/>
              <a:defRPr/>
            </a:lvl2pPr>
            <a:lvl3pPr lvl="2" algn="l">
              <a:lnSpc>
                <a:spcPct val="90000"/>
              </a:lnSpc>
              <a:spcBef>
                <a:spcPts val="1700"/>
              </a:spcBef>
              <a:spcAft>
                <a:spcPts val="0"/>
              </a:spcAft>
              <a:buClr>
                <a:srgbClr val="000000"/>
              </a:buClr>
              <a:buSzPts val="700"/>
              <a:buNone/>
              <a:defRPr/>
            </a:lvl3pPr>
            <a:lvl4pPr lvl="3" algn="l">
              <a:lnSpc>
                <a:spcPct val="90000"/>
              </a:lnSpc>
              <a:spcBef>
                <a:spcPts val="1700"/>
              </a:spcBef>
              <a:spcAft>
                <a:spcPts val="0"/>
              </a:spcAft>
              <a:buClr>
                <a:srgbClr val="000000"/>
              </a:buClr>
              <a:buSzPts val="700"/>
              <a:buNone/>
              <a:defRPr/>
            </a:lvl4pPr>
            <a:lvl5pPr lvl="4" algn="l">
              <a:lnSpc>
                <a:spcPct val="90000"/>
              </a:lnSpc>
              <a:spcBef>
                <a:spcPts val="1700"/>
              </a:spcBef>
              <a:spcAft>
                <a:spcPts val="0"/>
              </a:spcAft>
              <a:buClr>
                <a:srgbClr val="000000"/>
              </a:buClr>
              <a:buSzPts val="700"/>
              <a:buNone/>
              <a:defRPr/>
            </a:lvl5pPr>
            <a:lvl6pPr lvl="5" algn="l">
              <a:lnSpc>
                <a:spcPct val="90000"/>
              </a:lnSpc>
              <a:spcBef>
                <a:spcPts val="1700"/>
              </a:spcBef>
              <a:spcAft>
                <a:spcPts val="0"/>
              </a:spcAft>
              <a:buClr>
                <a:srgbClr val="000000"/>
              </a:buClr>
              <a:buSzPts val="700"/>
              <a:buNone/>
              <a:defRPr/>
            </a:lvl6pPr>
            <a:lvl7pPr lvl="6" algn="l">
              <a:lnSpc>
                <a:spcPct val="90000"/>
              </a:lnSpc>
              <a:spcBef>
                <a:spcPts val="1700"/>
              </a:spcBef>
              <a:spcAft>
                <a:spcPts val="0"/>
              </a:spcAft>
              <a:buClr>
                <a:srgbClr val="000000"/>
              </a:buClr>
              <a:buSzPts val="700"/>
              <a:buNone/>
              <a:defRPr/>
            </a:lvl7pPr>
            <a:lvl8pPr lvl="7" algn="l">
              <a:lnSpc>
                <a:spcPct val="90000"/>
              </a:lnSpc>
              <a:spcBef>
                <a:spcPts val="1700"/>
              </a:spcBef>
              <a:spcAft>
                <a:spcPts val="0"/>
              </a:spcAft>
              <a:buClr>
                <a:srgbClr val="000000"/>
              </a:buClr>
              <a:buSzPts val="700"/>
              <a:buNone/>
              <a:defRPr/>
            </a:lvl8pPr>
            <a:lvl9pPr lvl="8" algn="l">
              <a:lnSpc>
                <a:spcPct val="90000"/>
              </a:lnSpc>
              <a:spcBef>
                <a:spcPts val="1700"/>
              </a:spcBef>
              <a:spcAft>
                <a:spcPts val="0"/>
              </a:spcAft>
              <a:buClr>
                <a:srgbClr val="000000"/>
              </a:buClr>
              <a:buSzPts val="7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Slide + Large Image">
  <p:cSld name="Text Slide + Large Image">
    <p:spTree>
      <p:nvGrpSpPr>
        <p:cNvPr id="218" name="Shape 218"/>
        <p:cNvGrpSpPr/>
        <p:nvPr/>
      </p:nvGrpSpPr>
      <p:grpSpPr>
        <a:xfrm>
          <a:off x="0" y="0"/>
          <a:ext cx="0" cy="0"/>
          <a:chOff x="0" y="0"/>
          <a:chExt cx="0" cy="0"/>
        </a:xfrm>
      </p:grpSpPr>
      <p:sp>
        <p:nvSpPr>
          <p:cNvPr id="219" name="Google Shape;219;p23"/>
          <p:cNvSpPr/>
          <p:nvPr>
            <p:ph idx="2" type="pic"/>
          </p:nvPr>
        </p:nvSpPr>
        <p:spPr>
          <a:xfrm>
            <a:off x="178594" y="1278367"/>
            <a:ext cx="8739600" cy="3677400"/>
          </a:xfrm>
          <a:prstGeom prst="roundRect">
            <a:avLst>
              <a:gd fmla="val 1004" name="adj"/>
            </a:avLst>
          </a:prstGeom>
          <a:noFill/>
          <a:ln>
            <a:noFill/>
          </a:ln>
        </p:spPr>
      </p:sp>
      <p:sp>
        <p:nvSpPr>
          <p:cNvPr id="220" name="Google Shape;220;p23"/>
          <p:cNvSpPr txBox="1"/>
          <p:nvPr>
            <p:ph type="title"/>
          </p:nvPr>
        </p:nvSpPr>
        <p:spPr>
          <a:xfrm>
            <a:off x="300038" y="428625"/>
            <a:ext cx="3338400" cy="7461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300"/>
              <a:buFont typeface="Outfit"/>
              <a:buNone/>
              <a:defRPr b="0" sz="2300">
                <a:solidFill>
                  <a:schemeClr val="dk1"/>
                </a:solidFill>
              </a:defRPr>
            </a:lvl1pPr>
            <a:lvl2pPr lvl="1">
              <a:spcBef>
                <a:spcPts val="20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sp>
        <p:nvSpPr>
          <p:cNvPr id="221" name="Google Shape;221;p23"/>
          <p:cNvSpPr txBox="1"/>
          <p:nvPr>
            <p:ph idx="1" type="body"/>
          </p:nvPr>
        </p:nvSpPr>
        <p:spPr>
          <a:xfrm>
            <a:off x="3748166" y="428625"/>
            <a:ext cx="4252800" cy="7461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1B1915"/>
              </a:buClr>
              <a:buSzPts val="1100"/>
              <a:buNone/>
              <a:defRPr/>
            </a:lvl1pPr>
            <a:lvl2pPr indent="-228600" lvl="1" marL="914400" algn="l">
              <a:lnSpc>
                <a:spcPct val="110000"/>
              </a:lnSpc>
              <a:spcBef>
                <a:spcPts val="200"/>
              </a:spcBef>
              <a:spcAft>
                <a:spcPts val="0"/>
              </a:spcAft>
              <a:buClr>
                <a:srgbClr val="1B1915"/>
              </a:buClr>
              <a:buSzPts val="1100"/>
              <a:buNone/>
              <a:defRPr/>
            </a:lvl2pPr>
            <a:lvl3pPr indent="-228600" lvl="2" marL="1371600" algn="l">
              <a:lnSpc>
                <a:spcPct val="110000"/>
              </a:lnSpc>
              <a:spcBef>
                <a:spcPts val="200"/>
              </a:spcBef>
              <a:spcAft>
                <a:spcPts val="0"/>
              </a:spcAft>
              <a:buClr>
                <a:srgbClr val="1B1915"/>
              </a:buClr>
              <a:buSzPts val="900"/>
              <a:buNone/>
              <a:defRPr/>
            </a:lvl3pPr>
            <a:lvl4pPr indent="-228600" lvl="3" marL="1828800" algn="l">
              <a:lnSpc>
                <a:spcPct val="110000"/>
              </a:lnSpc>
              <a:spcBef>
                <a:spcPts val="200"/>
              </a:spcBef>
              <a:spcAft>
                <a:spcPts val="0"/>
              </a:spcAft>
              <a:buClr>
                <a:srgbClr val="1B1915"/>
              </a:buClr>
              <a:buSzPts val="800"/>
              <a:buNone/>
              <a:defRPr/>
            </a:lvl4pPr>
            <a:lvl5pPr indent="-228600" lvl="4" marL="2286000" algn="l">
              <a:lnSpc>
                <a:spcPct val="110000"/>
              </a:lnSpc>
              <a:spcBef>
                <a:spcPts val="200"/>
              </a:spcBef>
              <a:spcAft>
                <a:spcPts val="0"/>
              </a:spcAft>
              <a:buClr>
                <a:srgbClr val="1B1915"/>
              </a:buClr>
              <a:buSzPts val="800"/>
              <a:buNone/>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pic>
        <p:nvPicPr>
          <p:cNvPr id="222" name="Google Shape;222;p23"/>
          <p:cNvPicPr preferRelativeResize="0"/>
          <p:nvPr/>
        </p:nvPicPr>
        <p:blipFill rotWithShape="1">
          <a:blip r:embed="rId2">
            <a:alphaModFix/>
          </a:blip>
          <a:srcRect b="0" l="0" r="0" t="0"/>
          <a:stretch/>
        </p:blipFill>
        <p:spPr>
          <a:xfrm>
            <a:off x="8022471" y="238125"/>
            <a:ext cx="789176" cy="202769"/>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Slide + Two Images">
  <p:cSld name="Text Slide + Two Images">
    <p:spTree>
      <p:nvGrpSpPr>
        <p:cNvPr id="223" name="Shape 223"/>
        <p:cNvGrpSpPr/>
        <p:nvPr/>
      </p:nvGrpSpPr>
      <p:grpSpPr>
        <a:xfrm>
          <a:off x="0" y="0"/>
          <a:ext cx="0" cy="0"/>
          <a:chOff x="0" y="0"/>
          <a:chExt cx="0" cy="0"/>
        </a:xfrm>
      </p:grpSpPr>
      <p:sp>
        <p:nvSpPr>
          <p:cNvPr id="224" name="Google Shape;224;p24"/>
          <p:cNvSpPr txBox="1"/>
          <p:nvPr>
            <p:ph type="title"/>
          </p:nvPr>
        </p:nvSpPr>
        <p:spPr>
          <a:xfrm>
            <a:off x="300038" y="428625"/>
            <a:ext cx="3338400" cy="7461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300"/>
              <a:buFont typeface="Outfit"/>
              <a:buNone/>
              <a:defRPr b="0" sz="2300">
                <a:solidFill>
                  <a:schemeClr val="dk1"/>
                </a:solidFill>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sp>
        <p:nvSpPr>
          <p:cNvPr id="225" name="Google Shape;225;p24"/>
          <p:cNvSpPr txBox="1"/>
          <p:nvPr>
            <p:ph idx="1" type="body"/>
          </p:nvPr>
        </p:nvSpPr>
        <p:spPr>
          <a:xfrm>
            <a:off x="3748166" y="428625"/>
            <a:ext cx="4252800" cy="7461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1B1915"/>
              </a:buClr>
              <a:buSzPts val="1100"/>
              <a:buNone/>
              <a:defRPr/>
            </a:lvl1pPr>
            <a:lvl2pPr indent="-228600" lvl="1" marL="914400" algn="l">
              <a:lnSpc>
                <a:spcPct val="110000"/>
              </a:lnSpc>
              <a:spcBef>
                <a:spcPts val="200"/>
              </a:spcBef>
              <a:spcAft>
                <a:spcPts val="0"/>
              </a:spcAft>
              <a:buClr>
                <a:srgbClr val="1B1915"/>
              </a:buClr>
              <a:buSzPts val="1100"/>
              <a:buNone/>
              <a:defRPr/>
            </a:lvl2pPr>
            <a:lvl3pPr indent="-228600" lvl="2" marL="1371600" algn="l">
              <a:lnSpc>
                <a:spcPct val="110000"/>
              </a:lnSpc>
              <a:spcBef>
                <a:spcPts val="200"/>
              </a:spcBef>
              <a:spcAft>
                <a:spcPts val="0"/>
              </a:spcAft>
              <a:buClr>
                <a:srgbClr val="1B1915"/>
              </a:buClr>
              <a:buSzPts val="900"/>
              <a:buNone/>
              <a:defRPr/>
            </a:lvl3pPr>
            <a:lvl4pPr indent="-228600" lvl="3" marL="1828800" algn="l">
              <a:lnSpc>
                <a:spcPct val="110000"/>
              </a:lnSpc>
              <a:spcBef>
                <a:spcPts val="200"/>
              </a:spcBef>
              <a:spcAft>
                <a:spcPts val="0"/>
              </a:spcAft>
              <a:buClr>
                <a:srgbClr val="1B1915"/>
              </a:buClr>
              <a:buSzPts val="800"/>
              <a:buNone/>
              <a:defRPr/>
            </a:lvl4pPr>
            <a:lvl5pPr indent="-228600" lvl="4" marL="2286000" algn="l">
              <a:lnSpc>
                <a:spcPct val="110000"/>
              </a:lnSpc>
              <a:spcBef>
                <a:spcPts val="200"/>
              </a:spcBef>
              <a:spcAft>
                <a:spcPts val="0"/>
              </a:spcAft>
              <a:buClr>
                <a:srgbClr val="1B1915"/>
              </a:buClr>
              <a:buSzPts val="800"/>
              <a:buNone/>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pic>
        <p:nvPicPr>
          <p:cNvPr id="226" name="Google Shape;226;p24"/>
          <p:cNvPicPr preferRelativeResize="0"/>
          <p:nvPr/>
        </p:nvPicPr>
        <p:blipFill rotWithShape="1">
          <a:blip r:embed="rId2">
            <a:alphaModFix/>
          </a:blip>
          <a:srcRect b="0" l="0" r="0" t="0"/>
          <a:stretch/>
        </p:blipFill>
        <p:spPr>
          <a:xfrm>
            <a:off x="8022471" y="238125"/>
            <a:ext cx="789176" cy="202769"/>
          </a:xfrm>
          <a:prstGeom prst="rect">
            <a:avLst/>
          </a:prstGeom>
          <a:noFill/>
          <a:ln>
            <a:noFill/>
          </a:ln>
        </p:spPr>
      </p:pic>
      <p:sp>
        <p:nvSpPr>
          <p:cNvPr id="227" name="Google Shape;227;p24"/>
          <p:cNvSpPr/>
          <p:nvPr>
            <p:ph idx="2" type="pic"/>
          </p:nvPr>
        </p:nvSpPr>
        <p:spPr>
          <a:xfrm>
            <a:off x="178594" y="1272650"/>
            <a:ext cx="4318800" cy="3677400"/>
          </a:xfrm>
          <a:prstGeom prst="roundRect">
            <a:avLst>
              <a:gd fmla="val 1542" name="adj"/>
            </a:avLst>
          </a:prstGeom>
          <a:noFill/>
          <a:ln>
            <a:noFill/>
          </a:ln>
        </p:spPr>
      </p:sp>
      <p:sp>
        <p:nvSpPr>
          <p:cNvPr id="228" name="Google Shape;228;p24"/>
          <p:cNvSpPr/>
          <p:nvPr>
            <p:ph idx="3" type="pic"/>
          </p:nvPr>
        </p:nvSpPr>
        <p:spPr>
          <a:xfrm>
            <a:off x="4601158" y="1272649"/>
            <a:ext cx="4318800" cy="3677400"/>
          </a:xfrm>
          <a:prstGeom prst="roundRect">
            <a:avLst>
              <a:gd fmla="val 1542" name="adj"/>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Slide + Three Large Images">
  <p:cSld name="Text Slide + Three Large Images">
    <p:spTree>
      <p:nvGrpSpPr>
        <p:cNvPr id="229" name="Shape 229"/>
        <p:cNvGrpSpPr/>
        <p:nvPr/>
      </p:nvGrpSpPr>
      <p:grpSpPr>
        <a:xfrm>
          <a:off x="0" y="0"/>
          <a:ext cx="0" cy="0"/>
          <a:chOff x="0" y="0"/>
          <a:chExt cx="0" cy="0"/>
        </a:xfrm>
      </p:grpSpPr>
      <p:sp>
        <p:nvSpPr>
          <p:cNvPr id="230" name="Google Shape;230;p25"/>
          <p:cNvSpPr txBox="1"/>
          <p:nvPr>
            <p:ph type="title"/>
          </p:nvPr>
        </p:nvSpPr>
        <p:spPr>
          <a:xfrm>
            <a:off x="300038" y="428625"/>
            <a:ext cx="3338400" cy="7461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300"/>
              <a:buFont typeface="Outfit"/>
              <a:buNone/>
              <a:defRPr b="0" sz="2300">
                <a:solidFill>
                  <a:schemeClr val="dk1"/>
                </a:solidFill>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sp>
        <p:nvSpPr>
          <p:cNvPr id="231" name="Google Shape;231;p25"/>
          <p:cNvSpPr txBox="1"/>
          <p:nvPr>
            <p:ph idx="1" type="body"/>
          </p:nvPr>
        </p:nvSpPr>
        <p:spPr>
          <a:xfrm>
            <a:off x="3748166" y="428625"/>
            <a:ext cx="4252800" cy="7461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1B1915"/>
              </a:buClr>
              <a:buSzPts val="1100"/>
              <a:buNone/>
              <a:defRPr/>
            </a:lvl1pPr>
            <a:lvl2pPr indent="-228600" lvl="1" marL="914400" algn="l">
              <a:lnSpc>
                <a:spcPct val="110000"/>
              </a:lnSpc>
              <a:spcBef>
                <a:spcPts val="200"/>
              </a:spcBef>
              <a:spcAft>
                <a:spcPts val="0"/>
              </a:spcAft>
              <a:buClr>
                <a:srgbClr val="1B1915"/>
              </a:buClr>
              <a:buSzPts val="1100"/>
              <a:buNone/>
              <a:defRPr/>
            </a:lvl2pPr>
            <a:lvl3pPr indent="-228600" lvl="2" marL="1371600" algn="l">
              <a:lnSpc>
                <a:spcPct val="110000"/>
              </a:lnSpc>
              <a:spcBef>
                <a:spcPts val="200"/>
              </a:spcBef>
              <a:spcAft>
                <a:spcPts val="0"/>
              </a:spcAft>
              <a:buClr>
                <a:srgbClr val="1B1915"/>
              </a:buClr>
              <a:buSzPts val="900"/>
              <a:buNone/>
              <a:defRPr/>
            </a:lvl3pPr>
            <a:lvl4pPr indent="-228600" lvl="3" marL="1828800" algn="l">
              <a:lnSpc>
                <a:spcPct val="110000"/>
              </a:lnSpc>
              <a:spcBef>
                <a:spcPts val="200"/>
              </a:spcBef>
              <a:spcAft>
                <a:spcPts val="0"/>
              </a:spcAft>
              <a:buClr>
                <a:srgbClr val="1B1915"/>
              </a:buClr>
              <a:buSzPts val="800"/>
              <a:buNone/>
              <a:defRPr/>
            </a:lvl4pPr>
            <a:lvl5pPr indent="-228600" lvl="4" marL="2286000" algn="l">
              <a:lnSpc>
                <a:spcPct val="110000"/>
              </a:lnSpc>
              <a:spcBef>
                <a:spcPts val="200"/>
              </a:spcBef>
              <a:spcAft>
                <a:spcPts val="0"/>
              </a:spcAft>
              <a:buClr>
                <a:srgbClr val="1B1915"/>
              </a:buClr>
              <a:buSzPts val="800"/>
              <a:buNone/>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pic>
        <p:nvPicPr>
          <p:cNvPr id="232" name="Google Shape;232;p25"/>
          <p:cNvPicPr preferRelativeResize="0"/>
          <p:nvPr/>
        </p:nvPicPr>
        <p:blipFill rotWithShape="1">
          <a:blip r:embed="rId2">
            <a:alphaModFix/>
          </a:blip>
          <a:srcRect b="0" l="0" r="0" t="0"/>
          <a:stretch/>
        </p:blipFill>
        <p:spPr>
          <a:xfrm>
            <a:off x="8022471" y="238125"/>
            <a:ext cx="789176" cy="202769"/>
          </a:xfrm>
          <a:prstGeom prst="rect">
            <a:avLst/>
          </a:prstGeom>
          <a:noFill/>
          <a:ln>
            <a:noFill/>
          </a:ln>
        </p:spPr>
      </p:pic>
      <p:sp>
        <p:nvSpPr>
          <p:cNvPr id="233" name="Google Shape;233;p25"/>
          <p:cNvSpPr/>
          <p:nvPr>
            <p:ph idx="2" type="pic"/>
          </p:nvPr>
        </p:nvSpPr>
        <p:spPr>
          <a:xfrm>
            <a:off x="178594" y="1278367"/>
            <a:ext cx="2844900" cy="3677400"/>
          </a:xfrm>
          <a:prstGeom prst="roundRect">
            <a:avLst>
              <a:gd fmla="val 2341" name="adj"/>
            </a:avLst>
          </a:prstGeom>
          <a:noFill/>
          <a:ln>
            <a:noFill/>
          </a:ln>
        </p:spPr>
      </p:sp>
      <p:sp>
        <p:nvSpPr>
          <p:cNvPr id="234" name="Google Shape;234;p25"/>
          <p:cNvSpPr/>
          <p:nvPr>
            <p:ph idx="3" type="pic"/>
          </p:nvPr>
        </p:nvSpPr>
        <p:spPr>
          <a:xfrm>
            <a:off x="3128963" y="1278367"/>
            <a:ext cx="2844900" cy="3677400"/>
          </a:xfrm>
          <a:prstGeom prst="roundRect">
            <a:avLst>
              <a:gd fmla="val 2341" name="adj"/>
            </a:avLst>
          </a:prstGeom>
          <a:noFill/>
          <a:ln>
            <a:noFill/>
          </a:ln>
        </p:spPr>
      </p:sp>
      <p:sp>
        <p:nvSpPr>
          <p:cNvPr id="235" name="Google Shape;235;p25"/>
          <p:cNvSpPr/>
          <p:nvPr>
            <p:ph idx="4" type="pic"/>
          </p:nvPr>
        </p:nvSpPr>
        <p:spPr>
          <a:xfrm>
            <a:off x="6079331" y="1278367"/>
            <a:ext cx="2844900" cy="3677400"/>
          </a:xfrm>
          <a:prstGeom prst="roundRect">
            <a:avLst>
              <a:gd fmla="val 2341" name="adj"/>
            </a:avLst>
          </a:prstGeom>
          <a:no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Slide + Five Images">
  <p:cSld name="Text Slide + Five Images">
    <p:spTree>
      <p:nvGrpSpPr>
        <p:cNvPr id="236" name="Shape 236"/>
        <p:cNvGrpSpPr/>
        <p:nvPr/>
      </p:nvGrpSpPr>
      <p:grpSpPr>
        <a:xfrm>
          <a:off x="0" y="0"/>
          <a:ext cx="0" cy="0"/>
          <a:chOff x="0" y="0"/>
          <a:chExt cx="0" cy="0"/>
        </a:xfrm>
      </p:grpSpPr>
      <p:sp>
        <p:nvSpPr>
          <p:cNvPr id="237" name="Google Shape;237;p26"/>
          <p:cNvSpPr txBox="1"/>
          <p:nvPr>
            <p:ph type="title"/>
          </p:nvPr>
        </p:nvSpPr>
        <p:spPr>
          <a:xfrm>
            <a:off x="300038" y="428625"/>
            <a:ext cx="3338400" cy="7461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300"/>
              <a:buFont typeface="Outfit"/>
              <a:buNone/>
              <a:defRPr b="0" sz="2300">
                <a:solidFill>
                  <a:schemeClr val="dk1"/>
                </a:solidFill>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sp>
        <p:nvSpPr>
          <p:cNvPr id="238" name="Google Shape;238;p26"/>
          <p:cNvSpPr txBox="1"/>
          <p:nvPr>
            <p:ph idx="1" type="body"/>
          </p:nvPr>
        </p:nvSpPr>
        <p:spPr>
          <a:xfrm>
            <a:off x="3748166" y="428625"/>
            <a:ext cx="4252800" cy="7461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1B1915"/>
              </a:buClr>
              <a:buSzPts val="1100"/>
              <a:buNone/>
              <a:defRPr/>
            </a:lvl1pPr>
            <a:lvl2pPr indent="-228600" lvl="1" marL="914400" algn="l">
              <a:lnSpc>
                <a:spcPct val="110000"/>
              </a:lnSpc>
              <a:spcBef>
                <a:spcPts val="200"/>
              </a:spcBef>
              <a:spcAft>
                <a:spcPts val="0"/>
              </a:spcAft>
              <a:buClr>
                <a:srgbClr val="1B1915"/>
              </a:buClr>
              <a:buSzPts val="1100"/>
              <a:buNone/>
              <a:defRPr/>
            </a:lvl2pPr>
            <a:lvl3pPr indent="-228600" lvl="2" marL="1371600" algn="l">
              <a:lnSpc>
                <a:spcPct val="110000"/>
              </a:lnSpc>
              <a:spcBef>
                <a:spcPts val="200"/>
              </a:spcBef>
              <a:spcAft>
                <a:spcPts val="0"/>
              </a:spcAft>
              <a:buClr>
                <a:srgbClr val="1B1915"/>
              </a:buClr>
              <a:buSzPts val="900"/>
              <a:buNone/>
              <a:defRPr/>
            </a:lvl3pPr>
            <a:lvl4pPr indent="-228600" lvl="3" marL="1828800" algn="l">
              <a:lnSpc>
                <a:spcPct val="110000"/>
              </a:lnSpc>
              <a:spcBef>
                <a:spcPts val="200"/>
              </a:spcBef>
              <a:spcAft>
                <a:spcPts val="0"/>
              </a:spcAft>
              <a:buClr>
                <a:srgbClr val="1B1915"/>
              </a:buClr>
              <a:buSzPts val="800"/>
              <a:buNone/>
              <a:defRPr/>
            </a:lvl4pPr>
            <a:lvl5pPr indent="-228600" lvl="4" marL="2286000" algn="l">
              <a:lnSpc>
                <a:spcPct val="110000"/>
              </a:lnSpc>
              <a:spcBef>
                <a:spcPts val="200"/>
              </a:spcBef>
              <a:spcAft>
                <a:spcPts val="0"/>
              </a:spcAft>
              <a:buClr>
                <a:srgbClr val="1B1915"/>
              </a:buClr>
              <a:buSzPts val="800"/>
              <a:buNone/>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pic>
        <p:nvPicPr>
          <p:cNvPr id="239" name="Google Shape;239;p26"/>
          <p:cNvPicPr preferRelativeResize="0"/>
          <p:nvPr/>
        </p:nvPicPr>
        <p:blipFill rotWithShape="1">
          <a:blip r:embed="rId2">
            <a:alphaModFix/>
          </a:blip>
          <a:srcRect b="0" l="0" r="0" t="0"/>
          <a:stretch/>
        </p:blipFill>
        <p:spPr>
          <a:xfrm>
            <a:off x="8022471" y="238125"/>
            <a:ext cx="789176" cy="202769"/>
          </a:xfrm>
          <a:prstGeom prst="rect">
            <a:avLst/>
          </a:prstGeom>
          <a:noFill/>
          <a:ln>
            <a:noFill/>
          </a:ln>
        </p:spPr>
      </p:pic>
      <p:sp>
        <p:nvSpPr>
          <p:cNvPr id="240" name="Google Shape;240;p26"/>
          <p:cNvSpPr/>
          <p:nvPr>
            <p:ph idx="2" type="pic"/>
          </p:nvPr>
        </p:nvSpPr>
        <p:spPr>
          <a:xfrm>
            <a:off x="178594" y="1278367"/>
            <a:ext cx="2102100" cy="1790100"/>
          </a:xfrm>
          <a:prstGeom prst="roundRect">
            <a:avLst>
              <a:gd fmla="val 3610" name="adj"/>
            </a:avLst>
          </a:prstGeom>
          <a:noFill/>
          <a:ln>
            <a:noFill/>
          </a:ln>
        </p:spPr>
      </p:sp>
      <p:sp>
        <p:nvSpPr>
          <p:cNvPr id="241" name="Google Shape;241;p26"/>
          <p:cNvSpPr/>
          <p:nvPr>
            <p:ph idx="3" type="pic"/>
          </p:nvPr>
        </p:nvSpPr>
        <p:spPr>
          <a:xfrm>
            <a:off x="4601158" y="1278367"/>
            <a:ext cx="4318800" cy="3677400"/>
          </a:xfrm>
          <a:prstGeom prst="roundRect">
            <a:avLst>
              <a:gd fmla="val 1757" name="adj"/>
            </a:avLst>
          </a:prstGeom>
          <a:noFill/>
          <a:ln>
            <a:noFill/>
          </a:ln>
        </p:spPr>
      </p:sp>
      <p:sp>
        <p:nvSpPr>
          <p:cNvPr id="242" name="Google Shape;242;p26"/>
          <p:cNvSpPr/>
          <p:nvPr>
            <p:ph idx="4" type="pic"/>
          </p:nvPr>
        </p:nvSpPr>
        <p:spPr>
          <a:xfrm>
            <a:off x="2395081" y="1278367"/>
            <a:ext cx="2102100" cy="1790100"/>
          </a:xfrm>
          <a:prstGeom prst="roundRect">
            <a:avLst>
              <a:gd fmla="val 3610" name="adj"/>
            </a:avLst>
          </a:prstGeom>
          <a:noFill/>
          <a:ln>
            <a:noFill/>
          </a:ln>
        </p:spPr>
      </p:sp>
      <p:sp>
        <p:nvSpPr>
          <p:cNvPr id="243" name="Google Shape;243;p26"/>
          <p:cNvSpPr/>
          <p:nvPr>
            <p:ph idx="5" type="pic"/>
          </p:nvPr>
        </p:nvSpPr>
        <p:spPr>
          <a:xfrm>
            <a:off x="178594" y="3165707"/>
            <a:ext cx="2102100" cy="1790100"/>
          </a:xfrm>
          <a:prstGeom prst="roundRect">
            <a:avLst>
              <a:gd fmla="val 3610" name="adj"/>
            </a:avLst>
          </a:prstGeom>
          <a:noFill/>
          <a:ln>
            <a:noFill/>
          </a:ln>
        </p:spPr>
      </p:sp>
      <p:sp>
        <p:nvSpPr>
          <p:cNvPr id="244" name="Google Shape;244;p26"/>
          <p:cNvSpPr/>
          <p:nvPr>
            <p:ph idx="6" type="pic"/>
          </p:nvPr>
        </p:nvSpPr>
        <p:spPr>
          <a:xfrm>
            <a:off x="2395081" y="3165707"/>
            <a:ext cx="2102100" cy="1790100"/>
          </a:xfrm>
          <a:prstGeom prst="roundRect">
            <a:avLst>
              <a:gd fmla="val 3610" name="adj"/>
            </a:avLst>
          </a:prstGeom>
          <a:no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Slide + Six Images">
  <p:cSld name="Text Slide + Six Images">
    <p:spTree>
      <p:nvGrpSpPr>
        <p:cNvPr id="245" name="Shape 245"/>
        <p:cNvGrpSpPr/>
        <p:nvPr/>
      </p:nvGrpSpPr>
      <p:grpSpPr>
        <a:xfrm>
          <a:off x="0" y="0"/>
          <a:ext cx="0" cy="0"/>
          <a:chOff x="0" y="0"/>
          <a:chExt cx="0" cy="0"/>
        </a:xfrm>
      </p:grpSpPr>
      <p:sp>
        <p:nvSpPr>
          <p:cNvPr id="246" name="Google Shape;246;p27"/>
          <p:cNvSpPr txBox="1"/>
          <p:nvPr>
            <p:ph type="title"/>
          </p:nvPr>
        </p:nvSpPr>
        <p:spPr>
          <a:xfrm>
            <a:off x="300038" y="428625"/>
            <a:ext cx="3338400" cy="7461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300"/>
              <a:buFont typeface="Outfit"/>
              <a:buNone/>
              <a:defRPr b="0" sz="2300">
                <a:solidFill>
                  <a:schemeClr val="dk1"/>
                </a:solidFill>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sp>
        <p:nvSpPr>
          <p:cNvPr id="247" name="Google Shape;247;p27"/>
          <p:cNvSpPr txBox="1"/>
          <p:nvPr>
            <p:ph idx="1" type="body"/>
          </p:nvPr>
        </p:nvSpPr>
        <p:spPr>
          <a:xfrm>
            <a:off x="3748166" y="428625"/>
            <a:ext cx="4252800" cy="7461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400"/>
              </a:spcBef>
              <a:spcAft>
                <a:spcPts val="0"/>
              </a:spcAft>
              <a:buClr>
                <a:srgbClr val="1B1915"/>
              </a:buClr>
              <a:buSzPts val="1100"/>
              <a:buNone/>
              <a:defRPr/>
            </a:lvl1pPr>
            <a:lvl2pPr indent="-228600" lvl="1" marL="914400" algn="l">
              <a:lnSpc>
                <a:spcPct val="110000"/>
              </a:lnSpc>
              <a:spcBef>
                <a:spcPts val="200"/>
              </a:spcBef>
              <a:spcAft>
                <a:spcPts val="0"/>
              </a:spcAft>
              <a:buClr>
                <a:srgbClr val="1B1915"/>
              </a:buClr>
              <a:buSzPts val="1100"/>
              <a:buNone/>
              <a:defRPr/>
            </a:lvl2pPr>
            <a:lvl3pPr indent="-228600" lvl="2" marL="1371600" algn="l">
              <a:lnSpc>
                <a:spcPct val="110000"/>
              </a:lnSpc>
              <a:spcBef>
                <a:spcPts val="200"/>
              </a:spcBef>
              <a:spcAft>
                <a:spcPts val="0"/>
              </a:spcAft>
              <a:buClr>
                <a:srgbClr val="1B1915"/>
              </a:buClr>
              <a:buSzPts val="900"/>
              <a:buNone/>
              <a:defRPr/>
            </a:lvl3pPr>
            <a:lvl4pPr indent="-228600" lvl="3" marL="1828800" algn="l">
              <a:lnSpc>
                <a:spcPct val="110000"/>
              </a:lnSpc>
              <a:spcBef>
                <a:spcPts val="200"/>
              </a:spcBef>
              <a:spcAft>
                <a:spcPts val="0"/>
              </a:spcAft>
              <a:buClr>
                <a:srgbClr val="1B1915"/>
              </a:buClr>
              <a:buSzPts val="800"/>
              <a:buNone/>
              <a:defRPr/>
            </a:lvl4pPr>
            <a:lvl5pPr indent="-228600" lvl="4" marL="2286000" algn="l">
              <a:lnSpc>
                <a:spcPct val="110000"/>
              </a:lnSpc>
              <a:spcBef>
                <a:spcPts val="200"/>
              </a:spcBef>
              <a:spcAft>
                <a:spcPts val="0"/>
              </a:spcAft>
              <a:buClr>
                <a:srgbClr val="1B1915"/>
              </a:buClr>
              <a:buSzPts val="800"/>
              <a:buNone/>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pic>
        <p:nvPicPr>
          <p:cNvPr id="248" name="Google Shape;248;p27"/>
          <p:cNvPicPr preferRelativeResize="0"/>
          <p:nvPr/>
        </p:nvPicPr>
        <p:blipFill rotWithShape="1">
          <a:blip r:embed="rId2">
            <a:alphaModFix/>
          </a:blip>
          <a:srcRect b="0" l="0" r="0" t="0"/>
          <a:stretch/>
        </p:blipFill>
        <p:spPr>
          <a:xfrm>
            <a:off x="8022471" y="238125"/>
            <a:ext cx="789176" cy="202769"/>
          </a:xfrm>
          <a:prstGeom prst="rect">
            <a:avLst/>
          </a:prstGeom>
          <a:noFill/>
          <a:ln>
            <a:noFill/>
          </a:ln>
        </p:spPr>
      </p:pic>
      <p:sp>
        <p:nvSpPr>
          <p:cNvPr id="249" name="Google Shape;249;p27"/>
          <p:cNvSpPr/>
          <p:nvPr>
            <p:ph idx="2" type="pic"/>
          </p:nvPr>
        </p:nvSpPr>
        <p:spPr>
          <a:xfrm>
            <a:off x="178594" y="1278367"/>
            <a:ext cx="2844900" cy="1790100"/>
          </a:xfrm>
          <a:prstGeom prst="roundRect">
            <a:avLst>
              <a:gd fmla="val 3610" name="adj"/>
            </a:avLst>
          </a:prstGeom>
          <a:noFill/>
          <a:ln>
            <a:noFill/>
          </a:ln>
        </p:spPr>
      </p:sp>
      <p:sp>
        <p:nvSpPr>
          <p:cNvPr id="250" name="Google Shape;250;p27"/>
          <p:cNvSpPr/>
          <p:nvPr>
            <p:ph idx="3" type="pic"/>
          </p:nvPr>
        </p:nvSpPr>
        <p:spPr>
          <a:xfrm>
            <a:off x="6079331" y="1278367"/>
            <a:ext cx="2844900" cy="1790100"/>
          </a:xfrm>
          <a:prstGeom prst="roundRect">
            <a:avLst>
              <a:gd fmla="val 3610" name="adj"/>
            </a:avLst>
          </a:prstGeom>
          <a:noFill/>
          <a:ln>
            <a:noFill/>
          </a:ln>
        </p:spPr>
      </p:sp>
      <p:sp>
        <p:nvSpPr>
          <p:cNvPr id="251" name="Google Shape;251;p27"/>
          <p:cNvSpPr/>
          <p:nvPr>
            <p:ph idx="4" type="pic"/>
          </p:nvPr>
        </p:nvSpPr>
        <p:spPr>
          <a:xfrm>
            <a:off x="178594" y="3164317"/>
            <a:ext cx="2844900" cy="1790100"/>
          </a:xfrm>
          <a:prstGeom prst="roundRect">
            <a:avLst>
              <a:gd fmla="val 3610" name="adj"/>
            </a:avLst>
          </a:prstGeom>
          <a:noFill/>
          <a:ln>
            <a:noFill/>
          </a:ln>
        </p:spPr>
      </p:sp>
      <p:sp>
        <p:nvSpPr>
          <p:cNvPr id="252" name="Google Shape;252;p27"/>
          <p:cNvSpPr/>
          <p:nvPr>
            <p:ph idx="5" type="pic"/>
          </p:nvPr>
        </p:nvSpPr>
        <p:spPr>
          <a:xfrm>
            <a:off x="6079331" y="3164317"/>
            <a:ext cx="2844900" cy="1790100"/>
          </a:xfrm>
          <a:prstGeom prst="roundRect">
            <a:avLst>
              <a:gd fmla="val 3610" name="adj"/>
            </a:avLst>
          </a:prstGeom>
          <a:noFill/>
          <a:ln>
            <a:noFill/>
          </a:ln>
        </p:spPr>
      </p:sp>
      <p:sp>
        <p:nvSpPr>
          <p:cNvPr id="253" name="Google Shape;253;p27"/>
          <p:cNvSpPr/>
          <p:nvPr>
            <p:ph idx="6" type="pic"/>
          </p:nvPr>
        </p:nvSpPr>
        <p:spPr>
          <a:xfrm>
            <a:off x="3128963" y="1278367"/>
            <a:ext cx="2844900" cy="1790100"/>
          </a:xfrm>
          <a:prstGeom prst="roundRect">
            <a:avLst>
              <a:gd fmla="val 3610" name="adj"/>
            </a:avLst>
          </a:prstGeom>
          <a:noFill/>
          <a:ln>
            <a:noFill/>
          </a:ln>
        </p:spPr>
      </p:sp>
      <p:sp>
        <p:nvSpPr>
          <p:cNvPr id="254" name="Google Shape;254;p27"/>
          <p:cNvSpPr/>
          <p:nvPr>
            <p:ph idx="7" type="pic"/>
          </p:nvPr>
        </p:nvSpPr>
        <p:spPr>
          <a:xfrm>
            <a:off x="3128963" y="3164317"/>
            <a:ext cx="2844900" cy="1790100"/>
          </a:xfrm>
          <a:prstGeom prst="roundRect">
            <a:avLst>
              <a:gd fmla="val 3610" name="adj"/>
            </a:avLst>
          </a:prstGeom>
          <a:no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ight Image Grid + Text">
  <p:cSld name="Eight Image Grid + Text">
    <p:bg>
      <p:bgPr>
        <a:solidFill>
          <a:schemeClr val="dk1"/>
        </a:solidFill>
      </p:bgPr>
    </p:bg>
    <p:spTree>
      <p:nvGrpSpPr>
        <p:cNvPr id="255" name="Shape 255"/>
        <p:cNvGrpSpPr/>
        <p:nvPr/>
      </p:nvGrpSpPr>
      <p:grpSpPr>
        <a:xfrm>
          <a:off x="0" y="0"/>
          <a:ext cx="0" cy="0"/>
          <a:chOff x="0" y="0"/>
          <a:chExt cx="0" cy="0"/>
        </a:xfrm>
      </p:grpSpPr>
      <p:sp>
        <p:nvSpPr>
          <p:cNvPr id="256" name="Google Shape;256;p28"/>
          <p:cNvSpPr/>
          <p:nvPr>
            <p:ph idx="2" type="pic"/>
          </p:nvPr>
        </p:nvSpPr>
        <p:spPr>
          <a:xfrm>
            <a:off x="178594" y="187708"/>
            <a:ext cx="2107500" cy="1505100"/>
          </a:xfrm>
          <a:prstGeom prst="roundRect">
            <a:avLst>
              <a:gd fmla="val 6731" name="adj"/>
            </a:avLst>
          </a:prstGeom>
          <a:noFill/>
          <a:ln>
            <a:noFill/>
          </a:ln>
        </p:spPr>
      </p:sp>
      <p:sp>
        <p:nvSpPr>
          <p:cNvPr id="257" name="Google Shape;257;p28"/>
          <p:cNvSpPr txBox="1"/>
          <p:nvPr>
            <p:ph idx="1" type="body"/>
          </p:nvPr>
        </p:nvSpPr>
        <p:spPr>
          <a:xfrm>
            <a:off x="187416" y="1824138"/>
            <a:ext cx="2097600" cy="4998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accent5"/>
              </a:buClr>
              <a:buSzPts val="800"/>
              <a:buFont typeface="Arial"/>
              <a:buNone/>
              <a:defRPr sz="8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dk1"/>
              </a:buClr>
              <a:buSzPts val="400"/>
              <a:buNone/>
              <a:defRPr sz="400"/>
            </a:lvl6pPr>
            <a:lvl7pPr indent="-228600" lvl="6" marL="3200400" algn="l">
              <a:lnSpc>
                <a:spcPct val="90000"/>
              </a:lnSpc>
              <a:spcBef>
                <a:spcPts val="200"/>
              </a:spcBef>
              <a:spcAft>
                <a:spcPts val="0"/>
              </a:spcAft>
              <a:buClr>
                <a:schemeClr val="dk1"/>
              </a:buClr>
              <a:buSzPts val="400"/>
              <a:buNone/>
              <a:defRPr sz="400"/>
            </a:lvl7pPr>
            <a:lvl8pPr indent="-228600" lvl="7" marL="3657600" algn="l">
              <a:lnSpc>
                <a:spcPct val="90000"/>
              </a:lnSpc>
              <a:spcBef>
                <a:spcPts val="200"/>
              </a:spcBef>
              <a:spcAft>
                <a:spcPts val="0"/>
              </a:spcAft>
              <a:buClr>
                <a:schemeClr val="dk1"/>
              </a:buClr>
              <a:buSzPts val="400"/>
              <a:buNone/>
              <a:defRPr sz="400"/>
            </a:lvl8pPr>
            <a:lvl9pPr indent="-228600" lvl="8" marL="4114800" algn="l">
              <a:lnSpc>
                <a:spcPct val="90000"/>
              </a:lnSpc>
              <a:spcBef>
                <a:spcPts val="200"/>
              </a:spcBef>
              <a:spcAft>
                <a:spcPts val="0"/>
              </a:spcAft>
              <a:buClr>
                <a:schemeClr val="dk1"/>
              </a:buClr>
              <a:buSzPts val="400"/>
              <a:buNone/>
              <a:defRPr sz="400"/>
            </a:lvl9pPr>
          </a:lstStyle>
          <a:p/>
        </p:txBody>
      </p:sp>
      <p:sp>
        <p:nvSpPr>
          <p:cNvPr id="258" name="Google Shape;258;p28"/>
          <p:cNvSpPr txBox="1"/>
          <p:nvPr>
            <p:ph idx="3" type="body"/>
          </p:nvPr>
        </p:nvSpPr>
        <p:spPr>
          <a:xfrm>
            <a:off x="2398030" y="1824138"/>
            <a:ext cx="2097600" cy="4998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accent5"/>
              </a:buClr>
              <a:buSzPts val="800"/>
              <a:buFont typeface="Arial"/>
              <a:buNone/>
              <a:defRPr sz="8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dk1"/>
              </a:buClr>
              <a:buSzPts val="400"/>
              <a:buNone/>
              <a:defRPr sz="400"/>
            </a:lvl6pPr>
            <a:lvl7pPr indent="-228600" lvl="6" marL="3200400" algn="l">
              <a:lnSpc>
                <a:spcPct val="90000"/>
              </a:lnSpc>
              <a:spcBef>
                <a:spcPts val="200"/>
              </a:spcBef>
              <a:spcAft>
                <a:spcPts val="0"/>
              </a:spcAft>
              <a:buClr>
                <a:schemeClr val="dk1"/>
              </a:buClr>
              <a:buSzPts val="400"/>
              <a:buNone/>
              <a:defRPr sz="400"/>
            </a:lvl7pPr>
            <a:lvl8pPr indent="-228600" lvl="7" marL="3657600" algn="l">
              <a:lnSpc>
                <a:spcPct val="90000"/>
              </a:lnSpc>
              <a:spcBef>
                <a:spcPts val="200"/>
              </a:spcBef>
              <a:spcAft>
                <a:spcPts val="0"/>
              </a:spcAft>
              <a:buClr>
                <a:schemeClr val="dk1"/>
              </a:buClr>
              <a:buSzPts val="400"/>
              <a:buNone/>
              <a:defRPr sz="400"/>
            </a:lvl8pPr>
            <a:lvl9pPr indent="-228600" lvl="8" marL="4114800" algn="l">
              <a:lnSpc>
                <a:spcPct val="90000"/>
              </a:lnSpc>
              <a:spcBef>
                <a:spcPts val="200"/>
              </a:spcBef>
              <a:spcAft>
                <a:spcPts val="0"/>
              </a:spcAft>
              <a:buClr>
                <a:schemeClr val="dk1"/>
              </a:buClr>
              <a:buSzPts val="400"/>
              <a:buNone/>
              <a:defRPr sz="400"/>
            </a:lvl9pPr>
          </a:lstStyle>
          <a:p/>
        </p:txBody>
      </p:sp>
      <p:sp>
        <p:nvSpPr>
          <p:cNvPr id="259" name="Google Shape;259;p28"/>
          <p:cNvSpPr txBox="1"/>
          <p:nvPr>
            <p:ph idx="4" type="body"/>
          </p:nvPr>
        </p:nvSpPr>
        <p:spPr>
          <a:xfrm>
            <a:off x="4608644" y="1824138"/>
            <a:ext cx="2097600" cy="4998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accent5"/>
              </a:buClr>
              <a:buSzPts val="800"/>
              <a:buFont typeface="Arial"/>
              <a:buNone/>
              <a:defRPr sz="8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dk1"/>
              </a:buClr>
              <a:buSzPts val="400"/>
              <a:buNone/>
              <a:defRPr sz="400"/>
            </a:lvl6pPr>
            <a:lvl7pPr indent="-228600" lvl="6" marL="3200400" algn="l">
              <a:lnSpc>
                <a:spcPct val="90000"/>
              </a:lnSpc>
              <a:spcBef>
                <a:spcPts val="200"/>
              </a:spcBef>
              <a:spcAft>
                <a:spcPts val="0"/>
              </a:spcAft>
              <a:buClr>
                <a:schemeClr val="dk1"/>
              </a:buClr>
              <a:buSzPts val="400"/>
              <a:buNone/>
              <a:defRPr sz="400"/>
            </a:lvl7pPr>
            <a:lvl8pPr indent="-228600" lvl="7" marL="3657600" algn="l">
              <a:lnSpc>
                <a:spcPct val="90000"/>
              </a:lnSpc>
              <a:spcBef>
                <a:spcPts val="200"/>
              </a:spcBef>
              <a:spcAft>
                <a:spcPts val="0"/>
              </a:spcAft>
              <a:buClr>
                <a:schemeClr val="dk1"/>
              </a:buClr>
              <a:buSzPts val="400"/>
              <a:buNone/>
              <a:defRPr sz="400"/>
            </a:lvl8pPr>
            <a:lvl9pPr indent="-228600" lvl="8" marL="4114800" algn="l">
              <a:lnSpc>
                <a:spcPct val="90000"/>
              </a:lnSpc>
              <a:spcBef>
                <a:spcPts val="200"/>
              </a:spcBef>
              <a:spcAft>
                <a:spcPts val="0"/>
              </a:spcAft>
              <a:buClr>
                <a:schemeClr val="dk1"/>
              </a:buClr>
              <a:buSzPts val="400"/>
              <a:buNone/>
              <a:defRPr sz="400"/>
            </a:lvl9pPr>
          </a:lstStyle>
          <a:p/>
        </p:txBody>
      </p:sp>
      <p:sp>
        <p:nvSpPr>
          <p:cNvPr id="260" name="Google Shape;260;p28"/>
          <p:cNvSpPr txBox="1"/>
          <p:nvPr>
            <p:ph idx="5" type="body"/>
          </p:nvPr>
        </p:nvSpPr>
        <p:spPr>
          <a:xfrm>
            <a:off x="6819257" y="1824138"/>
            <a:ext cx="2097600" cy="4998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accent5"/>
              </a:buClr>
              <a:buSzPts val="800"/>
              <a:buFont typeface="Arial"/>
              <a:buNone/>
              <a:defRPr sz="8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dk1"/>
              </a:buClr>
              <a:buSzPts val="400"/>
              <a:buNone/>
              <a:defRPr sz="400"/>
            </a:lvl6pPr>
            <a:lvl7pPr indent="-228600" lvl="6" marL="3200400" algn="l">
              <a:lnSpc>
                <a:spcPct val="90000"/>
              </a:lnSpc>
              <a:spcBef>
                <a:spcPts val="200"/>
              </a:spcBef>
              <a:spcAft>
                <a:spcPts val="0"/>
              </a:spcAft>
              <a:buClr>
                <a:schemeClr val="dk1"/>
              </a:buClr>
              <a:buSzPts val="400"/>
              <a:buNone/>
              <a:defRPr sz="400"/>
            </a:lvl7pPr>
            <a:lvl8pPr indent="-228600" lvl="7" marL="3657600" algn="l">
              <a:lnSpc>
                <a:spcPct val="90000"/>
              </a:lnSpc>
              <a:spcBef>
                <a:spcPts val="200"/>
              </a:spcBef>
              <a:spcAft>
                <a:spcPts val="0"/>
              </a:spcAft>
              <a:buClr>
                <a:schemeClr val="dk1"/>
              </a:buClr>
              <a:buSzPts val="400"/>
              <a:buNone/>
              <a:defRPr sz="400"/>
            </a:lvl8pPr>
            <a:lvl9pPr indent="-228600" lvl="8" marL="4114800" algn="l">
              <a:lnSpc>
                <a:spcPct val="90000"/>
              </a:lnSpc>
              <a:spcBef>
                <a:spcPts val="200"/>
              </a:spcBef>
              <a:spcAft>
                <a:spcPts val="0"/>
              </a:spcAft>
              <a:buClr>
                <a:schemeClr val="dk1"/>
              </a:buClr>
              <a:buSzPts val="400"/>
              <a:buNone/>
              <a:defRPr sz="400"/>
            </a:lvl9pPr>
          </a:lstStyle>
          <a:p/>
        </p:txBody>
      </p:sp>
      <p:sp>
        <p:nvSpPr>
          <p:cNvPr id="261" name="Google Shape;261;p28"/>
          <p:cNvSpPr txBox="1"/>
          <p:nvPr>
            <p:ph idx="6" type="body"/>
          </p:nvPr>
        </p:nvSpPr>
        <p:spPr>
          <a:xfrm>
            <a:off x="187416" y="4266887"/>
            <a:ext cx="2097600" cy="4998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accent5"/>
              </a:buClr>
              <a:buSzPts val="800"/>
              <a:buFont typeface="Arial"/>
              <a:buNone/>
              <a:defRPr sz="8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dk1"/>
              </a:buClr>
              <a:buSzPts val="400"/>
              <a:buNone/>
              <a:defRPr sz="400"/>
            </a:lvl6pPr>
            <a:lvl7pPr indent="-228600" lvl="6" marL="3200400" algn="l">
              <a:lnSpc>
                <a:spcPct val="90000"/>
              </a:lnSpc>
              <a:spcBef>
                <a:spcPts val="200"/>
              </a:spcBef>
              <a:spcAft>
                <a:spcPts val="0"/>
              </a:spcAft>
              <a:buClr>
                <a:schemeClr val="dk1"/>
              </a:buClr>
              <a:buSzPts val="400"/>
              <a:buNone/>
              <a:defRPr sz="400"/>
            </a:lvl7pPr>
            <a:lvl8pPr indent="-228600" lvl="7" marL="3657600" algn="l">
              <a:lnSpc>
                <a:spcPct val="90000"/>
              </a:lnSpc>
              <a:spcBef>
                <a:spcPts val="200"/>
              </a:spcBef>
              <a:spcAft>
                <a:spcPts val="0"/>
              </a:spcAft>
              <a:buClr>
                <a:schemeClr val="dk1"/>
              </a:buClr>
              <a:buSzPts val="400"/>
              <a:buNone/>
              <a:defRPr sz="400"/>
            </a:lvl8pPr>
            <a:lvl9pPr indent="-228600" lvl="8" marL="4114800" algn="l">
              <a:lnSpc>
                <a:spcPct val="90000"/>
              </a:lnSpc>
              <a:spcBef>
                <a:spcPts val="200"/>
              </a:spcBef>
              <a:spcAft>
                <a:spcPts val="0"/>
              </a:spcAft>
              <a:buClr>
                <a:schemeClr val="dk1"/>
              </a:buClr>
              <a:buSzPts val="400"/>
              <a:buNone/>
              <a:defRPr sz="400"/>
            </a:lvl9pPr>
          </a:lstStyle>
          <a:p/>
        </p:txBody>
      </p:sp>
      <p:sp>
        <p:nvSpPr>
          <p:cNvPr id="262" name="Google Shape;262;p28"/>
          <p:cNvSpPr txBox="1"/>
          <p:nvPr>
            <p:ph idx="7" type="body"/>
          </p:nvPr>
        </p:nvSpPr>
        <p:spPr>
          <a:xfrm>
            <a:off x="2398030" y="4266887"/>
            <a:ext cx="2097600" cy="4998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accent5"/>
              </a:buClr>
              <a:buSzPts val="800"/>
              <a:buFont typeface="Arial"/>
              <a:buNone/>
              <a:defRPr sz="8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dk1"/>
              </a:buClr>
              <a:buSzPts val="400"/>
              <a:buNone/>
              <a:defRPr sz="400"/>
            </a:lvl6pPr>
            <a:lvl7pPr indent="-228600" lvl="6" marL="3200400" algn="l">
              <a:lnSpc>
                <a:spcPct val="90000"/>
              </a:lnSpc>
              <a:spcBef>
                <a:spcPts val="200"/>
              </a:spcBef>
              <a:spcAft>
                <a:spcPts val="0"/>
              </a:spcAft>
              <a:buClr>
                <a:schemeClr val="dk1"/>
              </a:buClr>
              <a:buSzPts val="400"/>
              <a:buNone/>
              <a:defRPr sz="400"/>
            </a:lvl7pPr>
            <a:lvl8pPr indent="-228600" lvl="7" marL="3657600" algn="l">
              <a:lnSpc>
                <a:spcPct val="90000"/>
              </a:lnSpc>
              <a:spcBef>
                <a:spcPts val="200"/>
              </a:spcBef>
              <a:spcAft>
                <a:spcPts val="0"/>
              </a:spcAft>
              <a:buClr>
                <a:schemeClr val="dk1"/>
              </a:buClr>
              <a:buSzPts val="400"/>
              <a:buNone/>
              <a:defRPr sz="400"/>
            </a:lvl8pPr>
            <a:lvl9pPr indent="-228600" lvl="8" marL="4114800" algn="l">
              <a:lnSpc>
                <a:spcPct val="90000"/>
              </a:lnSpc>
              <a:spcBef>
                <a:spcPts val="200"/>
              </a:spcBef>
              <a:spcAft>
                <a:spcPts val="0"/>
              </a:spcAft>
              <a:buClr>
                <a:schemeClr val="dk1"/>
              </a:buClr>
              <a:buSzPts val="400"/>
              <a:buNone/>
              <a:defRPr sz="400"/>
            </a:lvl9pPr>
          </a:lstStyle>
          <a:p/>
        </p:txBody>
      </p:sp>
      <p:sp>
        <p:nvSpPr>
          <p:cNvPr id="263" name="Google Shape;263;p28"/>
          <p:cNvSpPr txBox="1"/>
          <p:nvPr>
            <p:ph idx="8" type="body"/>
          </p:nvPr>
        </p:nvSpPr>
        <p:spPr>
          <a:xfrm>
            <a:off x="4608644" y="4266887"/>
            <a:ext cx="2097600" cy="4998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accent5"/>
              </a:buClr>
              <a:buSzPts val="800"/>
              <a:buFont typeface="Arial"/>
              <a:buNone/>
              <a:defRPr sz="8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dk1"/>
              </a:buClr>
              <a:buSzPts val="400"/>
              <a:buNone/>
              <a:defRPr sz="400"/>
            </a:lvl6pPr>
            <a:lvl7pPr indent="-228600" lvl="6" marL="3200400" algn="l">
              <a:lnSpc>
                <a:spcPct val="90000"/>
              </a:lnSpc>
              <a:spcBef>
                <a:spcPts val="200"/>
              </a:spcBef>
              <a:spcAft>
                <a:spcPts val="0"/>
              </a:spcAft>
              <a:buClr>
                <a:schemeClr val="dk1"/>
              </a:buClr>
              <a:buSzPts val="400"/>
              <a:buNone/>
              <a:defRPr sz="400"/>
            </a:lvl7pPr>
            <a:lvl8pPr indent="-228600" lvl="7" marL="3657600" algn="l">
              <a:lnSpc>
                <a:spcPct val="90000"/>
              </a:lnSpc>
              <a:spcBef>
                <a:spcPts val="200"/>
              </a:spcBef>
              <a:spcAft>
                <a:spcPts val="0"/>
              </a:spcAft>
              <a:buClr>
                <a:schemeClr val="dk1"/>
              </a:buClr>
              <a:buSzPts val="400"/>
              <a:buNone/>
              <a:defRPr sz="400"/>
            </a:lvl8pPr>
            <a:lvl9pPr indent="-228600" lvl="8" marL="4114800" algn="l">
              <a:lnSpc>
                <a:spcPct val="90000"/>
              </a:lnSpc>
              <a:spcBef>
                <a:spcPts val="200"/>
              </a:spcBef>
              <a:spcAft>
                <a:spcPts val="0"/>
              </a:spcAft>
              <a:buClr>
                <a:schemeClr val="dk1"/>
              </a:buClr>
              <a:buSzPts val="400"/>
              <a:buNone/>
              <a:defRPr sz="400"/>
            </a:lvl9pPr>
          </a:lstStyle>
          <a:p/>
        </p:txBody>
      </p:sp>
      <p:sp>
        <p:nvSpPr>
          <p:cNvPr id="264" name="Google Shape;264;p28"/>
          <p:cNvSpPr txBox="1"/>
          <p:nvPr>
            <p:ph idx="9" type="body"/>
          </p:nvPr>
        </p:nvSpPr>
        <p:spPr>
          <a:xfrm>
            <a:off x="6819257" y="4266887"/>
            <a:ext cx="2097600" cy="4998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accent5"/>
              </a:buClr>
              <a:buSzPts val="800"/>
              <a:buFont typeface="Arial"/>
              <a:buNone/>
              <a:defRPr sz="8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dk1"/>
              </a:buClr>
              <a:buSzPts val="400"/>
              <a:buNone/>
              <a:defRPr sz="400"/>
            </a:lvl6pPr>
            <a:lvl7pPr indent="-228600" lvl="6" marL="3200400" algn="l">
              <a:lnSpc>
                <a:spcPct val="90000"/>
              </a:lnSpc>
              <a:spcBef>
                <a:spcPts val="200"/>
              </a:spcBef>
              <a:spcAft>
                <a:spcPts val="0"/>
              </a:spcAft>
              <a:buClr>
                <a:schemeClr val="dk1"/>
              </a:buClr>
              <a:buSzPts val="400"/>
              <a:buNone/>
              <a:defRPr sz="400"/>
            </a:lvl7pPr>
            <a:lvl8pPr indent="-228600" lvl="7" marL="3657600" algn="l">
              <a:lnSpc>
                <a:spcPct val="90000"/>
              </a:lnSpc>
              <a:spcBef>
                <a:spcPts val="200"/>
              </a:spcBef>
              <a:spcAft>
                <a:spcPts val="0"/>
              </a:spcAft>
              <a:buClr>
                <a:schemeClr val="dk1"/>
              </a:buClr>
              <a:buSzPts val="400"/>
              <a:buNone/>
              <a:defRPr sz="400"/>
            </a:lvl8pPr>
            <a:lvl9pPr indent="-228600" lvl="8" marL="4114800" algn="l">
              <a:lnSpc>
                <a:spcPct val="90000"/>
              </a:lnSpc>
              <a:spcBef>
                <a:spcPts val="200"/>
              </a:spcBef>
              <a:spcAft>
                <a:spcPts val="0"/>
              </a:spcAft>
              <a:buClr>
                <a:schemeClr val="dk1"/>
              </a:buClr>
              <a:buSzPts val="400"/>
              <a:buNone/>
              <a:defRPr sz="400"/>
            </a:lvl9pPr>
          </a:lstStyle>
          <a:p/>
        </p:txBody>
      </p:sp>
      <p:sp>
        <p:nvSpPr>
          <p:cNvPr id="265" name="Google Shape;265;p28"/>
          <p:cNvSpPr/>
          <p:nvPr>
            <p:ph idx="13" type="pic"/>
          </p:nvPr>
        </p:nvSpPr>
        <p:spPr>
          <a:xfrm>
            <a:off x="2389894" y="187708"/>
            <a:ext cx="2107500" cy="1505100"/>
          </a:xfrm>
          <a:prstGeom prst="roundRect">
            <a:avLst>
              <a:gd fmla="val 6731" name="adj"/>
            </a:avLst>
          </a:prstGeom>
          <a:noFill/>
          <a:ln>
            <a:noFill/>
          </a:ln>
        </p:spPr>
      </p:sp>
      <p:sp>
        <p:nvSpPr>
          <p:cNvPr id="266" name="Google Shape;266;p28"/>
          <p:cNvSpPr/>
          <p:nvPr>
            <p:ph idx="14" type="pic"/>
          </p:nvPr>
        </p:nvSpPr>
        <p:spPr>
          <a:xfrm>
            <a:off x="4601194" y="187708"/>
            <a:ext cx="2107500" cy="1505100"/>
          </a:xfrm>
          <a:prstGeom prst="roundRect">
            <a:avLst>
              <a:gd fmla="val 6731" name="adj"/>
            </a:avLst>
          </a:prstGeom>
          <a:noFill/>
          <a:ln>
            <a:noFill/>
          </a:ln>
        </p:spPr>
      </p:sp>
      <p:sp>
        <p:nvSpPr>
          <p:cNvPr id="267" name="Google Shape;267;p28"/>
          <p:cNvSpPr/>
          <p:nvPr>
            <p:ph idx="15" type="pic"/>
          </p:nvPr>
        </p:nvSpPr>
        <p:spPr>
          <a:xfrm>
            <a:off x="6812495" y="187708"/>
            <a:ext cx="2107500" cy="1505100"/>
          </a:xfrm>
          <a:prstGeom prst="roundRect">
            <a:avLst>
              <a:gd fmla="val 6731" name="adj"/>
            </a:avLst>
          </a:prstGeom>
          <a:noFill/>
          <a:ln>
            <a:noFill/>
          </a:ln>
        </p:spPr>
      </p:sp>
      <p:sp>
        <p:nvSpPr>
          <p:cNvPr id="268" name="Google Shape;268;p28"/>
          <p:cNvSpPr/>
          <p:nvPr>
            <p:ph idx="16" type="pic"/>
          </p:nvPr>
        </p:nvSpPr>
        <p:spPr>
          <a:xfrm>
            <a:off x="178594" y="2631348"/>
            <a:ext cx="2107500" cy="1505100"/>
          </a:xfrm>
          <a:prstGeom prst="roundRect">
            <a:avLst>
              <a:gd fmla="val 6731" name="adj"/>
            </a:avLst>
          </a:prstGeom>
          <a:noFill/>
          <a:ln>
            <a:noFill/>
          </a:ln>
        </p:spPr>
      </p:sp>
      <p:sp>
        <p:nvSpPr>
          <p:cNvPr id="269" name="Google Shape;269;p28"/>
          <p:cNvSpPr/>
          <p:nvPr>
            <p:ph idx="17" type="pic"/>
          </p:nvPr>
        </p:nvSpPr>
        <p:spPr>
          <a:xfrm>
            <a:off x="2389894" y="2631348"/>
            <a:ext cx="2107500" cy="1505100"/>
          </a:xfrm>
          <a:prstGeom prst="roundRect">
            <a:avLst>
              <a:gd fmla="val 6731" name="adj"/>
            </a:avLst>
          </a:prstGeom>
          <a:noFill/>
          <a:ln>
            <a:noFill/>
          </a:ln>
        </p:spPr>
      </p:sp>
      <p:sp>
        <p:nvSpPr>
          <p:cNvPr id="270" name="Google Shape;270;p28"/>
          <p:cNvSpPr/>
          <p:nvPr>
            <p:ph idx="18" type="pic"/>
          </p:nvPr>
        </p:nvSpPr>
        <p:spPr>
          <a:xfrm>
            <a:off x="4601194" y="2631348"/>
            <a:ext cx="2107500" cy="1505100"/>
          </a:xfrm>
          <a:prstGeom prst="roundRect">
            <a:avLst>
              <a:gd fmla="val 6731" name="adj"/>
            </a:avLst>
          </a:prstGeom>
          <a:noFill/>
          <a:ln>
            <a:noFill/>
          </a:ln>
        </p:spPr>
      </p:sp>
      <p:sp>
        <p:nvSpPr>
          <p:cNvPr id="271" name="Google Shape;271;p28"/>
          <p:cNvSpPr/>
          <p:nvPr>
            <p:ph idx="19" type="pic"/>
          </p:nvPr>
        </p:nvSpPr>
        <p:spPr>
          <a:xfrm>
            <a:off x="6812495" y="2631348"/>
            <a:ext cx="2107500" cy="1505100"/>
          </a:xfrm>
          <a:prstGeom prst="roundRect">
            <a:avLst>
              <a:gd fmla="val 6731" name="adj"/>
            </a:avLst>
          </a:prstGeom>
          <a:no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Image_Blue">
  <p:cSld name="Quote + Image_Blue">
    <p:bg>
      <p:bgPr>
        <a:solidFill>
          <a:schemeClr val="lt1"/>
        </a:solidFill>
      </p:bgPr>
    </p:bg>
    <p:spTree>
      <p:nvGrpSpPr>
        <p:cNvPr id="272" name="Shape 272"/>
        <p:cNvGrpSpPr/>
        <p:nvPr/>
      </p:nvGrpSpPr>
      <p:grpSpPr>
        <a:xfrm>
          <a:off x="0" y="0"/>
          <a:ext cx="0" cy="0"/>
          <a:chOff x="0" y="0"/>
          <a:chExt cx="0" cy="0"/>
        </a:xfrm>
      </p:grpSpPr>
      <p:sp>
        <p:nvSpPr>
          <p:cNvPr id="273" name="Google Shape;273;p29"/>
          <p:cNvSpPr/>
          <p:nvPr>
            <p:ph idx="2" type="pic"/>
          </p:nvPr>
        </p:nvSpPr>
        <p:spPr>
          <a:xfrm>
            <a:off x="199677" y="190500"/>
            <a:ext cx="2594400" cy="4764600"/>
          </a:xfrm>
          <a:prstGeom prst="roundRect">
            <a:avLst>
              <a:gd fmla="val 2162" name="adj"/>
            </a:avLst>
          </a:prstGeom>
          <a:noFill/>
          <a:ln>
            <a:noFill/>
          </a:ln>
        </p:spPr>
      </p:sp>
      <p:sp>
        <p:nvSpPr>
          <p:cNvPr id="274" name="Google Shape;274;p29"/>
          <p:cNvSpPr txBox="1"/>
          <p:nvPr>
            <p:ph idx="1" type="body"/>
          </p:nvPr>
        </p:nvSpPr>
        <p:spPr>
          <a:xfrm>
            <a:off x="2987961" y="299286"/>
            <a:ext cx="5616900" cy="33306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2"/>
              </a:buClr>
              <a:buSzPts val="2300"/>
              <a:buFont typeface="Arial"/>
              <a:buNone/>
              <a:defRPr sz="2300">
                <a:solidFill>
                  <a:schemeClr val="accent2"/>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dk1"/>
              </a:buClr>
              <a:buSzPts val="400"/>
              <a:buNone/>
              <a:defRPr sz="400"/>
            </a:lvl6pPr>
            <a:lvl7pPr indent="-228600" lvl="6" marL="3200400" algn="l">
              <a:lnSpc>
                <a:spcPct val="90000"/>
              </a:lnSpc>
              <a:spcBef>
                <a:spcPts val="200"/>
              </a:spcBef>
              <a:spcAft>
                <a:spcPts val="0"/>
              </a:spcAft>
              <a:buClr>
                <a:schemeClr val="dk1"/>
              </a:buClr>
              <a:buSzPts val="400"/>
              <a:buNone/>
              <a:defRPr sz="400"/>
            </a:lvl7pPr>
            <a:lvl8pPr indent="-228600" lvl="7" marL="3657600" algn="l">
              <a:lnSpc>
                <a:spcPct val="90000"/>
              </a:lnSpc>
              <a:spcBef>
                <a:spcPts val="200"/>
              </a:spcBef>
              <a:spcAft>
                <a:spcPts val="0"/>
              </a:spcAft>
              <a:buClr>
                <a:schemeClr val="dk1"/>
              </a:buClr>
              <a:buSzPts val="400"/>
              <a:buNone/>
              <a:defRPr sz="400"/>
            </a:lvl8pPr>
            <a:lvl9pPr indent="-228600" lvl="8" marL="4114800" algn="l">
              <a:lnSpc>
                <a:spcPct val="90000"/>
              </a:lnSpc>
              <a:spcBef>
                <a:spcPts val="200"/>
              </a:spcBef>
              <a:spcAft>
                <a:spcPts val="0"/>
              </a:spcAft>
              <a:buClr>
                <a:schemeClr val="dk1"/>
              </a:buClr>
              <a:buSzPts val="400"/>
              <a:buNone/>
              <a:defRPr sz="400"/>
            </a:lvl9pPr>
          </a:lstStyle>
          <a:p/>
        </p:txBody>
      </p:sp>
      <p:sp>
        <p:nvSpPr>
          <p:cNvPr id="275" name="Google Shape;275;p29"/>
          <p:cNvSpPr txBox="1"/>
          <p:nvPr>
            <p:ph idx="3" type="body"/>
          </p:nvPr>
        </p:nvSpPr>
        <p:spPr>
          <a:xfrm>
            <a:off x="2987961" y="4238078"/>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chemeClr val="accent2"/>
              </a:buClr>
              <a:buSzPts val="1100"/>
              <a:buFont typeface="Arial"/>
              <a:buNone/>
              <a:defRPr b="0" sz="1100">
                <a:solidFill>
                  <a:schemeClr val="accent2"/>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pic>
        <p:nvPicPr>
          <p:cNvPr id="276" name="Google Shape;276;p29"/>
          <p:cNvPicPr preferRelativeResize="0"/>
          <p:nvPr/>
        </p:nvPicPr>
        <p:blipFill rotWithShape="1">
          <a:blip r:embed="rId2">
            <a:alphaModFix/>
          </a:blip>
          <a:srcRect b="0" l="0" r="0" t="0"/>
          <a:stretch/>
        </p:blipFill>
        <p:spPr>
          <a:xfrm>
            <a:off x="8202613" y="4798835"/>
            <a:ext cx="608014" cy="156221"/>
          </a:xfrm>
          <a:prstGeom prst="rect">
            <a:avLst/>
          </a:prstGeom>
          <a:noFill/>
          <a:ln>
            <a:noFill/>
          </a:ln>
        </p:spPr>
      </p:pic>
      <p:sp>
        <p:nvSpPr>
          <p:cNvPr id="277" name="Google Shape;277;p29"/>
          <p:cNvSpPr txBox="1"/>
          <p:nvPr>
            <p:ph idx="4" type="body"/>
          </p:nvPr>
        </p:nvSpPr>
        <p:spPr>
          <a:xfrm>
            <a:off x="2987961" y="4483003"/>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rgbClr val="82B2D8"/>
              </a:buClr>
              <a:buSzPts val="1100"/>
              <a:buFont typeface="Arial"/>
              <a:buNone/>
              <a:defRPr b="0" sz="1100">
                <a:solidFill>
                  <a:srgbClr val="82B2D8"/>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278" name="Google Shape;278;p29"/>
          <p:cNvSpPr txBox="1"/>
          <p:nvPr>
            <p:ph idx="5" type="body"/>
          </p:nvPr>
        </p:nvSpPr>
        <p:spPr>
          <a:xfrm>
            <a:off x="2987961" y="4727928"/>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rgbClr val="82B2D8"/>
              </a:buClr>
              <a:buSzPts val="1100"/>
              <a:buFont typeface="Arial"/>
              <a:buNone/>
              <a:defRPr b="0" sz="1100">
                <a:solidFill>
                  <a:srgbClr val="82B2D8"/>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_Blue">
  <p:cSld name="Quote_Blue">
    <p:bg>
      <p:bgPr>
        <a:solidFill>
          <a:schemeClr val="lt1"/>
        </a:solidFill>
      </p:bgPr>
    </p:bg>
    <p:spTree>
      <p:nvGrpSpPr>
        <p:cNvPr id="279" name="Shape 279"/>
        <p:cNvGrpSpPr/>
        <p:nvPr/>
      </p:nvGrpSpPr>
      <p:grpSpPr>
        <a:xfrm>
          <a:off x="0" y="0"/>
          <a:ext cx="0" cy="0"/>
          <a:chOff x="0" y="0"/>
          <a:chExt cx="0" cy="0"/>
        </a:xfrm>
      </p:grpSpPr>
      <p:sp>
        <p:nvSpPr>
          <p:cNvPr id="280" name="Google Shape;280;p30"/>
          <p:cNvSpPr txBox="1"/>
          <p:nvPr>
            <p:ph idx="1" type="body"/>
          </p:nvPr>
        </p:nvSpPr>
        <p:spPr>
          <a:xfrm>
            <a:off x="300038" y="293270"/>
            <a:ext cx="8304600" cy="33306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2"/>
              </a:buClr>
              <a:buSzPts val="2800"/>
              <a:buFont typeface="Arial"/>
              <a:buNone/>
              <a:defRPr sz="2800">
                <a:solidFill>
                  <a:schemeClr val="accent2"/>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dk1"/>
              </a:buClr>
              <a:buSzPts val="400"/>
              <a:buNone/>
              <a:defRPr sz="400"/>
            </a:lvl6pPr>
            <a:lvl7pPr indent="-228600" lvl="6" marL="3200400" algn="l">
              <a:lnSpc>
                <a:spcPct val="90000"/>
              </a:lnSpc>
              <a:spcBef>
                <a:spcPts val="200"/>
              </a:spcBef>
              <a:spcAft>
                <a:spcPts val="0"/>
              </a:spcAft>
              <a:buClr>
                <a:schemeClr val="dk1"/>
              </a:buClr>
              <a:buSzPts val="400"/>
              <a:buNone/>
              <a:defRPr sz="400"/>
            </a:lvl7pPr>
            <a:lvl8pPr indent="-228600" lvl="7" marL="3657600" algn="l">
              <a:lnSpc>
                <a:spcPct val="90000"/>
              </a:lnSpc>
              <a:spcBef>
                <a:spcPts val="200"/>
              </a:spcBef>
              <a:spcAft>
                <a:spcPts val="0"/>
              </a:spcAft>
              <a:buClr>
                <a:schemeClr val="dk1"/>
              </a:buClr>
              <a:buSzPts val="400"/>
              <a:buNone/>
              <a:defRPr sz="400"/>
            </a:lvl8pPr>
            <a:lvl9pPr indent="-228600" lvl="8" marL="4114800" algn="l">
              <a:lnSpc>
                <a:spcPct val="90000"/>
              </a:lnSpc>
              <a:spcBef>
                <a:spcPts val="200"/>
              </a:spcBef>
              <a:spcAft>
                <a:spcPts val="0"/>
              </a:spcAft>
              <a:buClr>
                <a:schemeClr val="dk1"/>
              </a:buClr>
              <a:buSzPts val="400"/>
              <a:buNone/>
              <a:defRPr sz="400"/>
            </a:lvl9pPr>
          </a:lstStyle>
          <a:p/>
        </p:txBody>
      </p:sp>
      <p:sp>
        <p:nvSpPr>
          <p:cNvPr id="281" name="Google Shape;281;p30"/>
          <p:cNvSpPr txBox="1"/>
          <p:nvPr>
            <p:ph idx="2" type="body"/>
          </p:nvPr>
        </p:nvSpPr>
        <p:spPr>
          <a:xfrm>
            <a:off x="300038" y="4238078"/>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chemeClr val="accent2"/>
              </a:buClr>
              <a:buSzPts val="1100"/>
              <a:buFont typeface="Arial"/>
              <a:buNone/>
              <a:defRPr b="0" sz="1100">
                <a:solidFill>
                  <a:schemeClr val="accent2"/>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282" name="Google Shape;282;p30"/>
          <p:cNvSpPr txBox="1"/>
          <p:nvPr>
            <p:ph idx="3" type="body"/>
          </p:nvPr>
        </p:nvSpPr>
        <p:spPr>
          <a:xfrm>
            <a:off x="300038" y="4483003"/>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rgbClr val="82B2D8"/>
              </a:buClr>
              <a:buSzPts val="1100"/>
              <a:buFont typeface="Arial"/>
              <a:buNone/>
              <a:defRPr b="0" sz="1100">
                <a:solidFill>
                  <a:srgbClr val="82B2D8"/>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283" name="Google Shape;283;p30"/>
          <p:cNvSpPr txBox="1"/>
          <p:nvPr>
            <p:ph idx="4" type="body"/>
          </p:nvPr>
        </p:nvSpPr>
        <p:spPr>
          <a:xfrm>
            <a:off x="300038" y="4727928"/>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rgbClr val="82B2D8"/>
              </a:buClr>
              <a:buSzPts val="1100"/>
              <a:buFont typeface="Arial"/>
              <a:buNone/>
              <a:defRPr b="0" sz="1100">
                <a:solidFill>
                  <a:srgbClr val="82B2D8"/>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pic>
        <p:nvPicPr>
          <p:cNvPr id="284" name="Google Shape;284;p30"/>
          <p:cNvPicPr preferRelativeResize="0"/>
          <p:nvPr/>
        </p:nvPicPr>
        <p:blipFill rotWithShape="1">
          <a:blip r:embed="rId2">
            <a:alphaModFix/>
          </a:blip>
          <a:srcRect b="0" l="0" r="0" t="0"/>
          <a:stretch/>
        </p:blipFill>
        <p:spPr>
          <a:xfrm>
            <a:off x="8202613" y="4798835"/>
            <a:ext cx="608014" cy="156221"/>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Image_Orange">
  <p:cSld name="Quote + Image_Orange">
    <p:bg>
      <p:bgPr>
        <a:solidFill>
          <a:schemeClr val="lt2"/>
        </a:solidFill>
      </p:bgPr>
    </p:bg>
    <p:spTree>
      <p:nvGrpSpPr>
        <p:cNvPr id="285" name="Shape 285"/>
        <p:cNvGrpSpPr/>
        <p:nvPr/>
      </p:nvGrpSpPr>
      <p:grpSpPr>
        <a:xfrm>
          <a:off x="0" y="0"/>
          <a:ext cx="0" cy="0"/>
          <a:chOff x="0" y="0"/>
          <a:chExt cx="0" cy="0"/>
        </a:xfrm>
      </p:grpSpPr>
      <p:sp>
        <p:nvSpPr>
          <p:cNvPr id="286" name="Google Shape;286;p31"/>
          <p:cNvSpPr/>
          <p:nvPr>
            <p:ph idx="2" type="pic"/>
          </p:nvPr>
        </p:nvSpPr>
        <p:spPr>
          <a:xfrm>
            <a:off x="199677" y="190500"/>
            <a:ext cx="2594400" cy="4764600"/>
          </a:xfrm>
          <a:prstGeom prst="roundRect">
            <a:avLst>
              <a:gd fmla="val 2162" name="adj"/>
            </a:avLst>
          </a:prstGeom>
          <a:noFill/>
          <a:ln>
            <a:noFill/>
          </a:ln>
        </p:spPr>
      </p:sp>
      <p:sp>
        <p:nvSpPr>
          <p:cNvPr id="287" name="Google Shape;287;p31"/>
          <p:cNvSpPr txBox="1"/>
          <p:nvPr>
            <p:ph idx="1" type="body"/>
          </p:nvPr>
        </p:nvSpPr>
        <p:spPr>
          <a:xfrm>
            <a:off x="2987961" y="293270"/>
            <a:ext cx="5616900" cy="33306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4"/>
              </a:buClr>
              <a:buSzPts val="2300"/>
              <a:buFont typeface="Arial"/>
              <a:buNone/>
              <a:defRPr sz="2300">
                <a:solidFill>
                  <a:schemeClr val="accent4"/>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dk1"/>
              </a:buClr>
              <a:buSzPts val="400"/>
              <a:buNone/>
              <a:defRPr sz="400"/>
            </a:lvl6pPr>
            <a:lvl7pPr indent="-228600" lvl="6" marL="3200400" algn="l">
              <a:lnSpc>
                <a:spcPct val="90000"/>
              </a:lnSpc>
              <a:spcBef>
                <a:spcPts val="200"/>
              </a:spcBef>
              <a:spcAft>
                <a:spcPts val="0"/>
              </a:spcAft>
              <a:buClr>
                <a:schemeClr val="dk1"/>
              </a:buClr>
              <a:buSzPts val="400"/>
              <a:buNone/>
              <a:defRPr sz="400"/>
            </a:lvl7pPr>
            <a:lvl8pPr indent="-228600" lvl="7" marL="3657600" algn="l">
              <a:lnSpc>
                <a:spcPct val="90000"/>
              </a:lnSpc>
              <a:spcBef>
                <a:spcPts val="200"/>
              </a:spcBef>
              <a:spcAft>
                <a:spcPts val="0"/>
              </a:spcAft>
              <a:buClr>
                <a:schemeClr val="dk1"/>
              </a:buClr>
              <a:buSzPts val="400"/>
              <a:buNone/>
              <a:defRPr sz="400"/>
            </a:lvl8pPr>
            <a:lvl9pPr indent="-228600" lvl="8" marL="4114800" algn="l">
              <a:lnSpc>
                <a:spcPct val="90000"/>
              </a:lnSpc>
              <a:spcBef>
                <a:spcPts val="200"/>
              </a:spcBef>
              <a:spcAft>
                <a:spcPts val="0"/>
              </a:spcAft>
              <a:buClr>
                <a:schemeClr val="dk1"/>
              </a:buClr>
              <a:buSzPts val="400"/>
              <a:buNone/>
              <a:defRPr sz="400"/>
            </a:lvl9pPr>
          </a:lstStyle>
          <a:p/>
        </p:txBody>
      </p:sp>
      <p:sp>
        <p:nvSpPr>
          <p:cNvPr id="288" name="Google Shape;288;p31"/>
          <p:cNvSpPr txBox="1"/>
          <p:nvPr>
            <p:ph idx="3" type="body"/>
          </p:nvPr>
        </p:nvSpPr>
        <p:spPr>
          <a:xfrm>
            <a:off x="2987961" y="4238078"/>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chemeClr val="accent4"/>
              </a:buClr>
              <a:buSzPts val="1100"/>
              <a:buFont typeface="Arial"/>
              <a:buNone/>
              <a:defRPr b="0" sz="1100">
                <a:solidFill>
                  <a:schemeClr val="accent4"/>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289" name="Google Shape;289;p31"/>
          <p:cNvSpPr txBox="1"/>
          <p:nvPr>
            <p:ph idx="4" type="body"/>
          </p:nvPr>
        </p:nvSpPr>
        <p:spPr>
          <a:xfrm>
            <a:off x="2987961" y="4483003"/>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rgbClr val="F9B379"/>
              </a:buClr>
              <a:buSzPts val="1100"/>
              <a:buFont typeface="Arial"/>
              <a:buNone/>
              <a:defRPr b="0" sz="1100">
                <a:solidFill>
                  <a:srgbClr val="F9B379"/>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290" name="Google Shape;290;p31"/>
          <p:cNvSpPr txBox="1"/>
          <p:nvPr>
            <p:ph idx="5" type="body"/>
          </p:nvPr>
        </p:nvSpPr>
        <p:spPr>
          <a:xfrm>
            <a:off x="2987961" y="4727928"/>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rgbClr val="F9B379"/>
              </a:buClr>
              <a:buSzPts val="1100"/>
              <a:buFont typeface="Arial"/>
              <a:buNone/>
              <a:defRPr b="0" sz="1100">
                <a:solidFill>
                  <a:srgbClr val="F9B379"/>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pic>
        <p:nvPicPr>
          <p:cNvPr id="291" name="Google Shape;291;p31"/>
          <p:cNvPicPr preferRelativeResize="0"/>
          <p:nvPr/>
        </p:nvPicPr>
        <p:blipFill rotWithShape="1">
          <a:blip r:embed="rId2">
            <a:alphaModFix/>
          </a:blip>
          <a:srcRect b="0" l="0" r="0" t="0"/>
          <a:stretch/>
        </p:blipFill>
        <p:spPr>
          <a:xfrm>
            <a:off x="8202613" y="4798835"/>
            <a:ext cx="608014" cy="156221"/>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p:cSld name="Image">
    <p:bg>
      <p:bgPr>
        <a:solidFill>
          <a:schemeClr val="accent6"/>
        </a:solidFill>
      </p:bgPr>
    </p:bg>
    <p:spTree>
      <p:nvGrpSpPr>
        <p:cNvPr id="292" name="Shape 292"/>
        <p:cNvGrpSpPr/>
        <p:nvPr/>
      </p:nvGrpSpPr>
      <p:grpSpPr>
        <a:xfrm>
          <a:off x="0" y="0"/>
          <a:ext cx="0" cy="0"/>
          <a:chOff x="0" y="0"/>
          <a:chExt cx="0" cy="0"/>
        </a:xfrm>
      </p:grpSpPr>
      <p:sp>
        <p:nvSpPr>
          <p:cNvPr id="293" name="Google Shape;293;p32"/>
          <p:cNvSpPr/>
          <p:nvPr>
            <p:ph idx="2" type="pic"/>
          </p:nvPr>
        </p:nvSpPr>
        <p:spPr>
          <a:xfrm>
            <a:off x="178594" y="190500"/>
            <a:ext cx="8741400" cy="4764600"/>
          </a:xfrm>
          <a:prstGeom prst="roundRect">
            <a:avLst>
              <a:gd fmla="val 2162" name="adj"/>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Image Grid">
  <p:cSld name="Four Image Grid">
    <p:bg>
      <p:bgPr>
        <a:solidFill>
          <a:schemeClr val="accent6"/>
        </a:solidFill>
      </p:bgPr>
    </p:bg>
    <p:spTree>
      <p:nvGrpSpPr>
        <p:cNvPr id="294" name="Shape 294"/>
        <p:cNvGrpSpPr/>
        <p:nvPr/>
      </p:nvGrpSpPr>
      <p:grpSpPr>
        <a:xfrm>
          <a:off x="0" y="0"/>
          <a:ext cx="0" cy="0"/>
          <a:chOff x="0" y="0"/>
          <a:chExt cx="0" cy="0"/>
        </a:xfrm>
      </p:grpSpPr>
      <p:sp>
        <p:nvSpPr>
          <p:cNvPr id="295" name="Google Shape;295;p33"/>
          <p:cNvSpPr/>
          <p:nvPr>
            <p:ph idx="2" type="pic"/>
          </p:nvPr>
        </p:nvSpPr>
        <p:spPr>
          <a:xfrm>
            <a:off x="6812495" y="2620976"/>
            <a:ext cx="2107500" cy="2334900"/>
          </a:xfrm>
          <a:prstGeom prst="roundRect">
            <a:avLst>
              <a:gd fmla="val 3438" name="adj"/>
            </a:avLst>
          </a:prstGeom>
          <a:noFill/>
          <a:ln>
            <a:noFill/>
          </a:ln>
        </p:spPr>
      </p:sp>
      <p:sp>
        <p:nvSpPr>
          <p:cNvPr id="296" name="Google Shape;296;p33"/>
          <p:cNvSpPr/>
          <p:nvPr>
            <p:ph idx="3" type="pic"/>
          </p:nvPr>
        </p:nvSpPr>
        <p:spPr>
          <a:xfrm>
            <a:off x="4602497" y="2620976"/>
            <a:ext cx="2107500" cy="2334900"/>
          </a:xfrm>
          <a:prstGeom prst="roundRect">
            <a:avLst>
              <a:gd fmla="val 3438" name="adj"/>
            </a:avLst>
          </a:prstGeom>
          <a:noFill/>
          <a:ln>
            <a:noFill/>
          </a:ln>
        </p:spPr>
      </p:sp>
      <p:sp>
        <p:nvSpPr>
          <p:cNvPr id="297" name="Google Shape;297;p33"/>
          <p:cNvSpPr/>
          <p:nvPr>
            <p:ph idx="4" type="pic"/>
          </p:nvPr>
        </p:nvSpPr>
        <p:spPr>
          <a:xfrm>
            <a:off x="178594" y="187708"/>
            <a:ext cx="4317300" cy="4768200"/>
          </a:xfrm>
          <a:prstGeom prst="roundRect">
            <a:avLst>
              <a:gd fmla="val 1663" name="adj"/>
            </a:avLst>
          </a:prstGeom>
          <a:noFill/>
          <a:ln>
            <a:noFill/>
          </a:ln>
        </p:spPr>
      </p:sp>
      <p:sp>
        <p:nvSpPr>
          <p:cNvPr id="298" name="Google Shape;298;p33"/>
          <p:cNvSpPr/>
          <p:nvPr>
            <p:ph idx="5" type="pic"/>
          </p:nvPr>
        </p:nvSpPr>
        <p:spPr>
          <a:xfrm>
            <a:off x="4602497" y="187708"/>
            <a:ext cx="4317300" cy="2334900"/>
          </a:xfrm>
          <a:prstGeom prst="roundRect">
            <a:avLst>
              <a:gd fmla="val 3438" name="adj"/>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 Grid">
  <p:cSld name="Three Image Grid">
    <p:bg>
      <p:bgPr>
        <a:solidFill>
          <a:schemeClr val="accent6"/>
        </a:solidFill>
      </p:bgPr>
    </p:bg>
    <p:spTree>
      <p:nvGrpSpPr>
        <p:cNvPr id="299" name="Shape 299"/>
        <p:cNvGrpSpPr/>
        <p:nvPr/>
      </p:nvGrpSpPr>
      <p:grpSpPr>
        <a:xfrm>
          <a:off x="0" y="0"/>
          <a:ext cx="0" cy="0"/>
          <a:chOff x="0" y="0"/>
          <a:chExt cx="0" cy="0"/>
        </a:xfrm>
      </p:grpSpPr>
      <p:sp>
        <p:nvSpPr>
          <p:cNvPr id="300" name="Google Shape;300;p34"/>
          <p:cNvSpPr/>
          <p:nvPr>
            <p:ph idx="2" type="pic"/>
          </p:nvPr>
        </p:nvSpPr>
        <p:spPr>
          <a:xfrm>
            <a:off x="178594" y="187708"/>
            <a:ext cx="4317300" cy="4768200"/>
          </a:xfrm>
          <a:prstGeom prst="roundRect">
            <a:avLst>
              <a:gd fmla="val 1663" name="adj"/>
            </a:avLst>
          </a:prstGeom>
          <a:noFill/>
          <a:ln>
            <a:noFill/>
          </a:ln>
        </p:spPr>
      </p:sp>
      <p:sp>
        <p:nvSpPr>
          <p:cNvPr id="301" name="Google Shape;301;p34"/>
          <p:cNvSpPr/>
          <p:nvPr>
            <p:ph idx="3" type="pic"/>
          </p:nvPr>
        </p:nvSpPr>
        <p:spPr>
          <a:xfrm>
            <a:off x="6812495" y="187636"/>
            <a:ext cx="2107500" cy="4768200"/>
          </a:xfrm>
          <a:prstGeom prst="roundRect">
            <a:avLst>
              <a:gd fmla="val 3438" name="adj"/>
            </a:avLst>
          </a:prstGeom>
          <a:noFill/>
          <a:ln>
            <a:noFill/>
          </a:ln>
        </p:spPr>
      </p:sp>
      <p:sp>
        <p:nvSpPr>
          <p:cNvPr id="302" name="Google Shape;302;p34"/>
          <p:cNvSpPr/>
          <p:nvPr>
            <p:ph idx="4" type="pic"/>
          </p:nvPr>
        </p:nvSpPr>
        <p:spPr>
          <a:xfrm>
            <a:off x="4602497" y="187636"/>
            <a:ext cx="2107500" cy="4768200"/>
          </a:xfrm>
          <a:prstGeom prst="roundRect">
            <a:avLst>
              <a:gd fmla="val 3438" name="adj"/>
            </a:avLst>
          </a:prstGeom>
          <a:no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Image Grid">
  <p:cSld name="Six Image Grid">
    <p:bg>
      <p:bgPr>
        <a:solidFill>
          <a:schemeClr val="accent6"/>
        </a:solidFill>
      </p:bgPr>
    </p:bg>
    <p:spTree>
      <p:nvGrpSpPr>
        <p:cNvPr id="303" name="Shape 303"/>
        <p:cNvGrpSpPr/>
        <p:nvPr/>
      </p:nvGrpSpPr>
      <p:grpSpPr>
        <a:xfrm>
          <a:off x="0" y="0"/>
          <a:ext cx="0" cy="0"/>
          <a:chOff x="0" y="0"/>
          <a:chExt cx="0" cy="0"/>
        </a:xfrm>
      </p:grpSpPr>
      <p:sp>
        <p:nvSpPr>
          <p:cNvPr id="304" name="Google Shape;304;p35"/>
          <p:cNvSpPr/>
          <p:nvPr>
            <p:ph idx="2" type="pic"/>
          </p:nvPr>
        </p:nvSpPr>
        <p:spPr>
          <a:xfrm>
            <a:off x="178594" y="185497"/>
            <a:ext cx="2844900" cy="2333700"/>
          </a:xfrm>
          <a:prstGeom prst="roundRect">
            <a:avLst>
              <a:gd fmla="val 4415" name="adj"/>
            </a:avLst>
          </a:prstGeom>
          <a:noFill/>
          <a:ln>
            <a:noFill/>
          </a:ln>
        </p:spPr>
      </p:sp>
      <p:sp>
        <p:nvSpPr>
          <p:cNvPr id="305" name="Google Shape;305;p35"/>
          <p:cNvSpPr/>
          <p:nvPr>
            <p:ph idx="3" type="pic"/>
          </p:nvPr>
        </p:nvSpPr>
        <p:spPr>
          <a:xfrm>
            <a:off x="3126823" y="185497"/>
            <a:ext cx="2844900" cy="2333700"/>
          </a:xfrm>
          <a:prstGeom prst="roundRect">
            <a:avLst>
              <a:gd fmla="val 4415" name="adj"/>
            </a:avLst>
          </a:prstGeom>
          <a:noFill/>
          <a:ln>
            <a:noFill/>
          </a:ln>
        </p:spPr>
      </p:sp>
      <p:sp>
        <p:nvSpPr>
          <p:cNvPr id="306" name="Google Shape;306;p35"/>
          <p:cNvSpPr/>
          <p:nvPr>
            <p:ph idx="4" type="pic"/>
          </p:nvPr>
        </p:nvSpPr>
        <p:spPr>
          <a:xfrm>
            <a:off x="6075052" y="185497"/>
            <a:ext cx="2844900" cy="2333700"/>
          </a:xfrm>
          <a:prstGeom prst="roundRect">
            <a:avLst>
              <a:gd fmla="val 4415" name="adj"/>
            </a:avLst>
          </a:prstGeom>
          <a:noFill/>
          <a:ln>
            <a:noFill/>
          </a:ln>
        </p:spPr>
      </p:sp>
      <p:sp>
        <p:nvSpPr>
          <p:cNvPr id="307" name="Google Shape;307;p35"/>
          <p:cNvSpPr/>
          <p:nvPr>
            <p:ph idx="5" type="pic"/>
          </p:nvPr>
        </p:nvSpPr>
        <p:spPr>
          <a:xfrm>
            <a:off x="178594" y="2619375"/>
            <a:ext cx="2844900" cy="2333700"/>
          </a:xfrm>
          <a:prstGeom prst="roundRect">
            <a:avLst>
              <a:gd fmla="val 4415" name="adj"/>
            </a:avLst>
          </a:prstGeom>
          <a:noFill/>
          <a:ln>
            <a:noFill/>
          </a:ln>
        </p:spPr>
      </p:sp>
      <p:sp>
        <p:nvSpPr>
          <p:cNvPr id="308" name="Google Shape;308;p35"/>
          <p:cNvSpPr/>
          <p:nvPr>
            <p:ph idx="6" type="pic"/>
          </p:nvPr>
        </p:nvSpPr>
        <p:spPr>
          <a:xfrm>
            <a:off x="3126823" y="2619375"/>
            <a:ext cx="2844900" cy="2333700"/>
          </a:xfrm>
          <a:prstGeom prst="roundRect">
            <a:avLst>
              <a:gd fmla="val 4415" name="adj"/>
            </a:avLst>
          </a:prstGeom>
          <a:noFill/>
          <a:ln>
            <a:noFill/>
          </a:ln>
        </p:spPr>
      </p:sp>
      <p:sp>
        <p:nvSpPr>
          <p:cNvPr id="309" name="Google Shape;309;p35"/>
          <p:cNvSpPr/>
          <p:nvPr>
            <p:ph idx="7" type="pic"/>
          </p:nvPr>
        </p:nvSpPr>
        <p:spPr>
          <a:xfrm>
            <a:off x="6075052" y="2619375"/>
            <a:ext cx="2844900" cy="2333700"/>
          </a:xfrm>
          <a:prstGeom prst="roundRect">
            <a:avLst>
              <a:gd fmla="val 4415" name="adj"/>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lide">
  <p:cSld name="Title Only Slide">
    <p:spTree>
      <p:nvGrpSpPr>
        <p:cNvPr id="310" name="Shape 310"/>
        <p:cNvGrpSpPr/>
        <p:nvPr/>
      </p:nvGrpSpPr>
      <p:grpSpPr>
        <a:xfrm>
          <a:off x="0" y="0"/>
          <a:ext cx="0" cy="0"/>
          <a:chOff x="0" y="0"/>
          <a:chExt cx="0" cy="0"/>
        </a:xfrm>
      </p:grpSpPr>
      <p:pic>
        <p:nvPicPr>
          <p:cNvPr id="311" name="Google Shape;311;p36"/>
          <p:cNvPicPr preferRelativeResize="0"/>
          <p:nvPr/>
        </p:nvPicPr>
        <p:blipFill rotWithShape="1">
          <a:blip r:embed="rId2">
            <a:alphaModFix/>
          </a:blip>
          <a:srcRect b="0" l="0" r="0" t="0"/>
          <a:stretch/>
        </p:blipFill>
        <p:spPr>
          <a:xfrm>
            <a:off x="8022471" y="238125"/>
            <a:ext cx="789176" cy="202769"/>
          </a:xfrm>
          <a:prstGeom prst="rect">
            <a:avLst/>
          </a:prstGeom>
          <a:noFill/>
          <a:ln>
            <a:noFill/>
          </a:ln>
        </p:spPr>
      </p:pic>
      <p:sp>
        <p:nvSpPr>
          <p:cNvPr id="312" name="Google Shape;312;p36"/>
          <p:cNvSpPr txBox="1"/>
          <p:nvPr>
            <p:ph type="title"/>
          </p:nvPr>
        </p:nvSpPr>
        <p:spPr>
          <a:xfrm>
            <a:off x="295955" y="594518"/>
            <a:ext cx="7758900" cy="642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800"/>
              <a:buFont typeface="Outfit"/>
              <a:buNone/>
              <a:defRPr b="0" sz="3800">
                <a:solidFill>
                  <a:schemeClr val="dk1"/>
                </a:solidFill>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ebinar Cover_One Logo + One Speaker">
  <p:cSld name="Statement Slide_2_1">
    <p:bg>
      <p:bgPr>
        <a:blipFill>
          <a:blip r:embed="rId2">
            <a:alphaModFix/>
          </a:blip>
          <a:stretch>
            <a:fillRect/>
          </a:stretch>
        </a:blipFill>
      </p:bgPr>
    </p:bg>
    <p:spTree>
      <p:nvGrpSpPr>
        <p:cNvPr id="313" name="Shape 313"/>
        <p:cNvGrpSpPr/>
        <p:nvPr/>
      </p:nvGrpSpPr>
      <p:grpSpPr>
        <a:xfrm>
          <a:off x="0" y="0"/>
          <a:ext cx="0" cy="0"/>
          <a:chOff x="0" y="0"/>
          <a:chExt cx="0" cy="0"/>
        </a:xfrm>
      </p:grpSpPr>
      <p:sp>
        <p:nvSpPr>
          <p:cNvPr id="314" name="Google Shape;314;p37"/>
          <p:cNvSpPr txBox="1"/>
          <p:nvPr>
            <p:ph idx="1" type="body"/>
          </p:nvPr>
        </p:nvSpPr>
        <p:spPr>
          <a:xfrm>
            <a:off x="297053" y="1193825"/>
            <a:ext cx="5435700" cy="2746800"/>
          </a:xfrm>
          <a:prstGeom prst="rect">
            <a:avLst/>
          </a:prstGeom>
          <a:noFill/>
          <a:ln>
            <a:noFill/>
          </a:ln>
        </p:spPr>
        <p:txBody>
          <a:bodyPr anchorCtr="0" anchor="ctr" bIns="0" lIns="0" spcFirstLastPara="1" rIns="0" wrap="square" tIns="0">
            <a:normAutofit/>
          </a:bodyPr>
          <a:lstStyle>
            <a:lvl1pPr indent="-228600" lvl="0" marL="457200" algn="l">
              <a:lnSpc>
                <a:spcPct val="90000"/>
              </a:lnSpc>
              <a:spcBef>
                <a:spcPts val="400"/>
              </a:spcBef>
              <a:spcAft>
                <a:spcPts val="0"/>
              </a:spcAft>
              <a:buClr>
                <a:srgbClr val="FFFFFF"/>
              </a:buClr>
              <a:buSzPts val="5300"/>
              <a:buNone/>
              <a:defRPr b="0" i="0" sz="5300">
                <a:solidFill>
                  <a:srgbClr val="FFFFFF"/>
                </a:solidFill>
                <a:latin typeface="Outfit"/>
                <a:ea typeface="Outfit"/>
                <a:cs typeface="Outfit"/>
                <a:sym typeface="Outfit"/>
              </a:defRPr>
            </a:lvl1pPr>
            <a:lvl2pPr indent="-273050" lvl="1" marL="914400" algn="l">
              <a:lnSpc>
                <a:spcPct val="110000"/>
              </a:lnSpc>
              <a:spcBef>
                <a:spcPts val="200"/>
              </a:spcBef>
              <a:spcAft>
                <a:spcPts val="0"/>
              </a:spcAft>
              <a:buClr>
                <a:srgbClr val="FEFCFE"/>
              </a:buClr>
              <a:buSzPts val="700"/>
              <a:buChar char="•"/>
              <a:defRPr>
                <a:solidFill>
                  <a:srgbClr val="FEFCFE"/>
                </a:solidFill>
              </a:defRPr>
            </a:lvl2pPr>
            <a:lvl3pPr indent="-273050" lvl="2" marL="1371600" algn="l">
              <a:lnSpc>
                <a:spcPct val="110000"/>
              </a:lnSpc>
              <a:spcBef>
                <a:spcPts val="200"/>
              </a:spcBef>
              <a:spcAft>
                <a:spcPts val="0"/>
              </a:spcAft>
              <a:buClr>
                <a:srgbClr val="FEFCFE"/>
              </a:buClr>
              <a:buSzPts val="700"/>
              <a:buChar char="•"/>
              <a:defRPr>
                <a:solidFill>
                  <a:srgbClr val="FEFCFE"/>
                </a:solidFill>
              </a:defRPr>
            </a:lvl3pPr>
            <a:lvl4pPr indent="-273050" lvl="3" marL="1828800" algn="l">
              <a:lnSpc>
                <a:spcPct val="110000"/>
              </a:lnSpc>
              <a:spcBef>
                <a:spcPts val="200"/>
              </a:spcBef>
              <a:spcAft>
                <a:spcPts val="0"/>
              </a:spcAft>
              <a:buClr>
                <a:srgbClr val="FEFCFE"/>
              </a:buClr>
              <a:buSzPts val="700"/>
              <a:buChar char="•"/>
              <a:defRPr>
                <a:solidFill>
                  <a:srgbClr val="FEFCFE"/>
                </a:solidFill>
              </a:defRPr>
            </a:lvl4pPr>
            <a:lvl5pPr indent="-273050" lvl="4" marL="2286000" algn="l">
              <a:lnSpc>
                <a:spcPct val="110000"/>
              </a:lnSpc>
              <a:spcBef>
                <a:spcPts val="200"/>
              </a:spcBef>
              <a:spcAft>
                <a:spcPts val="0"/>
              </a:spcAft>
              <a:buClr>
                <a:srgbClr val="FEFCFE"/>
              </a:buClr>
              <a:buSzPts val="700"/>
              <a:buChar char="•"/>
              <a:defRPr>
                <a:solidFill>
                  <a:srgbClr val="FEFCFE"/>
                </a:solidFill>
              </a:defRPr>
            </a:lvl5pPr>
            <a:lvl6pPr indent="-273050" lvl="5" marL="2743200" algn="l">
              <a:lnSpc>
                <a:spcPct val="90000"/>
              </a:lnSpc>
              <a:spcBef>
                <a:spcPts val="200"/>
              </a:spcBef>
              <a:spcAft>
                <a:spcPts val="0"/>
              </a:spcAft>
              <a:buClr>
                <a:srgbClr val="FEFCFE"/>
              </a:buClr>
              <a:buSzPts val="700"/>
              <a:buChar char="•"/>
              <a:defRPr>
                <a:solidFill>
                  <a:srgbClr val="FEFCFE"/>
                </a:solidFill>
              </a:defRPr>
            </a:lvl6pPr>
            <a:lvl7pPr indent="-273050" lvl="6" marL="3200400" algn="l">
              <a:lnSpc>
                <a:spcPct val="90000"/>
              </a:lnSpc>
              <a:spcBef>
                <a:spcPts val="200"/>
              </a:spcBef>
              <a:spcAft>
                <a:spcPts val="0"/>
              </a:spcAft>
              <a:buClr>
                <a:srgbClr val="FEFCFE"/>
              </a:buClr>
              <a:buSzPts val="700"/>
              <a:buChar char="•"/>
              <a:defRPr>
                <a:solidFill>
                  <a:srgbClr val="FEFCFE"/>
                </a:solidFill>
              </a:defRPr>
            </a:lvl7pPr>
            <a:lvl8pPr indent="-273050" lvl="7" marL="3657600" algn="l">
              <a:lnSpc>
                <a:spcPct val="90000"/>
              </a:lnSpc>
              <a:spcBef>
                <a:spcPts val="200"/>
              </a:spcBef>
              <a:spcAft>
                <a:spcPts val="0"/>
              </a:spcAft>
              <a:buClr>
                <a:srgbClr val="FEFCFE"/>
              </a:buClr>
              <a:buSzPts val="700"/>
              <a:buChar char="•"/>
              <a:defRPr>
                <a:solidFill>
                  <a:srgbClr val="FEFCFE"/>
                </a:solidFill>
              </a:defRPr>
            </a:lvl8pPr>
            <a:lvl9pPr indent="-273050" lvl="8" marL="4114800" algn="l">
              <a:lnSpc>
                <a:spcPct val="90000"/>
              </a:lnSpc>
              <a:spcBef>
                <a:spcPts val="200"/>
              </a:spcBef>
              <a:spcAft>
                <a:spcPts val="0"/>
              </a:spcAft>
              <a:buClr>
                <a:srgbClr val="FEFCFE"/>
              </a:buClr>
              <a:buSzPts val="700"/>
              <a:buChar char="•"/>
              <a:defRPr>
                <a:solidFill>
                  <a:srgbClr val="FEFCFE"/>
                </a:solidFill>
              </a:defRPr>
            </a:lvl9pPr>
          </a:lstStyle>
          <a:p/>
        </p:txBody>
      </p:sp>
      <p:sp>
        <p:nvSpPr>
          <p:cNvPr id="315" name="Google Shape;315;p37"/>
          <p:cNvSpPr txBox="1"/>
          <p:nvPr>
            <p:ph idx="2" type="body"/>
          </p:nvPr>
        </p:nvSpPr>
        <p:spPr>
          <a:xfrm>
            <a:off x="661262" y="4176876"/>
            <a:ext cx="4073400" cy="262500"/>
          </a:xfrm>
          <a:prstGeom prst="rect">
            <a:avLst/>
          </a:prstGeom>
          <a:noFill/>
          <a:ln>
            <a:noFill/>
          </a:ln>
        </p:spPr>
        <p:txBody>
          <a:bodyPr anchorCtr="0" anchor="ctr" bIns="0" lIns="0" spcFirstLastPara="1" rIns="0" wrap="square" tIns="0">
            <a:normAutofit/>
          </a:bodyPr>
          <a:lstStyle>
            <a:lvl1pPr indent="-228600" lvl="0" marL="457200" algn="l">
              <a:lnSpc>
                <a:spcPct val="90000"/>
              </a:lnSpc>
              <a:spcBef>
                <a:spcPts val="400"/>
              </a:spcBef>
              <a:spcAft>
                <a:spcPts val="0"/>
              </a:spcAft>
              <a:buClr>
                <a:srgbClr val="FEFCFE"/>
              </a:buClr>
              <a:buSzPts val="1500"/>
              <a:buFont typeface="Outfit Light"/>
              <a:buNone/>
              <a:defRPr i="0" sz="1500">
                <a:solidFill>
                  <a:srgbClr val="FEFCFE"/>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sp>
        <p:nvSpPr>
          <p:cNvPr id="316" name="Google Shape;316;p37"/>
          <p:cNvSpPr/>
          <p:nvPr/>
        </p:nvSpPr>
        <p:spPr>
          <a:xfrm>
            <a:off x="6178425" y="686500"/>
            <a:ext cx="2632200" cy="3752700"/>
          </a:xfrm>
          <a:prstGeom prst="roundRect">
            <a:avLst>
              <a:gd fmla="val 3669" name="adj"/>
            </a:avLst>
          </a:prstGeom>
          <a:solidFill>
            <a:srgbClr val="0B1E17"/>
          </a:solidFill>
          <a:ln cap="flat" cmpd="sng" w="9525">
            <a:solidFill>
              <a:schemeClr val="accent5"/>
            </a:solidFill>
            <a:prstDash val="solid"/>
            <a:miter lim="800000"/>
            <a:headEnd len="sm" w="sm" type="none"/>
            <a:tailEnd len="sm" w="sm" type="none"/>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317" name="Google Shape;317;p37"/>
          <p:cNvSpPr txBox="1"/>
          <p:nvPr>
            <p:ph idx="3" type="body"/>
          </p:nvPr>
        </p:nvSpPr>
        <p:spPr>
          <a:xfrm>
            <a:off x="6332575" y="2690150"/>
            <a:ext cx="2330100" cy="6909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rgbClr val="FEFCFE"/>
              </a:buClr>
              <a:buSzPts val="2000"/>
              <a:buFont typeface="Arial"/>
              <a:buNone/>
              <a:defRPr sz="2000">
                <a:solidFill>
                  <a:srgbClr val="FEFCFE"/>
                </a:solidFill>
              </a:defRPr>
            </a:lvl1pPr>
            <a:lvl2pPr indent="-228600" lvl="1" marL="914400" algn="l">
              <a:lnSpc>
                <a:spcPct val="110000"/>
              </a:lnSpc>
              <a:spcBef>
                <a:spcPts val="200"/>
              </a:spcBef>
              <a:spcAft>
                <a:spcPts val="0"/>
              </a:spcAft>
              <a:buClr>
                <a:srgbClr val="FEFCFE"/>
              </a:buClr>
              <a:buSzPts val="500"/>
              <a:buNone/>
              <a:defRPr sz="500">
                <a:solidFill>
                  <a:srgbClr val="FEFCFE"/>
                </a:solidFill>
              </a:defRPr>
            </a:lvl2pPr>
            <a:lvl3pPr indent="-228600" lvl="2" marL="1371600" algn="l">
              <a:lnSpc>
                <a:spcPct val="110000"/>
              </a:lnSpc>
              <a:spcBef>
                <a:spcPts val="200"/>
              </a:spcBef>
              <a:spcAft>
                <a:spcPts val="0"/>
              </a:spcAft>
              <a:buClr>
                <a:srgbClr val="FEFCFE"/>
              </a:buClr>
              <a:buSzPts val="500"/>
              <a:buNone/>
              <a:defRPr sz="500">
                <a:solidFill>
                  <a:srgbClr val="FEFCFE"/>
                </a:solidFill>
              </a:defRPr>
            </a:lvl3pPr>
            <a:lvl4pPr indent="-228600" lvl="3" marL="1828800" algn="l">
              <a:lnSpc>
                <a:spcPct val="110000"/>
              </a:lnSpc>
              <a:spcBef>
                <a:spcPts val="200"/>
              </a:spcBef>
              <a:spcAft>
                <a:spcPts val="0"/>
              </a:spcAft>
              <a:buClr>
                <a:srgbClr val="FEFCFE"/>
              </a:buClr>
              <a:buSzPts val="400"/>
              <a:buNone/>
              <a:defRPr sz="400">
                <a:solidFill>
                  <a:srgbClr val="FEFCFE"/>
                </a:solidFill>
              </a:defRPr>
            </a:lvl4pPr>
            <a:lvl5pPr indent="-228600" lvl="4" marL="2286000" algn="l">
              <a:lnSpc>
                <a:spcPct val="110000"/>
              </a:lnSpc>
              <a:spcBef>
                <a:spcPts val="200"/>
              </a:spcBef>
              <a:spcAft>
                <a:spcPts val="0"/>
              </a:spcAft>
              <a:buClr>
                <a:srgbClr val="FEFCFE"/>
              </a:buClr>
              <a:buSzPts val="400"/>
              <a:buNone/>
              <a:defRPr sz="400">
                <a:solidFill>
                  <a:srgbClr val="FEFCFE"/>
                </a:solidFill>
              </a:defRPr>
            </a:lvl5pPr>
            <a:lvl6pPr indent="-228600" lvl="5" marL="2743200" algn="l">
              <a:lnSpc>
                <a:spcPct val="90000"/>
              </a:lnSpc>
              <a:spcBef>
                <a:spcPts val="200"/>
              </a:spcBef>
              <a:spcAft>
                <a:spcPts val="0"/>
              </a:spcAft>
              <a:buClr>
                <a:srgbClr val="FEFCFE"/>
              </a:buClr>
              <a:buSzPts val="400"/>
              <a:buNone/>
              <a:defRPr sz="400">
                <a:solidFill>
                  <a:srgbClr val="FEFCFE"/>
                </a:solidFill>
              </a:defRPr>
            </a:lvl6pPr>
            <a:lvl7pPr indent="-228600" lvl="6" marL="3200400" algn="l">
              <a:lnSpc>
                <a:spcPct val="90000"/>
              </a:lnSpc>
              <a:spcBef>
                <a:spcPts val="200"/>
              </a:spcBef>
              <a:spcAft>
                <a:spcPts val="0"/>
              </a:spcAft>
              <a:buClr>
                <a:srgbClr val="FEFCFE"/>
              </a:buClr>
              <a:buSzPts val="400"/>
              <a:buNone/>
              <a:defRPr sz="400">
                <a:solidFill>
                  <a:srgbClr val="FEFCFE"/>
                </a:solidFill>
              </a:defRPr>
            </a:lvl7pPr>
            <a:lvl8pPr indent="-228600" lvl="7" marL="3657600" algn="l">
              <a:lnSpc>
                <a:spcPct val="90000"/>
              </a:lnSpc>
              <a:spcBef>
                <a:spcPts val="200"/>
              </a:spcBef>
              <a:spcAft>
                <a:spcPts val="0"/>
              </a:spcAft>
              <a:buClr>
                <a:srgbClr val="FEFCFE"/>
              </a:buClr>
              <a:buSzPts val="400"/>
              <a:buNone/>
              <a:defRPr sz="400">
                <a:solidFill>
                  <a:srgbClr val="FEFCFE"/>
                </a:solidFill>
              </a:defRPr>
            </a:lvl8pPr>
            <a:lvl9pPr indent="-228600" lvl="8" marL="4114800" algn="l">
              <a:lnSpc>
                <a:spcPct val="90000"/>
              </a:lnSpc>
              <a:spcBef>
                <a:spcPts val="200"/>
              </a:spcBef>
              <a:spcAft>
                <a:spcPts val="0"/>
              </a:spcAft>
              <a:buClr>
                <a:srgbClr val="FEFCFE"/>
              </a:buClr>
              <a:buSzPts val="400"/>
              <a:buNone/>
              <a:defRPr sz="400">
                <a:solidFill>
                  <a:srgbClr val="FEFCFE"/>
                </a:solidFill>
              </a:defRPr>
            </a:lvl9pPr>
          </a:lstStyle>
          <a:p/>
        </p:txBody>
      </p:sp>
      <p:sp>
        <p:nvSpPr>
          <p:cNvPr id="318" name="Google Shape;318;p37"/>
          <p:cNvSpPr txBox="1"/>
          <p:nvPr>
            <p:ph idx="4" type="body"/>
          </p:nvPr>
        </p:nvSpPr>
        <p:spPr>
          <a:xfrm>
            <a:off x="6332575" y="3587450"/>
            <a:ext cx="2330100" cy="6909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5"/>
              </a:buClr>
              <a:buSzPts val="1600"/>
              <a:buFont typeface="Arial"/>
              <a:buNone/>
              <a:defRPr sz="16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319" name="Google Shape;319;p37"/>
          <p:cNvSpPr/>
          <p:nvPr>
            <p:ph idx="5" type="pic"/>
          </p:nvPr>
        </p:nvSpPr>
        <p:spPr>
          <a:xfrm>
            <a:off x="6332575" y="828050"/>
            <a:ext cx="2330100" cy="1532100"/>
          </a:xfrm>
          <a:prstGeom prst="roundRect">
            <a:avLst>
              <a:gd fmla="val 3635" name="adj"/>
            </a:avLst>
          </a:prstGeom>
          <a:solidFill>
            <a:schemeClr val="accent2"/>
          </a:solidFill>
          <a:ln>
            <a:noFill/>
          </a:ln>
        </p:spPr>
      </p:sp>
      <p:pic>
        <p:nvPicPr>
          <p:cNvPr descr="A white letter on a black background&#10;&#10;Description automatically generated" id="320" name="Google Shape;320;p37"/>
          <p:cNvPicPr preferRelativeResize="0"/>
          <p:nvPr/>
        </p:nvPicPr>
        <p:blipFill rotWithShape="1">
          <a:blip r:embed="rId3">
            <a:alphaModFix/>
          </a:blip>
          <a:srcRect b="0" l="0" r="0" t="0"/>
          <a:stretch/>
        </p:blipFill>
        <p:spPr>
          <a:xfrm>
            <a:off x="285750" y="235150"/>
            <a:ext cx="1172369" cy="301226"/>
          </a:xfrm>
          <a:prstGeom prst="rect">
            <a:avLst/>
          </a:prstGeom>
          <a:noFill/>
          <a:ln>
            <a:noFill/>
          </a:ln>
        </p:spPr>
      </p:pic>
      <p:sp>
        <p:nvSpPr>
          <p:cNvPr id="321" name="Google Shape;321;p37"/>
          <p:cNvSpPr txBox="1"/>
          <p:nvPr>
            <p:ph idx="6" type="body"/>
          </p:nvPr>
        </p:nvSpPr>
        <p:spPr>
          <a:xfrm>
            <a:off x="661262" y="4574561"/>
            <a:ext cx="4073400" cy="262500"/>
          </a:xfrm>
          <a:prstGeom prst="rect">
            <a:avLst/>
          </a:prstGeom>
          <a:noFill/>
          <a:ln>
            <a:noFill/>
          </a:ln>
        </p:spPr>
        <p:txBody>
          <a:bodyPr anchorCtr="0" anchor="ctr" bIns="0" lIns="0" spcFirstLastPara="1" rIns="0" wrap="square" tIns="0">
            <a:normAutofit/>
          </a:bodyPr>
          <a:lstStyle>
            <a:lvl1pPr indent="-228600" lvl="0" marL="457200" algn="l">
              <a:lnSpc>
                <a:spcPct val="90000"/>
              </a:lnSpc>
              <a:spcBef>
                <a:spcPts val="400"/>
              </a:spcBef>
              <a:spcAft>
                <a:spcPts val="0"/>
              </a:spcAft>
              <a:buClr>
                <a:srgbClr val="FEFCFE"/>
              </a:buClr>
              <a:buSzPts val="1500"/>
              <a:buFont typeface="Outfit Light"/>
              <a:buNone/>
              <a:defRPr i="0" sz="1500">
                <a:solidFill>
                  <a:srgbClr val="FEFCFE"/>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pic>
        <p:nvPicPr>
          <p:cNvPr id="322" name="Google Shape;322;p37"/>
          <p:cNvPicPr preferRelativeResize="0"/>
          <p:nvPr/>
        </p:nvPicPr>
        <p:blipFill>
          <a:blip r:embed="rId4">
            <a:alphaModFix/>
          </a:blip>
          <a:stretch>
            <a:fillRect/>
          </a:stretch>
        </p:blipFill>
        <p:spPr>
          <a:xfrm>
            <a:off x="297050" y="4176943"/>
            <a:ext cx="262365" cy="262365"/>
          </a:xfrm>
          <a:prstGeom prst="rect">
            <a:avLst/>
          </a:prstGeom>
          <a:noFill/>
          <a:ln>
            <a:noFill/>
          </a:ln>
        </p:spPr>
      </p:pic>
      <p:pic>
        <p:nvPicPr>
          <p:cNvPr id="323" name="Google Shape;323;p37"/>
          <p:cNvPicPr preferRelativeResize="0"/>
          <p:nvPr/>
        </p:nvPicPr>
        <p:blipFill>
          <a:blip r:embed="rId5">
            <a:alphaModFix/>
          </a:blip>
          <a:stretch>
            <a:fillRect/>
          </a:stretch>
        </p:blipFill>
        <p:spPr>
          <a:xfrm>
            <a:off x="297050" y="4574629"/>
            <a:ext cx="262365" cy="262365"/>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ebinar Cover_One Logo + Two Speakers">
  <p:cSld name="Statement Slide_2_1_2">
    <p:bg>
      <p:bgPr>
        <a:blipFill>
          <a:blip r:embed="rId2">
            <a:alphaModFix/>
          </a:blip>
          <a:stretch>
            <a:fillRect/>
          </a:stretch>
        </a:blipFill>
      </p:bgPr>
    </p:bg>
    <p:spTree>
      <p:nvGrpSpPr>
        <p:cNvPr id="324" name="Shape 324"/>
        <p:cNvGrpSpPr/>
        <p:nvPr/>
      </p:nvGrpSpPr>
      <p:grpSpPr>
        <a:xfrm>
          <a:off x="0" y="0"/>
          <a:ext cx="0" cy="0"/>
          <a:chOff x="0" y="0"/>
          <a:chExt cx="0" cy="0"/>
        </a:xfrm>
      </p:grpSpPr>
      <p:sp>
        <p:nvSpPr>
          <p:cNvPr id="325" name="Google Shape;325;p38"/>
          <p:cNvSpPr txBox="1"/>
          <p:nvPr>
            <p:ph idx="1" type="body"/>
          </p:nvPr>
        </p:nvSpPr>
        <p:spPr>
          <a:xfrm>
            <a:off x="297053" y="1193825"/>
            <a:ext cx="5435700" cy="2746800"/>
          </a:xfrm>
          <a:prstGeom prst="rect">
            <a:avLst/>
          </a:prstGeom>
          <a:noFill/>
          <a:ln>
            <a:noFill/>
          </a:ln>
        </p:spPr>
        <p:txBody>
          <a:bodyPr anchorCtr="0" anchor="ctr" bIns="0" lIns="0" spcFirstLastPara="1" rIns="0" wrap="square" tIns="0">
            <a:normAutofit/>
          </a:bodyPr>
          <a:lstStyle>
            <a:lvl1pPr indent="-228600" lvl="0" marL="457200" algn="l">
              <a:lnSpc>
                <a:spcPct val="90000"/>
              </a:lnSpc>
              <a:spcBef>
                <a:spcPts val="400"/>
              </a:spcBef>
              <a:spcAft>
                <a:spcPts val="0"/>
              </a:spcAft>
              <a:buClr>
                <a:srgbClr val="FFFFFF"/>
              </a:buClr>
              <a:buSzPts val="5300"/>
              <a:buNone/>
              <a:defRPr b="0" i="0" sz="5300">
                <a:solidFill>
                  <a:srgbClr val="FFFFFF"/>
                </a:solidFill>
                <a:latin typeface="Outfit"/>
                <a:ea typeface="Outfit"/>
                <a:cs typeface="Outfit"/>
                <a:sym typeface="Outfit"/>
              </a:defRPr>
            </a:lvl1pPr>
            <a:lvl2pPr indent="-273050" lvl="1" marL="914400" algn="l">
              <a:lnSpc>
                <a:spcPct val="110000"/>
              </a:lnSpc>
              <a:spcBef>
                <a:spcPts val="200"/>
              </a:spcBef>
              <a:spcAft>
                <a:spcPts val="0"/>
              </a:spcAft>
              <a:buClr>
                <a:srgbClr val="FEFCFE"/>
              </a:buClr>
              <a:buSzPts val="700"/>
              <a:buChar char="•"/>
              <a:defRPr>
                <a:solidFill>
                  <a:srgbClr val="FEFCFE"/>
                </a:solidFill>
              </a:defRPr>
            </a:lvl2pPr>
            <a:lvl3pPr indent="-273050" lvl="2" marL="1371600" algn="l">
              <a:lnSpc>
                <a:spcPct val="110000"/>
              </a:lnSpc>
              <a:spcBef>
                <a:spcPts val="200"/>
              </a:spcBef>
              <a:spcAft>
                <a:spcPts val="0"/>
              </a:spcAft>
              <a:buClr>
                <a:srgbClr val="FEFCFE"/>
              </a:buClr>
              <a:buSzPts val="700"/>
              <a:buChar char="•"/>
              <a:defRPr>
                <a:solidFill>
                  <a:srgbClr val="FEFCFE"/>
                </a:solidFill>
              </a:defRPr>
            </a:lvl3pPr>
            <a:lvl4pPr indent="-273050" lvl="3" marL="1828800" algn="l">
              <a:lnSpc>
                <a:spcPct val="110000"/>
              </a:lnSpc>
              <a:spcBef>
                <a:spcPts val="200"/>
              </a:spcBef>
              <a:spcAft>
                <a:spcPts val="0"/>
              </a:spcAft>
              <a:buClr>
                <a:srgbClr val="FEFCFE"/>
              </a:buClr>
              <a:buSzPts val="700"/>
              <a:buChar char="•"/>
              <a:defRPr>
                <a:solidFill>
                  <a:srgbClr val="FEFCFE"/>
                </a:solidFill>
              </a:defRPr>
            </a:lvl4pPr>
            <a:lvl5pPr indent="-273050" lvl="4" marL="2286000" algn="l">
              <a:lnSpc>
                <a:spcPct val="110000"/>
              </a:lnSpc>
              <a:spcBef>
                <a:spcPts val="200"/>
              </a:spcBef>
              <a:spcAft>
                <a:spcPts val="0"/>
              </a:spcAft>
              <a:buClr>
                <a:srgbClr val="FEFCFE"/>
              </a:buClr>
              <a:buSzPts val="700"/>
              <a:buChar char="•"/>
              <a:defRPr>
                <a:solidFill>
                  <a:srgbClr val="FEFCFE"/>
                </a:solidFill>
              </a:defRPr>
            </a:lvl5pPr>
            <a:lvl6pPr indent="-273050" lvl="5" marL="2743200" algn="l">
              <a:lnSpc>
                <a:spcPct val="90000"/>
              </a:lnSpc>
              <a:spcBef>
                <a:spcPts val="200"/>
              </a:spcBef>
              <a:spcAft>
                <a:spcPts val="0"/>
              </a:spcAft>
              <a:buClr>
                <a:srgbClr val="FEFCFE"/>
              </a:buClr>
              <a:buSzPts val="700"/>
              <a:buChar char="•"/>
              <a:defRPr>
                <a:solidFill>
                  <a:srgbClr val="FEFCFE"/>
                </a:solidFill>
              </a:defRPr>
            </a:lvl6pPr>
            <a:lvl7pPr indent="-273050" lvl="6" marL="3200400" algn="l">
              <a:lnSpc>
                <a:spcPct val="90000"/>
              </a:lnSpc>
              <a:spcBef>
                <a:spcPts val="200"/>
              </a:spcBef>
              <a:spcAft>
                <a:spcPts val="0"/>
              </a:spcAft>
              <a:buClr>
                <a:srgbClr val="FEFCFE"/>
              </a:buClr>
              <a:buSzPts val="700"/>
              <a:buChar char="•"/>
              <a:defRPr>
                <a:solidFill>
                  <a:srgbClr val="FEFCFE"/>
                </a:solidFill>
              </a:defRPr>
            </a:lvl7pPr>
            <a:lvl8pPr indent="-273050" lvl="7" marL="3657600" algn="l">
              <a:lnSpc>
                <a:spcPct val="90000"/>
              </a:lnSpc>
              <a:spcBef>
                <a:spcPts val="200"/>
              </a:spcBef>
              <a:spcAft>
                <a:spcPts val="0"/>
              </a:spcAft>
              <a:buClr>
                <a:srgbClr val="FEFCFE"/>
              </a:buClr>
              <a:buSzPts val="700"/>
              <a:buChar char="•"/>
              <a:defRPr>
                <a:solidFill>
                  <a:srgbClr val="FEFCFE"/>
                </a:solidFill>
              </a:defRPr>
            </a:lvl8pPr>
            <a:lvl9pPr indent="-273050" lvl="8" marL="4114800" algn="l">
              <a:lnSpc>
                <a:spcPct val="90000"/>
              </a:lnSpc>
              <a:spcBef>
                <a:spcPts val="200"/>
              </a:spcBef>
              <a:spcAft>
                <a:spcPts val="0"/>
              </a:spcAft>
              <a:buClr>
                <a:srgbClr val="FEFCFE"/>
              </a:buClr>
              <a:buSzPts val="700"/>
              <a:buChar char="•"/>
              <a:defRPr>
                <a:solidFill>
                  <a:srgbClr val="FEFCFE"/>
                </a:solidFill>
              </a:defRPr>
            </a:lvl9pPr>
          </a:lstStyle>
          <a:p/>
        </p:txBody>
      </p:sp>
      <p:sp>
        <p:nvSpPr>
          <p:cNvPr id="326" name="Google Shape;326;p38"/>
          <p:cNvSpPr txBox="1"/>
          <p:nvPr>
            <p:ph idx="2" type="body"/>
          </p:nvPr>
        </p:nvSpPr>
        <p:spPr>
          <a:xfrm>
            <a:off x="661262" y="4176876"/>
            <a:ext cx="4073400" cy="262500"/>
          </a:xfrm>
          <a:prstGeom prst="rect">
            <a:avLst/>
          </a:prstGeom>
          <a:noFill/>
          <a:ln>
            <a:noFill/>
          </a:ln>
        </p:spPr>
        <p:txBody>
          <a:bodyPr anchorCtr="0" anchor="ctr" bIns="0" lIns="0" spcFirstLastPara="1" rIns="0" wrap="square" tIns="0">
            <a:normAutofit/>
          </a:bodyPr>
          <a:lstStyle>
            <a:lvl1pPr indent="-228600" lvl="0" marL="457200" algn="l">
              <a:lnSpc>
                <a:spcPct val="90000"/>
              </a:lnSpc>
              <a:spcBef>
                <a:spcPts val="400"/>
              </a:spcBef>
              <a:spcAft>
                <a:spcPts val="0"/>
              </a:spcAft>
              <a:buClr>
                <a:srgbClr val="FEFCFE"/>
              </a:buClr>
              <a:buSzPts val="1500"/>
              <a:buFont typeface="Outfit Light"/>
              <a:buNone/>
              <a:defRPr i="0" sz="1500">
                <a:solidFill>
                  <a:srgbClr val="FEFCFE"/>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sp>
        <p:nvSpPr>
          <p:cNvPr id="327" name="Google Shape;327;p38"/>
          <p:cNvSpPr/>
          <p:nvPr/>
        </p:nvSpPr>
        <p:spPr>
          <a:xfrm>
            <a:off x="5980400" y="925650"/>
            <a:ext cx="2944200" cy="1649400"/>
          </a:xfrm>
          <a:prstGeom prst="roundRect">
            <a:avLst>
              <a:gd fmla="val 3669" name="adj"/>
            </a:avLst>
          </a:prstGeom>
          <a:solidFill>
            <a:srgbClr val="0B1E17"/>
          </a:solidFill>
          <a:ln cap="flat" cmpd="sng" w="9525">
            <a:solidFill>
              <a:schemeClr val="accent5"/>
            </a:solidFill>
            <a:prstDash val="solid"/>
            <a:miter lim="800000"/>
            <a:headEnd len="sm" w="sm" type="none"/>
            <a:tailEnd len="sm" w="sm" type="none"/>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328" name="Google Shape;328;p38"/>
          <p:cNvSpPr txBox="1"/>
          <p:nvPr>
            <p:ph idx="3" type="body"/>
          </p:nvPr>
        </p:nvSpPr>
        <p:spPr>
          <a:xfrm>
            <a:off x="7651875" y="1075675"/>
            <a:ext cx="1102800" cy="5673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rgbClr val="FEFCFE"/>
              </a:buClr>
              <a:buSzPts val="1500"/>
              <a:buFont typeface="Arial"/>
              <a:buNone/>
              <a:defRPr sz="1500">
                <a:solidFill>
                  <a:srgbClr val="FEFCFE"/>
                </a:solidFill>
              </a:defRPr>
            </a:lvl1pPr>
            <a:lvl2pPr indent="-228600" lvl="1" marL="914400" algn="l">
              <a:lnSpc>
                <a:spcPct val="110000"/>
              </a:lnSpc>
              <a:spcBef>
                <a:spcPts val="200"/>
              </a:spcBef>
              <a:spcAft>
                <a:spcPts val="0"/>
              </a:spcAft>
              <a:buClr>
                <a:srgbClr val="FEFCFE"/>
              </a:buClr>
              <a:buSzPts val="500"/>
              <a:buNone/>
              <a:defRPr sz="500">
                <a:solidFill>
                  <a:srgbClr val="FEFCFE"/>
                </a:solidFill>
              </a:defRPr>
            </a:lvl2pPr>
            <a:lvl3pPr indent="-228600" lvl="2" marL="1371600" algn="l">
              <a:lnSpc>
                <a:spcPct val="110000"/>
              </a:lnSpc>
              <a:spcBef>
                <a:spcPts val="200"/>
              </a:spcBef>
              <a:spcAft>
                <a:spcPts val="0"/>
              </a:spcAft>
              <a:buClr>
                <a:srgbClr val="FEFCFE"/>
              </a:buClr>
              <a:buSzPts val="500"/>
              <a:buNone/>
              <a:defRPr sz="500">
                <a:solidFill>
                  <a:srgbClr val="FEFCFE"/>
                </a:solidFill>
              </a:defRPr>
            </a:lvl3pPr>
            <a:lvl4pPr indent="-228600" lvl="3" marL="1828800" algn="l">
              <a:lnSpc>
                <a:spcPct val="110000"/>
              </a:lnSpc>
              <a:spcBef>
                <a:spcPts val="200"/>
              </a:spcBef>
              <a:spcAft>
                <a:spcPts val="0"/>
              </a:spcAft>
              <a:buClr>
                <a:srgbClr val="FEFCFE"/>
              </a:buClr>
              <a:buSzPts val="400"/>
              <a:buNone/>
              <a:defRPr sz="400">
                <a:solidFill>
                  <a:srgbClr val="FEFCFE"/>
                </a:solidFill>
              </a:defRPr>
            </a:lvl4pPr>
            <a:lvl5pPr indent="-228600" lvl="4" marL="2286000" algn="l">
              <a:lnSpc>
                <a:spcPct val="110000"/>
              </a:lnSpc>
              <a:spcBef>
                <a:spcPts val="200"/>
              </a:spcBef>
              <a:spcAft>
                <a:spcPts val="0"/>
              </a:spcAft>
              <a:buClr>
                <a:srgbClr val="FEFCFE"/>
              </a:buClr>
              <a:buSzPts val="400"/>
              <a:buNone/>
              <a:defRPr sz="400">
                <a:solidFill>
                  <a:srgbClr val="FEFCFE"/>
                </a:solidFill>
              </a:defRPr>
            </a:lvl5pPr>
            <a:lvl6pPr indent="-228600" lvl="5" marL="2743200" algn="l">
              <a:lnSpc>
                <a:spcPct val="90000"/>
              </a:lnSpc>
              <a:spcBef>
                <a:spcPts val="200"/>
              </a:spcBef>
              <a:spcAft>
                <a:spcPts val="0"/>
              </a:spcAft>
              <a:buClr>
                <a:srgbClr val="FEFCFE"/>
              </a:buClr>
              <a:buSzPts val="400"/>
              <a:buNone/>
              <a:defRPr sz="400">
                <a:solidFill>
                  <a:srgbClr val="FEFCFE"/>
                </a:solidFill>
              </a:defRPr>
            </a:lvl6pPr>
            <a:lvl7pPr indent="-228600" lvl="6" marL="3200400" algn="l">
              <a:lnSpc>
                <a:spcPct val="90000"/>
              </a:lnSpc>
              <a:spcBef>
                <a:spcPts val="200"/>
              </a:spcBef>
              <a:spcAft>
                <a:spcPts val="0"/>
              </a:spcAft>
              <a:buClr>
                <a:srgbClr val="FEFCFE"/>
              </a:buClr>
              <a:buSzPts val="400"/>
              <a:buNone/>
              <a:defRPr sz="400">
                <a:solidFill>
                  <a:srgbClr val="FEFCFE"/>
                </a:solidFill>
              </a:defRPr>
            </a:lvl7pPr>
            <a:lvl8pPr indent="-228600" lvl="7" marL="3657600" algn="l">
              <a:lnSpc>
                <a:spcPct val="90000"/>
              </a:lnSpc>
              <a:spcBef>
                <a:spcPts val="200"/>
              </a:spcBef>
              <a:spcAft>
                <a:spcPts val="0"/>
              </a:spcAft>
              <a:buClr>
                <a:srgbClr val="FEFCFE"/>
              </a:buClr>
              <a:buSzPts val="400"/>
              <a:buNone/>
              <a:defRPr sz="400">
                <a:solidFill>
                  <a:srgbClr val="FEFCFE"/>
                </a:solidFill>
              </a:defRPr>
            </a:lvl8pPr>
            <a:lvl9pPr indent="-228600" lvl="8" marL="4114800" algn="l">
              <a:lnSpc>
                <a:spcPct val="90000"/>
              </a:lnSpc>
              <a:spcBef>
                <a:spcPts val="200"/>
              </a:spcBef>
              <a:spcAft>
                <a:spcPts val="0"/>
              </a:spcAft>
              <a:buClr>
                <a:srgbClr val="FEFCFE"/>
              </a:buClr>
              <a:buSzPts val="400"/>
              <a:buNone/>
              <a:defRPr sz="400">
                <a:solidFill>
                  <a:srgbClr val="FEFCFE"/>
                </a:solidFill>
              </a:defRPr>
            </a:lvl9pPr>
          </a:lstStyle>
          <a:p/>
        </p:txBody>
      </p:sp>
      <p:sp>
        <p:nvSpPr>
          <p:cNvPr id="329" name="Google Shape;329;p38"/>
          <p:cNvSpPr txBox="1"/>
          <p:nvPr>
            <p:ph idx="4" type="body"/>
          </p:nvPr>
        </p:nvSpPr>
        <p:spPr>
          <a:xfrm>
            <a:off x="7651875" y="1871526"/>
            <a:ext cx="1102800" cy="5673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5"/>
              </a:buClr>
              <a:buSzPts val="1100"/>
              <a:buFont typeface="Arial"/>
              <a:buNone/>
              <a:defRPr sz="11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330" name="Google Shape;330;p38"/>
          <p:cNvSpPr/>
          <p:nvPr>
            <p:ph idx="5" type="pic"/>
          </p:nvPr>
        </p:nvSpPr>
        <p:spPr>
          <a:xfrm>
            <a:off x="6100375" y="1057500"/>
            <a:ext cx="1385100" cy="1387500"/>
          </a:xfrm>
          <a:prstGeom prst="roundRect">
            <a:avLst>
              <a:gd fmla="val 3635" name="adj"/>
            </a:avLst>
          </a:prstGeom>
          <a:solidFill>
            <a:schemeClr val="accent2"/>
          </a:solidFill>
          <a:ln>
            <a:noFill/>
          </a:ln>
        </p:spPr>
      </p:sp>
      <p:pic>
        <p:nvPicPr>
          <p:cNvPr descr="A white letter on a black background&#10;&#10;Description automatically generated" id="331" name="Google Shape;331;p38"/>
          <p:cNvPicPr preferRelativeResize="0"/>
          <p:nvPr/>
        </p:nvPicPr>
        <p:blipFill rotWithShape="1">
          <a:blip r:embed="rId3">
            <a:alphaModFix/>
          </a:blip>
          <a:srcRect b="0" l="0" r="0" t="0"/>
          <a:stretch/>
        </p:blipFill>
        <p:spPr>
          <a:xfrm>
            <a:off x="285750" y="235150"/>
            <a:ext cx="1172369" cy="301226"/>
          </a:xfrm>
          <a:prstGeom prst="rect">
            <a:avLst/>
          </a:prstGeom>
          <a:noFill/>
          <a:ln>
            <a:noFill/>
          </a:ln>
        </p:spPr>
      </p:pic>
      <p:sp>
        <p:nvSpPr>
          <p:cNvPr id="332" name="Google Shape;332;p38"/>
          <p:cNvSpPr txBox="1"/>
          <p:nvPr>
            <p:ph idx="6" type="body"/>
          </p:nvPr>
        </p:nvSpPr>
        <p:spPr>
          <a:xfrm>
            <a:off x="661262" y="4574561"/>
            <a:ext cx="4073400" cy="262500"/>
          </a:xfrm>
          <a:prstGeom prst="rect">
            <a:avLst/>
          </a:prstGeom>
          <a:noFill/>
          <a:ln>
            <a:noFill/>
          </a:ln>
        </p:spPr>
        <p:txBody>
          <a:bodyPr anchorCtr="0" anchor="ctr" bIns="0" lIns="0" spcFirstLastPara="1" rIns="0" wrap="square" tIns="0">
            <a:normAutofit/>
          </a:bodyPr>
          <a:lstStyle>
            <a:lvl1pPr indent="-228600" lvl="0" marL="457200" algn="l">
              <a:lnSpc>
                <a:spcPct val="90000"/>
              </a:lnSpc>
              <a:spcBef>
                <a:spcPts val="400"/>
              </a:spcBef>
              <a:spcAft>
                <a:spcPts val="0"/>
              </a:spcAft>
              <a:buClr>
                <a:srgbClr val="FEFCFE"/>
              </a:buClr>
              <a:buSzPts val="1500"/>
              <a:buFont typeface="Outfit Light"/>
              <a:buNone/>
              <a:defRPr i="0" sz="1500">
                <a:solidFill>
                  <a:srgbClr val="FEFCFE"/>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pic>
        <p:nvPicPr>
          <p:cNvPr id="333" name="Google Shape;333;p38"/>
          <p:cNvPicPr preferRelativeResize="0"/>
          <p:nvPr/>
        </p:nvPicPr>
        <p:blipFill>
          <a:blip r:embed="rId4">
            <a:alphaModFix/>
          </a:blip>
          <a:stretch>
            <a:fillRect/>
          </a:stretch>
        </p:blipFill>
        <p:spPr>
          <a:xfrm>
            <a:off x="297050" y="4176943"/>
            <a:ext cx="262365" cy="262365"/>
          </a:xfrm>
          <a:prstGeom prst="rect">
            <a:avLst/>
          </a:prstGeom>
          <a:noFill/>
          <a:ln>
            <a:noFill/>
          </a:ln>
        </p:spPr>
      </p:pic>
      <p:pic>
        <p:nvPicPr>
          <p:cNvPr id="334" name="Google Shape;334;p38"/>
          <p:cNvPicPr preferRelativeResize="0"/>
          <p:nvPr/>
        </p:nvPicPr>
        <p:blipFill>
          <a:blip r:embed="rId5">
            <a:alphaModFix/>
          </a:blip>
          <a:stretch>
            <a:fillRect/>
          </a:stretch>
        </p:blipFill>
        <p:spPr>
          <a:xfrm>
            <a:off x="297050" y="4574629"/>
            <a:ext cx="262365" cy="262365"/>
          </a:xfrm>
          <a:prstGeom prst="rect">
            <a:avLst/>
          </a:prstGeom>
          <a:noFill/>
          <a:ln>
            <a:noFill/>
          </a:ln>
        </p:spPr>
      </p:pic>
      <p:sp>
        <p:nvSpPr>
          <p:cNvPr id="335" name="Google Shape;335;p38"/>
          <p:cNvSpPr/>
          <p:nvPr/>
        </p:nvSpPr>
        <p:spPr>
          <a:xfrm>
            <a:off x="5980400" y="2663700"/>
            <a:ext cx="2944200" cy="1649400"/>
          </a:xfrm>
          <a:prstGeom prst="roundRect">
            <a:avLst>
              <a:gd fmla="val 3669" name="adj"/>
            </a:avLst>
          </a:prstGeom>
          <a:solidFill>
            <a:srgbClr val="0B1E17"/>
          </a:solidFill>
          <a:ln cap="flat" cmpd="sng" w="9525">
            <a:solidFill>
              <a:schemeClr val="accent5"/>
            </a:solidFill>
            <a:prstDash val="solid"/>
            <a:miter lim="800000"/>
            <a:headEnd len="sm" w="sm" type="none"/>
            <a:tailEnd len="sm" w="sm" type="none"/>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336" name="Google Shape;336;p38"/>
          <p:cNvSpPr txBox="1"/>
          <p:nvPr>
            <p:ph idx="7" type="body"/>
          </p:nvPr>
        </p:nvSpPr>
        <p:spPr>
          <a:xfrm>
            <a:off x="7651875" y="2813725"/>
            <a:ext cx="1102800" cy="5673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rgbClr val="FEFCFE"/>
              </a:buClr>
              <a:buSzPts val="1500"/>
              <a:buFont typeface="Arial"/>
              <a:buNone/>
              <a:defRPr sz="1500">
                <a:solidFill>
                  <a:srgbClr val="FEFCFE"/>
                </a:solidFill>
              </a:defRPr>
            </a:lvl1pPr>
            <a:lvl2pPr indent="-228600" lvl="1" marL="914400" algn="l">
              <a:lnSpc>
                <a:spcPct val="110000"/>
              </a:lnSpc>
              <a:spcBef>
                <a:spcPts val="200"/>
              </a:spcBef>
              <a:spcAft>
                <a:spcPts val="0"/>
              </a:spcAft>
              <a:buClr>
                <a:srgbClr val="FEFCFE"/>
              </a:buClr>
              <a:buSzPts val="500"/>
              <a:buNone/>
              <a:defRPr sz="500">
                <a:solidFill>
                  <a:srgbClr val="FEFCFE"/>
                </a:solidFill>
              </a:defRPr>
            </a:lvl2pPr>
            <a:lvl3pPr indent="-228600" lvl="2" marL="1371600" algn="l">
              <a:lnSpc>
                <a:spcPct val="110000"/>
              </a:lnSpc>
              <a:spcBef>
                <a:spcPts val="200"/>
              </a:spcBef>
              <a:spcAft>
                <a:spcPts val="0"/>
              </a:spcAft>
              <a:buClr>
                <a:srgbClr val="FEFCFE"/>
              </a:buClr>
              <a:buSzPts val="500"/>
              <a:buNone/>
              <a:defRPr sz="500">
                <a:solidFill>
                  <a:srgbClr val="FEFCFE"/>
                </a:solidFill>
              </a:defRPr>
            </a:lvl3pPr>
            <a:lvl4pPr indent="-228600" lvl="3" marL="1828800" algn="l">
              <a:lnSpc>
                <a:spcPct val="110000"/>
              </a:lnSpc>
              <a:spcBef>
                <a:spcPts val="200"/>
              </a:spcBef>
              <a:spcAft>
                <a:spcPts val="0"/>
              </a:spcAft>
              <a:buClr>
                <a:srgbClr val="FEFCFE"/>
              </a:buClr>
              <a:buSzPts val="400"/>
              <a:buNone/>
              <a:defRPr sz="400">
                <a:solidFill>
                  <a:srgbClr val="FEFCFE"/>
                </a:solidFill>
              </a:defRPr>
            </a:lvl4pPr>
            <a:lvl5pPr indent="-228600" lvl="4" marL="2286000" algn="l">
              <a:lnSpc>
                <a:spcPct val="110000"/>
              </a:lnSpc>
              <a:spcBef>
                <a:spcPts val="200"/>
              </a:spcBef>
              <a:spcAft>
                <a:spcPts val="0"/>
              </a:spcAft>
              <a:buClr>
                <a:srgbClr val="FEFCFE"/>
              </a:buClr>
              <a:buSzPts val="400"/>
              <a:buNone/>
              <a:defRPr sz="400">
                <a:solidFill>
                  <a:srgbClr val="FEFCFE"/>
                </a:solidFill>
              </a:defRPr>
            </a:lvl5pPr>
            <a:lvl6pPr indent="-228600" lvl="5" marL="2743200" algn="l">
              <a:lnSpc>
                <a:spcPct val="90000"/>
              </a:lnSpc>
              <a:spcBef>
                <a:spcPts val="200"/>
              </a:spcBef>
              <a:spcAft>
                <a:spcPts val="0"/>
              </a:spcAft>
              <a:buClr>
                <a:srgbClr val="FEFCFE"/>
              </a:buClr>
              <a:buSzPts val="400"/>
              <a:buNone/>
              <a:defRPr sz="400">
                <a:solidFill>
                  <a:srgbClr val="FEFCFE"/>
                </a:solidFill>
              </a:defRPr>
            </a:lvl6pPr>
            <a:lvl7pPr indent="-228600" lvl="6" marL="3200400" algn="l">
              <a:lnSpc>
                <a:spcPct val="90000"/>
              </a:lnSpc>
              <a:spcBef>
                <a:spcPts val="200"/>
              </a:spcBef>
              <a:spcAft>
                <a:spcPts val="0"/>
              </a:spcAft>
              <a:buClr>
                <a:srgbClr val="FEFCFE"/>
              </a:buClr>
              <a:buSzPts val="400"/>
              <a:buNone/>
              <a:defRPr sz="400">
                <a:solidFill>
                  <a:srgbClr val="FEFCFE"/>
                </a:solidFill>
              </a:defRPr>
            </a:lvl7pPr>
            <a:lvl8pPr indent="-228600" lvl="7" marL="3657600" algn="l">
              <a:lnSpc>
                <a:spcPct val="90000"/>
              </a:lnSpc>
              <a:spcBef>
                <a:spcPts val="200"/>
              </a:spcBef>
              <a:spcAft>
                <a:spcPts val="0"/>
              </a:spcAft>
              <a:buClr>
                <a:srgbClr val="FEFCFE"/>
              </a:buClr>
              <a:buSzPts val="400"/>
              <a:buNone/>
              <a:defRPr sz="400">
                <a:solidFill>
                  <a:srgbClr val="FEFCFE"/>
                </a:solidFill>
              </a:defRPr>
            </a:lvl8pPr>
            <a:lvl9pPr indent="-228600" lvl="8" marL="4114800" algn="l">
              <a:lnSpc>
                <a:spcPct val="90000"/>
              </a:lnSpc>
              <a:spcBef>
                <a:spcPts val="200"/>
              </a:spcBef>
              <a:spcAft>
                <a:spcPts val="0"/>
              </a:spcAft>
              <a:buClr>
                <a:srgbClr val="FEFCFE"/>
              </a:buClr>
              <a:buSzPts val="400"/>
              <a:buNone/>
              <a:defRPr sz="400">
                <a:solidFill>
                  <a:srgbClr val="FEFCFE"/>
                </a:solidFill>
              </a:defRPr>
            </a:lvl9pPr>
          </a:lstStyle>
          <a:p/>
        </p:txBody>
      </p:sp>
      <p:sp>
        <p:nvSpPr>
          <p:cNvPr id="337" name="Google Shape;337;p38"/>
          <p:cNvSpPr txBox="1"/>
          <p:nvPr>
            <p:ph idx="8" type="body"/>
          </p:nvPr>
        </p:nvSpPr>
        <p:spPr>
          <a:xfrm>
            <a:off x="7651875" y="3609576"/>
            <a:ext cx="1102800" cy="5673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5"/>
              </a:buClr>
              <a:buSzPts val="1100"/>
              <a:buFont typeface="Arial"/>
              <a:buNone/>
              <a:defRPr sz="11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338" name="Google Shape;338;p38"/>
          <p:cNvSpPr/>
          <p:nvPr>
            <p:ph idx="9" type="pic"/>
          </p:nvPr>
        </p:nvSpPr>
        <p:spPr>
          <a:xfrm>
            <a:off x="6100375" y="2795550"/>
            <a:ext cx="1385100" cy="1387500"/>
          </a:xfrm>
          <a:prstGeom prst="roundRect">
            <a:avLst>
              <a:gd fmla="val 3635" name="adj"/>
            </a:avLst>
          </a:prstGeom>
          <a:solidFill>
            <a:schemeClr val="accent2"/>
          </a:solid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ebinar Cover_One Logo + Three Speakers">
  <p:cSld name="Statement Slide_2_1_1">
    <p:bg>
      <p:bgPr>
        <a:blipFill>
          <a:blip r:embed="rId2">
            <a:alphaModFix/>
          </a:blip>
          <a:stretch>
            <a:fillRect/>
          </a:stretch>
        </a:blipFill>
      </p:bgPr>
    </p:bg>
    <p:spTree>
      <p:nvGrpSpPr>
        <p:cNvPr id="339" name="Shape 339"/>
        <p:cNvGrpSpPr/>
        <p:nvPr/>
      </p:nvGrpSpPr>
      <p:grpSpPr>
        <a:xfrm>
          <a:off x="0" y="0"/>
          <a:ext cx="0" cy="0"/>
          <a:chOff x="0" y="0"/>
          <a:chExt cx="0" cy="0"/>
        </a:xfrm>
      </p:grpSpPr>
      <p:sp>
        <p:nvSpPr>
          <p:cNvPr id="340" name="Google Shape;340;p39"/>
          <p:cNvSpPr txBox="1"/>
          <p:nvPr>
            <p:ph idx="1" type="body"/>
          </p:nvPr>
        </p:nvSpPr>
        <p:spPr>
          <a:xfrm>
            <a:off x="297053" y="1193825"/>
            <a:ext cx="5435700" cy="2746800"/>
          </a:xfrm>
          <a:prstGeom prst="rect">
            <a:avLst/>
          </a:prstGeom>
          <a:noFill/>
          <a:ln>
            <a:noFill/>
          </a:ln>
        </p:spPr>
        <p:txBody>
          <a:bodyPr anchorCtr="0" anchor="ctr" bIns="0" lIns="0" spcFirstLastPara="1" rIns="0" wrap="square" tIns="0">
            <a:normAutofit/>
          </a:bodyPr>
          <a:lstStyle>
            <a:lvl1pPr indent="-228600" lvl="0" marL="457200" algn="l">
              <a:lnSpc>
                <a:spcPct val="90000"/>
              </a:lnSpc>
              <a:spcBef>
                <a:spcPts val="400"/>
              </a:spcBef>
              <a:spcAft>
                <a:spcPts val="0"/>
              </a:spcAft>
              <a:buClr>
                <a:srgbClr val="FFFFFF"/>
              </a:buClr>
              <a:buSzPts val="5300"/>
              <a:buNone/>
              <a:defRPr b="0" i="0" sz="5300">
                <a:solidFill>
                  <a:srgbClr val="FFFFFF"/>
                </a:solidFill>
                <a:latin typeface="Outfit"/>
                <a:ea typeface="Outfit"/>
                <a:cs typeface="Outfit"/>
                <a:sym typeface="Outfit"/>
              </a:defRPr>
            </a:lvl1pPr>
            <a:lvl2pPr indent="-273050" lvl="1" marL="914400" algn="l">
              <a:lnSpc>
                <a:spcPct val="110000"/>
              </a:lnSpc>
              <a:spcBef>
                <a:spcPts val="200"/>
              </a:spcBef>
              <a:spcAft>
                <a:spcPts val="0"/>
              </a:spcAft>
              <a:buClr>
                <a:srgbClr val="FEFCFE"/>
              </a:buClr>
              <a:buSzPts val="700"/>
              <a:buChar char="•"/>
              <a:defRPr>
                <a:solidFill>
                  <a:srgbClr val="FEFCFE"/>
                </a:solidFill>
              </a:defRPr>
            </a:lvl2pPr>
            <a:lvl3pPr indent="-273050" lvl="2" marL="1371600" algn="l">
              <a:lnSpc>
                <a:spcPct val="110000"/>
              </a:lnSpc>
              <a:spcBef>
                <a:spcPts val="200"/>
              </a:spcBef>
              <a:spcAft>
                <a:spcPts val="0"/>
              </a:spcAft>
              <a:buClr>
                <a:srgbClr val="FEFCFE"/>
              </a:buClr>
              <a:buSzPts val="700"/>
              <a:buChar char="•"/>
              <a:defRPr>
                <a:solidFill>
                  <a:srgbClr val="FEFCFE"/>
                </a:solidFill>
              </a:defRPr>
            </a:lvl3pPr>
            <a:lvl4pPr indent="-273050" lvl="3" marL="1828800" algn="l">
              <a:lnSpc>
                <a:spcPct val="110000"/>
              </a:lnSpc>
              <a:spcBef>
                <a:spcPts val="200"/>
              </a:spcBef>
              <a:spcAft>
                <a:spcPts val="0"/>
              </a:spcAft>
              <a:buClr>
                <a:srgbClr val="FEFCFE"/>
              </a:buClr>
              <a:buSzPts val="700"/>
              <a:buChar char="•"/>
              <a:defRPr>
                <a:solidFill>
                  <a:srgbClr val="FEFCFE"/>
                </a:solidFill>
              </a:defRPr>
            </a:lvl4pPr>
            <a:lvl5pPr indent="-273050" lvl="4" marL="2286000" algn="l">
              <a:lnSpc>
                <a:spcPct val="110000"/>
              </a:lnSpc>
              <a:spcBef>
                <a:spcPts val="200"/>
              </a:spcBef>
              <a:spcAft>
                <a:spcPts val="0"/>
              </a:spcAft>
              <a:buClr>
                <a:srgbClr val="FEFCFE"/>
              </a:buClr>
              <a:buSzPts val="700"/>
              <a:buChar char="•"/>
              <a:defRPr>
                <a:solidFill>
                  <a:srgbClr val="FEFCFE"/>
                </a:solidFill>
              </a:defRPr>
            </a:lvl5pPr>
            <a:lvl6pPr indent="-273050" lvl="5" marL="2743200" algn="l">
              <a:lnSpc>
                <a:spcPct val="90000"/>
              </a:lnSpc>
              <a:spcBef>
                <a:spcPts val="200"/>
              </a:spcBef>
              <a:spcAft>
                <a:spcPts val="0"/>
              </a:spcAft>
              <a:buClr>
                <a:srgbClr val="FEFCFE"/>
              </a:buClr>
              <a:buSzPts val="700"/>
              <a:buChar char="•"/>
              <a:defRPr>
                <a:solidFill>
                  <a:srgbClr val="FEFCFE"/>
                </a:solidFill>
              </a:defRPr>
            </a:lvl6pPr>
            <a:lvl7pPr indent="-273050" lvl="6" marL="3200400" algn="l">
              <a:lnSpc>
                <a:spcPct val="90000"/>
              </a:lnSpc>
              <a:spcBef>
                <a:spcPts val="200"/>
              </a:spcBef>
              <a:spcAft>
                <a:spcPts val="0"/>
              </a:spcAft>
              <a:buClr>
                <a:srgbClr val="FEFCFE"/>
              </a:buClr>
              <a:buSzPts val="700"/>
              <a:buChar char="•"/>
              <a:defRPr>
                <a:solidFill>
                  <a:srgbClr val="FEFCFE"/>
                </a:solidFill>
              </a:defRPr>
            </a:lvl7pPr>
            <a:lvl8pPr indent="-273050" lvl="7" marL="3657600" algn="l">
              <a:lnSpc>
                <a:spcPct val="90000"/>
              </a:lnSpc>
              <a:spcBef>
                <a:spcPts val="200"/>
              </a:spcBef>
              <a:spcAft>
                <a:spcPts val="0"/>
              </a:spcAft>
              <a:buClr>
                <a:srgbClr val="FEFCFE"/>
              </a:buClr>
              <a:buSzPts val="700"/>
              <a:buChar char="•"/>
              <a:defRPr>
                <a:solidFill>
                  <a:srgbClr val="FEFCFE"/>
                </a:solidFill>
              </a:defRPr>
            </a:lvl8pPr>
            <a:lvl9pPr indent="-273050" lvl="8" marL="4114800" algn="l">
              <a:lnSpc>
                <a:spcPct val="90000"/>
              </a:lnSpc>
              <a:spcBef>
                <a:spcPts val="200"/>
              </a:spcBef>
              <a:spcAft>
                <a:spcPts val="0"/>
              </a:spcAft>
              <a:buClr>
                <a:srgbClr val="FEFCFE"/>
              </a:buClr>
              <a:buSzPts val="700"/>
              <a:buChar char="•"/>
              <a:defRPr>
                <a:solidFill>
                  <a:srgbClr val="FEFCFE"/>
                </a:solidFill>
              </a:defRPr>
            </a:lvl9pPr>
          </a:lstStyle>
          <a:p/>
        </p:txBody>
      </p:sp>
      <p:sp>
        <p:nvSpPr>
          <p:cNvPr id="341" name="Google Shape;341;p39"/>
          <p:cNvSpPr txBox="1"/>
          <p:nvPr>
            <p:ph idx="2" type="body"/>
          </p:nvPr>
        </p:nvSpPr>
        <p:spPr>
          <a:xfrm>
            <a:off x="661262" y="4176876"/>
            <a:ext cx="4073400" cy="262500"/>
          </a:xfrm>
          <a:prstGeom prst="rect">
            <a:avLst/>
          </a:prstGeom>
          <a:noFill/>
          <a:ln>
            <a:noFill/>
          </a:ln>
        </p:spPr>
        <p:txBody>
          <a:bodyPr anchorCtr="0" anchor="ctr" bIns="0" lIns="0" spcFirstLastPara="1" rIns="0" wrap="square" tIns="0">
            <a:normAutofit/>
          </a:bodyPr>
          <a:lstStyle>
            <a:lvl1pPr indent="-228600" lvl="0" marL="457200" algn="l">
              <a:lnSpc>
                <a:spcPct val="90000"/>
              </a:lnSpc>
              <a:spcBef>
                <a:spcPts val="400"/>
              </a:spcBef>
              <a:spcAft>
                <a:spcPts val="0"/>
              </a:spcAft>
              <a:buClr>
                <a:srgbClr val="FEFCFE"/>
              </a:buClr>
              <a:buSzPts val="1500"/>
              <a:buFont typeface="Outfit Light"/>
              <a:buNone/>
              <a:defRPr i="0" sz="1500">
                <a:solidFill>
                  <a:srgbClr val="FEFCFE"/>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sp>
        <p:nvSpPr>
          <p:cNvPr id="342" name="Google Shape;342;p39"/>
          <p:cNvSpPr/>
          <p:nvPr/>
        </p:nvSpPr>
        <p:spPr>
          <a:xfrm>
            <a:off x="5980400" y="155925"/>
            <a:ext cx="2944200" cy="1545000"/>
          </a:xfrm>
          <a:prstGeom prst="roundRect">
            <a:avLst>
              <a:gd fmla="val 3669" name="adj"/>
            </a:avLst>
          </a:prstGeom>
          <a:solidFill>
            <a:srgbClr val="0B1E17"/>
          </a:solidFill>
          <a:ln cap="flat" cmpd="sng" w="9525">
            <a:solidFill>
              <a:schemeClr val="accent5"/>
            </a:solidFill>
            <a:prstDash val="solid"/>
            <a:miter lim="800000"/>
            <a:headEnd len="sm" w="sm" type="none"/>
            <a:tailEnd len="sm" w="sm" type="none"/>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343" name="Google Shape;343;p39"/>
          <p:cNvSpPr txBox="1"/>
          <p:nvPr>
            <p:ph idx="3" type="body"/>
          </p:nvPr>
        </p:nvSpPr>
        <p:spPr>
          <a:xfrm>
            <a:off x="7651875" y="305950"/>
            <a:ext cx="1102800" cy="5673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rgbClr val="FEFCFE"/>
              </a:buClr>
              <a:buSzPts val="1500"/>
              <a:buFont typeface="Arial"/>
              <a:buNone/>
              <a:defRPr sz="1500">
                <a:solidFill>
                  <a:srgbClr val="FEFCFE"/>
                </a:solidFill>
              </a:defRPr>
            </a:lvl1pPr>
            <a:lvl2pPr indent="-228600" lvl="1" marL="914400" algn="l">
              <a:lnSpc>
                <a:spcPct val="110000"/>
              </a:lnSpc>
              <a:spcBef>
                <a:spcPts val="200"/>
              </a:spcBef>
              <a:spcAft>
                <a:spcPts val="0"/>
              </a:spcAft>
              <a:buClr>
                <a:srgbClr val="FEFCFE"/>
              </a:buClr>
              <a:buSzPts val="500"/>
              <a:buNone/>
              <a:defRPr sz="500">
                <a:solidFill>
                  <a:srgbClr val="FEFCFE"/>
                </a:solidFill>
              </a:defRPr>
            </a:lvl2pPr>
            <a:lvl3pPr indent="-228600" lvl="2" marL="1371600" algn="l">
              <a:lnSpc>
                <a:spcPct val="110000"/>
              </a:lnSpc>
              <a:spcBef>
                <a:spcPts val="200"/>
              </a:spcBef>
              <a:spcAft>
                <a:spcPts val="0"/>
              </a:spcAft>
              <a:buClr>
                <a:srgbClr val="FEFCFE"/>
              </a:buClr>
              <a:buSzPts val="500"/>
              <a:buNone/>
              <a:defRPr sz="500">
                <a:solidFill>
                  <a:srgbClr val="FEFCFE"/>
                </a:solidFill>
              </a:defRPr>
            </a:lvl3pPr>
            <a:lvl4pPr indent="-228600" lvl="3" marL="1828800" algn="l">
              <a:lnSpc>
                <a:spcPct val="110000"/>
              </a:lnSpc>
              <a:spcBef>
                <a:spcPts val="200"/>
              </a:spcBef>
              <a:spcAft>
                <a:spcPts val="0"/>
              </a:spcAft>
              <a:buClr>
                <a:srgbClr val="FEFCFE"/>
              </a:buClr>
              <a:buSzPts val="400"/>
              <a:buNone/>
              <a:defRPr sz="400">
                <a:solidFill>
                  <a:srgbClr val="FEFCFE"/>
                </a:solidFill>
              </a:defRPr>
            </a:lvl4pPr>
            <a:lvl5pPr indent="-228600" lvl="4" marL="2286000" algn="l">
              <a:lnSpc>
                <a:spcPct val="110000"/>
              </a:lnSpc>
              <a:spcBef>
                <a:spcPts val="200"/>
              </a:spcBef>
              <a:spcAft>
                <a:spcPts val="0"/>
              </a:spcAft>
              <a:buClr>
                <a:srgbClr val="FEFCFE"/>
              </a:buClr>
              <a:buSzPts val="400"/>
              <a:buNone/>
              <a:defRPr sz="400">
                <a:solidFill>
                  <a:srgbClr val="FEFCFE"/>
                </a:solidFill>
              </a:defRPr>
            </a:lvl5pPr>
            <a:lvl6pPr indent="-228600" lvl="5" marL="2743200" algn="l">
              <a:lnSpc>
                <a:spcPct val="90000"/>
              </a:lnSpc>
              <a:spcBef>
                <a:spcPts val="200"/>
              </a:spcBef>
              <a:spcAft>
                <a:spcPts val="0"/>
              </a:spcAft>
              <a:buClr>
                <a:srgbClr val="FEFCFE"/>
              </a:buClr>
              <a:buSzPts val="400"/>
              <a:buNone/>
              <a:defRPr sz="400">
                <a:solidFill>
                  <a:srgbClr val="FEFCFE"/>
                </a:solidFill>
              </a:defRPr>
            </a:lvl6pPr>
            <a:lvl7pPr indent="-228600" lvl="6" marL="3200400" algn="l">
              <a:lnSpc>
                <a:spcPct val="90000"/>
              </a:lnSpc>
              <a:spcBef>
                <a:spcPts val="200"/>
              </a:spcBef>
              <a:spcAft>
                <a:spcPts val="0"/>
              </a:spcAft>
              <a:buClr>
                <a:srgbClr val="FEFCFE"/>
              </a:buClr>
              <a:buSzPts val="400"/>
              <a:buNone/>
              <a:defRPr sz="400">
                <a:solidFill>
                  <a:srgbClr val="FEFCFE"/>
                </a:solidFill>
              </a:defRPr>
            </a:lvl7pPr>
            <a:lvl8pPr indent="-228600" lvl="7" marL="3657600" algn="l">
              <a:lnSpc>
                <a:spcPct val="90000"/>
              </a:lnSpc>
              <a:spcBef>
                <a:spcPts val="200"/>
              </a:spcBef>
              <a:spcAft>
                <a:spcPts val="0"/>
              </a:spcAft>
              <a:buClr>
                <a:srgbClr val="FEFCFE"/>
              </a:buClr>
              <a:buSzPts val="400"/>
              <a:buNone/>
              <a:defRPr sz="400">
                <a:solidFill>
                  <a:srgbClr val="FEFCFE"/>
                </a:solidFill>
              </a:defRPr>
            </a:lvl8pPr>
            <a:lvl9pPr indent="-228600" lvl="8" marL="4114800" algn="l">
              <a:lnSpc>
                <a:spcPct val="90000"/>
              </a:lnSpc>
              <a:spcBef>
                <a:spcPts val="200"/>
              </a:spcBef>
              <a:spcAft>
                <a:spcPts val="0"/>
              </a:spcAft>
              <a:buClr>
                <a:srgbClr val="FEFCFE"/>
              </a:buClr>
              <a:buSzPts val="400"/>
              <a:buNone/>
              <a:defRPr sz="400">
                <a:solidFill>
                  <a:srgbClr val="FEFCFE"/>
                </a:solidFill>
              </a:defRPr>
            </a:lvl9pPr>
          </a:lstStyle>
          <a:p/>
        </p:txBody>
      </p:sp>
      <p:sp>
        <p:nvSpPr>
          <p:cNvPr id="344" name="Google Shape;344;p39"/>
          <p:cNvSpPr txBox="1"/>
          <p:nvPr>
            <p:ph idx="4" type="body"/>
          </p:nvPr>
        </p:nvSpPr>
        <p:spPr>
          <a:xfrm>
            <a:off x="7651875" y="1101800"/>
            <a:ext cx="1102800" cy="4689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5"/>
              </a:buClr>
              <a:buSzPts val="1100"/>
              <a:buFont typeface="Arial"/>
              <a:buNone/>
              <a:defRPr sz="11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345" name="Google Shape;345;p39"/>
          <p:cNvSpPr/>
          <p:nvPr>
            <p:ph idx="5" type="pic"/>
          </p:nvPr>
        </p:nvSpPr>
        <p:spPr>
          <a:xfrm>
            <a:off x="6100375" y="287775"/>
            <a:ext cx="1385100" cy="1282800"/>
          </a:xfrm>
          <a:prstGeom prst="roundRect">
            <a:avLst>
              <a:gd fmla="val 3635" name="adj"/>
            </a:avLst>
          </a:prstGeom>
          <a:solidFill>
            <a:schemeClr val="accent2"/>
          </a:solidFill>
          <a:ln>
            <a:noFill/>
          </a:ln>
        </p:spPr>
      </p:sp>
      <p:pic>
        <p:nvPicPr>
          <p:cNvPr descr="A white letter on a black background&#10;&#10;Description automatically generated" id="346" name="Google Shape;346;p39"/>
          <p:cNvPicPr preferRelativeResize="0"/>
          <p:nvPr/>
        </p:nvPicPr>
        <p:blipFill rotWithShape="1">
          <a:blip r:embed="rId3">
            <a:alphaModFix/>
          </a:blip>
          <a:srcRect b="0" l="0" r="0" t="0"/>
          <a:stretch/>
        </p:blipFill>
        <p:spPr>
          <a:xfrm>
            <a:off x="285750" y="235150"/>
            <a:ext cx="1172369" cy="301226"/>
          </a:xfrm>
          <a:prstGeom prst="rect">
            <a:avLst/>
          </a:prstGeom>
          <a:noFill/>
          <a:ln>
            <a:noFill/>
          </a:ln>
        </p:spPr>
      </p:pic>
      <p:sp>
        <p:nvSpPr>
          <p:cNvPr id="347" name="Google Shape;347;p39"/>
          <p:cNvSpPr txBox="1"/>
          <p:nvPr>
            <p:ph idx="6" type="body"/>
          </p:nvPr>
        </p:nvSpPr>
        <p:spPr>
          <a:xfrm>
            <a:off x="661262" y="4574561"/>
            <a:ext cx="4073400" cy="262500"/>
          </a:xfrm>
          <a:prstGeom prst="rect">
            <a:avLst/>
          </a:prstGeom>
          <a:noFill/>
          <a:ln>
            <a:noFill/>
          </a:ln>
        </p:spPr>
        <p:txBody>
          <a:bodyPr anchorCtr="0" anchor="ctr" bIns="0" lIns="0" spcFirstLastPara="1" rIns="0" wrap="square" tIns="0">
            <a:normAutofit/>
          </a:bodyPr>
          <a:lstStyle>
            <a:lvl1pPr indent="-228600" lvl="0" marL="457200" algn="l">
              <a:lnSpc>
                <a:spcPct val="90000"/>
              </a:lnSpc>
              <a:spcBef>
                <a:spcPts val="400"/>
              </a:spcBef>
              <a:spcAft>
                <a:spcPts val="0"/>
              </a:spcAft>
              <a:buClr>
                <a:srgbClr val="FEFCFE"/>
              </a:buClr>
              <a:buSzPts val="1500"/>
              <a:buFont typeface="Outfit Light"/>
              <a:buNone/>
              <a:defRPr i="0" sz="1500">
                <a:solidFill>
                  <a:srgbClr val="FEFCFE"/>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pic>
        <p:nvPicPr>
          <p:cNvPr id="348" name="Google Shape;348;p39"/>
          <p:cNvPicPr preferRelativeResize="0"/>
          <p:nvPr/>
        </p:nvPicPr>
        <p:blipFill>
          <a:blip r:embed="rId4">
            <a:alphaModFix/>
          </a:blip>
          <a:stretch>
            <a:fillRect/>
          </a:stretch>
        </p:blipFill>
        <p:spPr>
          <a:xfrm>
            <a:off x="297050" y="4176943"/>
            <a:ext cx="262365" cy="262365"/>
          </a:xfrm>
          <a:prstGeom prst="rect">
            <a:avLst/>
          </a:prstGeom>
          <a:noFill/>
          <a:ln>
            <a:noFill/>
          </a:ln>
        </p:spPr>
      </p:pic>
      <p:pic>
        <p:nvPicPr>
          <p:cNvPr id="349" name="Google Shape;349;p39"/>
          <p:cNvPicPr preferRelativeResize="0"/>
          <p:nvPr/>
        </p:nvPicPr>
        <p:blipFill>
          <a:blip r:embed="rId5">
            <a:alphaModFix/>
          </a:blip>
          <a:stretch>
            <a:fillRect/>
          </a:stretch>
        </p:blipFill>
        <p:spPr>
          <a:xfrm>
            <a:off x="297050" y="4574629"/>
            <a:ext cx="262365" cy="262365"/>
          </a:xfrm>
          <a:prstGeom prst="rect">
            <a:avLst/>
          </a:prstGeom>
          <a:noFill/>
          <a:ln>
            <a:noFill/>
          </a:ln>
        </p:spPr>
      </p:pic>
      <p:sp>
        <p:nvSpPr>
          <p:cNvPr id="350" name="Google Shape;350;p39"/>
          <p:cNvSpPr/>
          <p:nvPr/>
        </p:nvSpPr>
        <p:spPr>
          <a:xfrm>
            <a:off x="5980400" y="1799250"/>
            <a:ext cx="2944200" cy="1545000"/>
          </a:xfrm>
          <a:prstGeom prst="roundRect">
            <a:avLst>
              <a:gd fmla="val 3669" name="adj"/>
            </a:avLst>
          </a:prstGeom>
          <a:solidFill>
            <a:srgbClr val="0B1E17"/>
          </a:solidFill>
          <a:ln cap="flat" cmpd="sng" w="9525">
            <a:solidFill>
              <a:schemeClr val="accent5"/>
            </a:solidFill>
            <a:prstDash val="solid"/>
            <a:miter lim="800000"/>
            <a:headEnd len="sm" w="sm" type="none"/>
            <a:tailEnd len="sm" w="sm" type="none"/>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351" name="Google Shape;351;p39"/>
          <p:cNvSpPr txBox="1"/>
          <p:nvPr>
            <p:ph idx="7" type="body"/>
          </p:nvPr>
        </p:nvSpPr>
        <p:spPr>
          <a:xfrm>
            <a:off x="7651875" y="1949275"/>
            <a:ext cx="1102800" cy="5673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rgbClr val="FEFCFE"/>
              </a:buClr>
              <a:buSzPts val="1500"/>
              <a:buFont typeface="Arial"/>
              <a:buNone/>
              <a:defRPr sz="1500">
                <a:solidFill>
                  <a:srgbClr val="FEFCFE"/>
                </a:solidFill>
              </a:defRPr>
            </a:lvl1pPr>
            <a:lvl2pPr indent="-228600" lvl="1" marL="914400" algn="l">
              <a:lnSpc>
                <a:spcPct val="110000"/>
              </a:lnSpc>
              <a:spcBef>
                <a:spcPts val="200"/>
              </a:spcBef>
              <a:spcAft>
                <a:spcPts val="0"/>
              </a:spcAft>
              <a:buClr>
                <a:srgbClr val="FEFCFE"/>
              </a:buClr>
              <a:buSzPts val="500"/>
              <a:buNone/>
              <a:defRPr sz="500">
                <a:solidFill>
                  <a:srgbClr val="FEFCFE"/>
                </a:solidFill>
              </a:defRPr>
            </a:lvl2pPr>
            <a:lvl3pPr indent="-228600" lvl="2" marL="1371600" algn="l">
              <a:lnSpc>
                <a:spcPct val="110000"/>
              </a:lnSpc>
              <a:spcBef>
                <a:spcPts val="200"/>
              </a:spcBef>
              <a:spcAft>
                <a:spcPts val="0"/>
              </a:spcAft>
              <a:buClr>
                <a:srgbClr val="FEFCFE"/>
              </a:buClr>
              <a:buSzPts val="500"/>
              <a:buNone/>
              <a:defRPr sz="500">
                <a:solidFill>
                  <a:srgbClr val="FEFCFE"/>
                </a:solidFill>
              </a:defRPr>
            </a:lvl3pPr>
            <a:lvl4pPr indent="-228600" lvl="3" marL="1828800" algn="l">
              <a:lnSpc>
                <a:spcPct val="110000"/>
              </a:lnSpc>
              <a:spcBef>
                <a:spcPts val="200"/>
              </a:spcBef>
              <a:spcAft>
                <a:spcPts val="0"/>
              </a:spcAft>
              <a:buClr>
                <a:srgbClr val="FEFCFE"/>
              </a:buClr>
              <a:buSzPts val="400"/>
              <a:buNone/>
              <a:defRPr sz="400">
                <a:solidFill>
                  <a:srgbClr val="FEFCFE"/>
                </a:solidFill>
              </a:defRPr>
            </a:lvl4pPr>
            <a:lvl5pPr indent="-228600" lvl="4" marL="2286000" algn="l">
              <a:lnSpc>
                <a:spcPct val="110000"/>
              </a:lnSpc>
              <a:spcBef>
                <a:spcPts val="200"/>
              </a:spcBef>
              <a:spcAft>
                <a:spcPts val="0"/>
              </a:spcAft>
              <a:buClr>
                <a:srgbClr val="FEFCFE"/>
              </a:buClr>
              <a:buSzPts val="400"/>
              <a:buNone/>
              <a:defRPr sz="400">
                <a:solidFill>
                  <a:srgbClr val="FEFCFE"/>
                </a:solidFill>
              </a:defRPr>
            </a:lvl5pPr>
            <a:lvl6pPr indent="-228600" lvl="5" marL="2743200" algn="l">
              <a:lnSpc>
                <a:spcPct val="90000"/>
              </a:lnSpc>
              <a:spcBef>
                <a:spcPts val="200"/>
              </a:spcBef>
              <a:spcAft>
                <a:spcPts val="0"/>
              </a:spcAft>
              <a:buClr>
                <a:srgbClr val="FEFCFE"/>
              </a:buClr>
              <a:buSzPts val="400"/>
              <a:buNone/>
              <a:defRPr sz="400">
                <a:solidFill>
                  <a:srgbClr val="FEFCFE"/>
                </a:solidFill>
              </a:defRPr>
            </a:lvl6pPr>
            <a:lvl7pPr indent="-228600" lvl="6" marL="3200400" algn="l">
              <a:lnSpc>
                <a:spcPct val="90000"/>
              </a:lnSpc>
              <a:spcBef>
                <a:spcPts val="200"/>
              </a:spcBef>
              <a:spcAft>
                <a:spcPts val="0"/>
              </a:spcAft>
              <a:buClr>
                <a:srgbClr val="FEFCFE"/>
              </a:buClr>
              <a:buSzPts val="400"/>
              <a:buNone/>
              <a:defRPr sz="400">
                <a:solidFill>
                  <a:srgbClr val="FEFCFE"/>
                </a:solidFill>
              </a:defRPr>
            </a:lvl7pPr>
            <a:lvl8pPr indent="-228600" lvl="7" marL="3657600" algn="l">
              <a:lnSpc>
                <a:spcPct val="90000"/>
              </a:lnSpc>
              <a:spcBef>
                <a:spcPts val="200"/>
              </a:spcBef>
              <a:spcAft>
                <a:spcPts val="0"/>
              </a:spcAft>
              <a:buClr>
                <a:srgbClr val="FEFCFE"/>
              </a:buClr>
              <a:buSzPts val="400"/>
              <a:buNone/>
              <a:defRPr sz="400">
                <a:solidFill>
                  <a:srgbClr val="FEFCFE"/>
                </a:solidFill>
              </a:defRPr>
            </a:lvl8pPr>
            <a:lvl9pPr indent="-228600" lvl="8" marL="4114800" algn="l">
              <a:lnSpc>
                <a:spcPct val="90000"/>
              </a:lnSpc>
              <a:spcBef>
                <a:spcPts val="200"/>
              </a:spcBef>
              <a:spcAft>
                <a:spcPts val="0"/>
              </a:spcAft>
              <a:buClr>
                <a:srgbClr val="FEFCFE"/>
              </a:buClr>
              <a:buSzPts val="400"/>
              <a:buNone/>
              <a:defRPr sz="400">
                <a:solidFill>
                  <a:srgbClr val="FEFCFE"/>
                </a:solidFill>
              </a:defRPr>
            </a:lvl9pPr>
          </a:lstStyle>
          <a:p/>
        </p:txBody>
      </p:sp>
      <p:sp>
        <p:nvSpPr>
          <p:cNvPr id="352" name="Google Shape;352;p39"/>
          <p:cNvSpPr txBox="1"/>
          <p:nvPr>
            <p:ph idx="8" type="body"/>
          </p:nvPr>
        </p:nvSpPr>
        <p:spPr>
          <a:xfrm>
            <a:off x="7651875" y="2745125"/>
            <a:ext cx="1102800" cy="4689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5"/>
              </a:buClr>
              <a:buSzPts val="1100"/>
              <a:buFont typeface="Arial"/>
              <a:buNone/>
              <a:defRPr sz="11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353" name="Google Shape;353;p39"/>
          <p:cNvSpPr/>
          <p:nvPr>
            <p:ph idx="9" type="pic"/>
          </p:nvPr>
        </p:nvSpPr>
        <p:spPr>
          <a:xfrm>
            <a:off x="6100375" y="1931100"/>
            <a:ext cx="1385100" cy="1282800"/>
          </a:xfrm>
          <a:prstGeom prst="roundRect">
            <a:avLst>
              <a:gd fmla="val 3635" name="adj"/>
            </a:avLst>
          </a:prstGeom>
          <a:solidFill>
            <a:schemeClr val="accent2"/>
          </a:solidFill>
          <a:ln>
            <a:noFill/>
          </a:ln>
        </p:spPr>
      </p:sp>
      <p:sp>
        <p:nvSpPr>
          <p:cNvPr id="354" name="Google Shape;354;p39"/>
          <p:cNvSpPr/>
          <p:nvPr/>
        </p:nvSpPr>
        <p:spPr>
          <a:xfrm>
            <a:off x="5980400" y="3442575"/>
            <a:ext cx="2944200" cy="1545000"/>
          </a:xfrm>
          <a:prstGeom prst="roundRect">
            <a:avLst>
              <a:gd fmla="val 3669" name="adj"/>
            </a:avLst>
          </a:prstGeom>
          <a:solidFill>
            <a:srgbClr val="0B1E17"/>
          </a:solidFill>
          <a:ln cap="flat" cmpd="sng" w="9525">
            <a:solidFill>
              <a:schemeClr val="accent5"/>
            </a:solidFill>
            <a:prstDash val="solid"/>
            <a:miter lim="800000"/>
            <a:headEnd len="sm" w="sm" type="none"/>
            <a:tailEnd len="sm" w="sm" type="none"/>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355" name="Google Shape;355;p39"/>
          <p:cNvSpPr txBox="1"/>
          <p:nvPr>
            <p:ph idx="13" type="body"/>
          </p:nvPr>
        </p:nvSpPr>
        <p:spPr>
          <a:xfrm>
            <a:off x="7651875" y="3592600"/>
            <a:ext cx="1102800" cy="5673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rgbClr val="FEFCFE"/>
              </a:buClr>
              <a:buSzPts val="1500"/>
              <a:buFont typeface="Arial"/>
              <a:buNone/>
              <a:defRPr sz="1500">
                <a:solidFill>
                  <a:srgbClr val="FEFCFE"/>
                </a:solidFill>
              </a:defRPr>
            </a:lvl1pPr>
            <a:lvl2pPr indent="-228600" lvl="1" marL="914400" algn="l">
              <a:lnSpc>
                <a:spcPct val="110000"/>
              </a:lnSpc>
              <a:spcBef>
                <a:spcPts val="200"/>
              </a:spcBef>
              <a:spcAft>
                <a:spcPts val="0"/>
              </a:spcAft>
              <a:buClr>
                <a:srgbClr val="FEFCFE"/>
              </a:buClr>
              <a:buSzPts val="500"/>
              <a:buNone/>
              <a:defRPr sz="500">
                <a:solidFill>
                  <a:srgbClr val="FEFCFE"/>
                </a:solidFill>
              </a:defRPr>
            </a:lvl2pPr>
            <a:lvl3pPr indent="-228600" lvl="2" marL="1371600" algn="l">
              <a:lnSpc>
                <a:spcPct val="110000"/>
              </a:lnSpc>
              <a:spcBef>
                <a:spcPts val="200"/>
              </a:spcBef>
              <a:spcAft>
                <a:spcPts val="0"/>
              </a:spcAft>
              <a:buClr>
                <a:srgbClr val="FEFCFE"/>
              </a:buClr>
              <a:buSzPts val="500"/>
              <a:buNone/>
              <a:defRPr sz="500">
                <a:solidFill>
                  <a:srgbClr val="FEFCFE"/>
                </a:solidFill>
              </a:defRPr>
            </a:lvl3pPr>
            <a:lvl4pPr indent="-228600" lvl="3" marL="1828800" algn="l">
              <a:lnSpc>
                <a:spcPct val="110000"/>
              </a:lnSpc>
              <a:spcBef>
                <a:spcPts val="200"/>
              </a:spcBef>
              <a:spcAft>
                <a:spcPts val="0"/>
              </a:spcAft>
              <a:buClr>
                <a:srgbClr val="FEFCFE"/>
              </a:buClr>
              <a:buSzPts val="400"/>
              <a:buNone/>
              <a:defRPr sz="400">
                <a:solidFill>
                  <a:srgbClr val="FEFCFE"/>
                </a:solidFill>
              </a:defRPr>
            </a:lvl4pPr>
            <a:lvl5pPr indent="-228600" lvl="4" marL="2286000" algn="l">
              <a:lnSpc>
                <a:spcPct val="110000"/>
              </a:lnSpc>
              <a:spcBef>
                <a:spcPts val="200"/>
              </a:spcBef>
              <a:spcAft>
                <a:spcPts val="0"/>
              </a:spcAft>
              <a:buClr>
                <a:srgbClr val="FEFCFE"/>
              </a:buClr>
              <a:buSzPts val="400"/>
              <a:buNone/>
              <a:defRPr sz="400">
                <a:solidFill>
                  <a:srgbClr val="FEFCFE"/>
                </a:solidFill>
              </a:defRPr>
            </a:lvl5pPr>
            <a:lvl6pPr indent="-228600" lvl="5" marL="2743200" algn="l">
              <a:lnSpc>
                <a:spcPct val="90000"/>
              </a:lnSpc>
              <a:spcBef>
                <a:spcPts val="200"/>
              </a:spcBef>
              <a:spcAft>
                <a:spcPts val="0"/>
              </a:spcAft>
              <a:buClr>
                <a:srgbClr val="FEFCFE"/>
              </a:buClr>
              <a:buSzPts val="400"/>
              <a:buNone/>
              <a:defRPr sz="400">
                <a:solidFill>
                  <a:srgbClr val="FEFCFE"/>
                </a:solidFill>
              </a:defRPr>
            </a:lvl6pPr>
            <a:lvl7pPr indent="-228600" lvl="6" marL="3200400" algn="l">
              <a:lnSpc>
                <a:spcPct val="90000"/>
              </a:lnSpc>
              <a:spcBef>
                <a:spcPts val="200"/>
              </a:spcBef>
              <a:spcAft>
                <a:spcPts val="0"/>
              </a:spcAft>
              <a:buClr>
                <a:srgbClr val="FEFCFE"/>
              </a:buClr>
              <a:buSzPts val="400"/>
              <a:buNone/>
              <a:defRPr sz="400">
                <a:solidFill>
                  <a:srgbClr val="FEFCFE"/>
                </a:solidFill>
              </a:defRPr>
            </a:lvl7pPr>
            <a:lvl8pPr indent="-228600" lvl="7" marL="3657600" algn="l">
              <a:lnSpc>
                <a:spcPct val="90000"/>
              </a:lnSpc>
              <a:spcBef>
                <a:spcPts val="200"/>
              </a:spcBef>
              <a:spcAft>
                <a:spcPts val="0"/>
              </a:spcAft>
              <a:buClr>
                <a:srgbClr val="FEFCFE"/>
              </a:buClr>
              <a:buSzPts val="400"/>
              <a:buNone/>
              <a:defRPr sz="400">
                <a:solidFill>
                  <a:srgbClr val="FEFCFE"/>
                </a:solidFill>
              </a:defRPr>
            </a:lvl8pPr>
            <a:lvl9pPr indent="-228600" lvl="8" marL="4114800" algn="l">
              <a:lnSpc>
                <a:spcPct val="90000"/>
              </a:lnSpc>
              <a:spcBef>
                <a:spcPts val="200"/>
              </a:spcBef>
              <a:spcAft>
                <a:spcPts val="0"/>
              </a:spcAft>
              <a:buClr>
                <a:srgbClr val="FEFCFE"/>
              </a:buClr>
              <a:buSzPts val="400"/>
              <a:buNone/>
              <a:defRPr sz="400">
                <a:solidFill>
                  <a:srgbClr val="FEFCFE"/>
                </a:solidFill>
              </a:defRPr>
            </a:lvl9pPr>
          </a:lstStyle>
          <a:p/>
        </p:txBody>
      </p:sp>
      <p:sp>
        <p:nvSpPr>
          <p:cNvPr id="356" name="Google Shape;356;p39"/>
          <p:cNvSpPr txBox="1"/>
          <p:nvPr>
            <p:ph idx="14" type="body"/>
          </p:nvPr>
        </p:nvSpPr>
        <p:spPr>
          <a:xfrm>
            <a:off x="7651875" y="4388450"/>
            <a:ext cx="1102800" cy="4689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5"/>
              </a:buClr>
              <a:buSzPts val="1100"/>
              <a:buFont typeface="Arial"/>
              <a:buNone/>
              <a:defRPr sz="11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357" name="Google Shape;357;p39"/>
          <p:cNvSpPr/>
          <p:nvPr>
            <p:ph idx="15" type="pic"/>
          </p:nvPr>
        </p:nvSpPr>
        <p:spPr>
          <a:xfrm>
            <a:off x="6100375" y="3574425"/>
            <a:ext cx="1385100" cy="1282800"/>
          </a:xfrm>
          <a:prstGeom prst="roundRect">
            <a:avLst>
              <a:gd fmla="val 3635" name="adj"/>
            </a:avLst>
          </a:prstGeom>
          <a:solidFill>
            <a:schemeClr val="accent2"/>
          </a:solid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ebinar Cover_Two Logos + Two Speakers">
  <p:cSld name="Statement Slide_2_1_2_1">
    <p:bg>
      <p:bgPr>
        <a:blipFill>
          <a:blip r:embed="rId2">
            <a:alphaModFix/>
          </a:blip>
          <a:stretch>
            <a:fillRect/>
          </a:stretch>
        </a:blipFill>
      </p:bgPr>
    </p:bg>
    <p:spTree>
      <p:nvGrpSpPr>
        <p:cNvPr id="358" name="Shape 358"/>
        <p:cNvGrpSpPr/>
        <p:nvPr/>
      </p:nvGrpSpPr>
      <p:grpSpPr>
        <a:xfrm>
          <a:off x="0" y="0"/>
          <a:ext cx="0" cy="0"/>
          <a:chOff x="0" y="0"/>
          <a:chExt cx="0" cy="0"/>
        </a:xfrm>
      </p:grpSpPr>
      <p:sp>
        <p:nvSpPr>
          <p:cNvPr id="359" name="Google Shape;359;p40"/>
          <p:cNvSpPr txBox="1"/>
          <p:nvPr>
            <p:ph idx="1" type="body"/>
          </p:nvPr>
        </p:nvSpPr>
        <p:spPr>
          <a:xfrm>
            <a:off x="297053" y="1193825"/>
            <a:ext cx="5435700" cy="2746800"/>
          </a:xfrm>
          <a:prstGeom prst="rect">
            <a:avLst/>
          </a:prstGeom>
          <a:noFill/>
          <a:ln>
            <a:noFill/>
          </a:ln>
        </p:spPr>
        <p:txBody>
          <a:bodyPr anchorCtr="0" anchor="ctr" bIns="0" lIns="0" spcFirstLastPara="1" rIns="0" wrap="square" tIns="0">
            <a:normAutofit/>
          </a:bodyPr>
          <a:lstStyle>
            <a:lvl1pPr indent="-228600" lvl="0" marL="457200" algn="l">
              <a:lnSpc>
                <a:spcPct val="90000"/>
              </a:lnSpc>
              <a:spcBef>
                <a:spcPts val="400"/>
              </a:spcBef>
              <a:spcAft>
                <a:spcPts val="0"/>
              </a:spcAft>
              <a:buClr>
                <a:srgbClr val="FFFFFF"/>
              </a:buClr>
              <a:buSzPts val="5300"/>
              <a:buNone/>
              <a:defRPr b="0" i="0" sz="5300">
                <a:solidFill>
                  <a:srgbClr val="FFFFFF"/>
                </a:solidFill>
                <a:latin typeface="Outfit"/>
                <a:ea typeface="Outfit"/>
                <a:cs typeface="Outfit"/>
                <a:sym typeface="Outfit"/>
              </a:defRPr>
            </a:lvl1pPr>
            <a:lvl2pPr indent="-273050" lvl="1" marL="914400" algn="l">
              <a:lnSpc>
                <a:spcPct val="110000"/>
              </a:lnSpc>
              <a:spcBef>
                <a:spcPts val="200"/>
              </a:spcBef>
              <a:spcAft>
                <a:spcPts val="0"/>
              </a:spcAft>
              <a:buClr>
                <a:srgbClr val="FEFCFE"/>
              </a:buClr>
              <a:buSzPts val="700"/>
              <a:buChar char="•"/>
              <a:defRPr>
                <a:solidFill>
                  <a:srgbClr val="FEFCFE"/>
                </a:solidFill>
              </a:defRPr>
            </a:lvl2pPr>
            <a:lvl3pPr indent="-273050" lvl="2" marL="1371600" algn="l">
              <a:lnSpc>
                <a:spcPct val="110000"/>
              </a:lnSpc>
              <a:spcBef>
                <a:spcPts val="200"/>
              </a:spcBef>
              <a:spcAft>
                <a:spcPts val="0"/>
              </a:spcAft>
              <a:buClr>
                <a:srgbClr val="FEFCFE"/>
              </a:buClr>
              <a:buSzPts val="700"/>
              <a:buChar char="•"/>
              <a:defRPr>
                <a:solidFill>
                  <a:srgbClr val="FEFCFE"/>
                </a:solidFill>
              </a:defRPr>
            </a:lvl3pPr>
            <a:lvl4pPr indent="-273050" lvl="3" marL="1828800" algn="l">
              <a:lnSpc>
                <a:spcPct val="110000"/>
              </a:lnSpc>
              <a:spcBef>
                <a:spcPts val="200"/>
              </a:spcBef>
              <a:spcAft>
                <a:spcPts val="0"/>
              </a:spcAft>
              <a:buClr>
                <a:srgbClr val="FEFCFE"/>
              </a:buClr>
              <a:buSzPts val="700"/>
              <a:buChar char="•"/>
              <a:defRPr>
                <a:solidFill>
                  <a:srgbClr val="FEFCFE"/>
                </a:solidFill>
              </a:defRPr>
            </a:lvl4pPr>
            <a:lvl5pPr indent="-273050" lvl="4" marL="2286000" algn="l">
              <a:lnSpc>
                <a:spcPct val="110000"/>
              </a:lnSpc>
              <a:spcBef>
                <a:spcPts val="200"/>
              </a:spcBef>
              <a:spcAft>
                <a:spcPts val="0"/>
              </a:spcAft>
              <a:buClr>
                <a:srgbClr val="FEFCFE"/>
              </a:buClr>
              <a:buSzPts val="700"/>
              <a:buChar char="•"/>
              <a:defRPr>
                <a:solidFill>
                  <a:srgbClr val="FEFCFE"/>
                </a:solidFill>
              </a:defRPr>
            </a:lvl5pPr>
            <a:lvl6pPr indent="-273050" lvl="5" marL="2743200" algn="l">
              <a:lnSpc>
                <a:spcPct val="90000"/>
              </a:lnSpc>
              <a:spcBef>
                <a:spcPts val="200"/>
              </a:spcBef>
              <a:spcAft>
                <a:spcPts val="0"/>
              </a:spcAft>
              <a:buClr>
                <a:srgbClr val="FEFCFE"/>
              </a:buClr>
              <a:buSzPts val="700"/>
              <a:buChar char="•"/>
              <a:defRPr>
                <a:solidFill>
                  <a:srgbClr val="FEFCFE"/>
                </a:solidFill>
              </a:defRPr>
            </a:lvl6pPr>
            <a:lvl7pPr indent="-273050" lvl="6" marL="3200400" algn="l">
              <a:lnSpc>
                <a:spcPct val="90000"/>
              </a:lnSpc>
              <a:spcBef>
                <a:spcPts val="200"/>
              </a:spcBef>
              <a:spcAft>
                <a:spcPts val="0"/>
              </a:spcAft>
              <a:buClr>
                <a:srgbClr val="FEFCFE"/>
              </a:buClr>
              <a:buSzPts val="700"/>
              <a:buChar char="•"/>
              <a:defRPr>
                <a:solidFill>
                  <a:srgbClr val="FEFCFE"/>
                </a:solidFill>
              </a:defRPr>
            </a:lvl7pPr>
            <a:lvl8pPr indent="-273050" lvl="7" marL="3657600" algn="l">
              <a:lnSpc>
                <a:spcPct val="90000"/>
              </a:lnSpc>
              <a:spcBef>
                <a:spcPts val="200"/>
              </a:spcBef>
              <a:spcAft>
                <a:spcPts val="0"/>
              </a:spcAft>
              <a:buClr>
                <a:srgbClr val="FEFCFE"/>
              </a:buClr>
              <a:buSzPts val="700"/>
              <a:buChar char="•"/>
              <a:defRPr>
                <a:solidFill>
                  <a:srgbClr val="FEFCFE"/>
                </a:solidFill>
              </a:defRPr>
            </a:lvl8pPr>
            <a:lvl9pPr indent="-273050" lvl="8" marL="4114800" algn="l">
              <a:lnSpc>
                <a:spcPct val="90000"/>
              </a:lnSpc>
              <a:spcBef>
                <a:spcPts val="200"/>
              </a:spcBef>
              <a:spcAft>
                <a:spcPts val="0"/>
              </a:spcAft>
              <a:buClr>
                <a:srgbClr val="FEFCFE"/>
              </a:buClr>
              <a:buSzPts val="700"/>
              <a:buChar char="•"/>
              <a:defRPr>
                <a:solidFill>
                  <a:srgbClr val="FEFCFE"/>
                </a:solidFill>
              </a:defRPr>
            </a:lvl9pPr>
          </a:lstStyle>
          <a:p/>
        </p:txBody>
      </p:sp>
      <p:sp>
        <p:nvSpPr>
          <p:cNvPr id="360" name="Google Shape;360;p40"/>
          <p:cNvSpPr txBox="1"/>
          <p:nvPr>
            <p:ph idx="2" type="body"/>
          </p:nvPr>
        </p:nvSpPr>
        <p:spPr>
          <a:xfrm>
            <a:off x="661262" y="4176876"/>
            <a:ext cx="4073400" cy="262500"/>
          </a:xfrm>
          <a:prstGeom prst="rect">
            <a:avLst/>
          </a:prstGeom>
          <a:noFill/>
          <a:ln>
            <a:noFill/>
          </a:ln>
        </p:spPr>
        <p:txBody>
          <a:bodyPr anchorCtr="0" anchor="ctr" bIns="0" lIns="0" spcFirstLastPara="1" rIns="0" wrap="square" tIns="0">
            <a:normAutofit/>
          </a:bodyPr>
          <a:lstStyle>
            <a:lvl1pPr indent="-228600" lvl="0" marL="457200" algn="l">
              <a:lnSpc>
                <a:spcPct val="90000"/>
              </a:lnSpc>
              <a:spcBef>
                <a:spcPts val="400"/>
              </a:spcBef>
              <a:spcAft>
                <a:spcPts val="0"/>
              </a:spcAft>
              <a:buClr>
                <a:srgbClr val="FEFCFE"/>
              </a:buClr>
              <a:buSzPts val="1500"/>
              <a:buFont typeface="Outfit Light"/>
              <a:buNone/>
              <a:defRPr i="0" sz="1500">
                <a:solidFill>
                  <a:srgbClr val="FEFCFE"/>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sp>
        <p:nvSpPr>
          <p:cNvPr id="361" name="Google Shape;361;p40"/>
          <p:cNvSpPr/>
          <p:nvPr/>
        </p:nvSpPr>
        <p:spPr>
          <a:xfrm>
            <a:off x="5980400" y="925650"/>
            <a:ext cx="2944200" cy="1649400"/>
          </a:xfrm>
          <a:prstGeom prst="roundRect">
            <a:avLst>
              <a:gd fmla="val 3669" name="adj"/>
            </a:avLst>
          </a:prstGeom>
          <a:solidFill>
            <a:srgbClr val="0B1E17"/>
          </a:solidFill>
          <a:ln cap="flat" cmpd="sng" w="9525">
            <a:solidFill>
              <a:schemeClr val="accent5"/>
            </a:solidFill>
            <a:prstDash val="solid"/>
            <a:miter lim="800000"/>
            <a:headEnd len="sm" w="sm" type="none"/>
            <a:tailEnd len="sm" w="sm" type="none"/>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362" name="Google Shape;362;p40"/>
          <p:cNvSpPr txBox="1"/>
          <p:nvPr>
            <p:ph idx="3" type="body"/>
          </p:nvPr>
        </p:nvSpPr>
        <p:spPr>
          <a:xfrm>
            <a:off x="7651875" y="1075675"/>
            <a:ext cx="1102800" cy="5673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rgbClr val="FEFCFE"/>
              </a:buClr>
              <a:buSzPts val="1500"/>
              <a:buFont typeface="Arial"/>
              <a:buNone/>
              <a:defRPr sz="1500">
                <a:solidFill>
                  <a:srgbClr val="FEFCFE"/>
                </a:solidFill>
              </a:defRPr>
            </a:lvl1pPr>
            <a:lvl2pPr indent="-228600" lvl="1" marL="914400" algn="l">
              <a:lnSpc>
                <a:spcPct val="110000"/>
              </a:lnSpc>
              <a:spcBef>
                <a:spcPts val="200"/>
              </a:spcBef>
              <a:spcAft>
                <a:spcPts val="0"/>
              </a:spcAft>
              <a:buClr>
                <a:srgbClr val="FEFCFE"/>
              </a:buClr>
              <a:buSzPts val="500"/>
              <a:buNone/>
              <a:defRPr sz="500">
                <a:solidFill>
                  <a:srgbClr val="FEFCFE"/>
                </a:solidFill>
              </a:defRPr>
            </a:lvl2pPr>
            <a:lvl3pPr indent="-228600" lvl="2" marL="1371600" algn="l">
              <a:lnSpc>
                <a:spcPct val="110000"/>
              </a:lnSpc>
              <a:spcBef>
                <a:spcPts val="200"/>
              </a:spcBef>
              <a:spcAft>
                <a:spcPts val="0"/>
              </a:spcAft>
              <a:buClr>
                <a:srgbClr val="FEFCFE"/>
              </a:buClr>
              <a:buSzPts val="500"/>
              <a:buNone/>
              <a:defRPr sz="500">
                <a:solidFill>
                  <a:srgbClr val="FEFCFE"/>
                </a:solidFill>
              </a:defRPr>
            </a:lvl3pPr>
            <a:lvl4pPr indent="-228600" lvl="3" marL="1828800" algn="l">
              <a:lnSpc>
                <a:spcPct val="110000"/>
              </a:lnSpc>
              <a:spcBef>
                <a:spcPts val="200"/>
              </a:spcBef>
              <a:spcAft>
                <a:spcPts val="0"/>
              </a:spcAft>
              <a:buClr>
                <a:srgbClr val="FEFCFE"/>
              </a:buClr>
              <a:buSzPts val="400"/>
              <a:buNone/>
              <a:defRPr sz="400">
                <a:solidFill>
                  <a:srgbClr val="FEFCFE"/>
                </a:solidFill>
              </a:defRPr>
            </a:lvl4pPr>
            <a:lvl5pPr indent="-228600" lvl="4" marL="2286000" algn="l">
              <a:lnSpc>
                <a:spcPct val="110000"/>
              </a:lnSpc>
              <a:spcBef>
                <a:spcPts val="200"/>
              </a:spcBef>
              <a:spcAft>
                <a:spcPts val="0"/>
              </a:spcAft>
              <a:buClr>
                <a:srgbClr val="FEFCFE"/>
              </a:buClr>
              <a:buSzPts val="400"/>
              <a:buNone/>
              <a:defRPr sz="400">
                <a:solidFill>
                  <a:srgbClr val="FEFCFE"/>
                </a:solidFill>
              </a:defRPr>
            </a:lvl5pPr>
            <a:lvl6pPr indent="-228600" lvl="5" marL="2743200" algn="l">
              <a:lnSpc>
                <a:spcPct val="90000"/>
              </a:lnSpc>
              <a:spcBef>
                <a:spcPts val="200"/>
              </a:spcBef>
              <a:spcAft>
                <a:spcPts val="0"/>
              </a:spcAft>
              <a:buClr>
                <a:srgbClr val="FEFCFE"/>
              </a:buClr>
              <a:buSzPts val="400"/>
              <a:buNone/>
              <a:defRPr sz="400">
                <a:solidFill>
                  <a:srgbClr val="FEFCFE"/>
                </a:solidFill>
              </a:defRPr>
            </a:lvl6pPr>
            <a:lvl7pPr indent="-228600" lvl="6" marL="3200400" algn="l">
              <a:lnSpc>
                <a:spcPct val="90000"/>
              </a:lnSpc>
              <a:spcBef>
                <a:spcPts val="200"/>
              </a:spcBef>
              <a:spcAft>
                <a:spcPts val="0"/>
              </a:spcAft>
              <a:buClr>
                <a:srgbClr val="FEFCFE"/>
              </a:buClr>
              <a:buSzPts val="400"/>
              <a:buNone/>
              <a:defRPr sz="400">
                <a:solidFill>
                  <a:srgbClr val="FEFCFE"/>
                </a:solidFill>
              </a:defRPr>
            </a:lvl7pPr>
            <a:lvl8pPr indent="-228600" lvl="7" marL="3657600" algn="l">
              <a:lnSpc>
                <a:spcPct val="90000"/>
              </a:lnSpc>
              <a:spcBef>
                <a:spcPts val="200"/>
              </a:spcBef>
              <a:spcAft>
                <a:spcPts val="0"/>
              </a:spcAft>
              <a:buClr>
                <a:srgbClr val="FEFCFE"/>
              </a:buClr>
              <a:buSzPts val="400"/>
              <a:buNone/>
              <a:defRPr sz="400">
                <a:solidFill>
                  <a:srgbClr val="FEFCFE"/>
                </a:solidFill>
              </a:defRPr>
            </a:lvl8pPr>
            <a:lvl9pPr indent="-228600" lvl="8" marL="4114800" algn="l">
              <a:lnSpc>
                <a:spcPct val="90000"/>
              </a:lnSpc>
              <a:spcBef>
                <a:spcPts val="200"/>
              </a:spcBef>
              <a:spcAft>
                <a:spcPts val="0"/>
              </a:spcAft>
              <a:buClr>
                <a:srgbClr val="FEFCFE"/>
              </a:buClr>
              <a:buSzPts val="400"/>
              <a:buNone/>
              <a:defRPr sz="400">
                <a:solidFill>
                  <a:srgbClr val="FEFCFE"/>
                </a:solidFill>
              </a:defRPr>
            </a:lvl9pPr>
          </a:lstStyle>
          <a:p/>
        </p:txBody>
      </p:sp>
      <p:sp>
        <p:nvSpPr>
          <p:cNvPr id="363" name="Google Shape;363;p40"/>
          <p:cNvSpPr txBox="1"/>
          <p:nvPr>
            <p:ph idx="4" type="body"/>
          </p:nvPr>
        </p:nvSpPr>
        <p:spPr>
          <a:xfrm>
            <a:off x="7651875" y="1871526"/>
            <a:ext cx="1102800" cy="5673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5"/>
              </a:buClr>
              <a:buSzPts val="1100"/>
              <a:buFont typeface="Arial"/>
              <a:buNone/>
              <a:defRPr sz="11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364" name="Google Shape;364;p40"/>
          <p:cNvSpPr/>
          <p:nvPr>
            <p:ph idx="5" type="pic"/>
          </p:nvPr>
        </p:nvSpPr>
        <p:spPr>
          <a:xfrm>
            <a:off x="6100375" y="1057500"/>
            <a:ext cx="1385100" cy="1387500"/>
          </a:xfrm>
          <a:prstGeom prst="roundRect">
            <a:avLst>
              <a:gd fmla="val 3635" name="adj"/>
            </a:avLst>
          </a:prstGeom>
          <a:solidFill>
            <a:schemeClr val="accent2"/>
          </a:solidFill>
          <a:ln>
            <a:noFill/>
          </a:ln>
        </p:spPr>
      </p:sp>
      <p:pic>
        <p:nvPicPr>
          <p:cNvPr descr="A white letter on a black background&#10;&#10;Description automatically generated" id="365" name="Google Shape;365;p40"/>
          <p:cNvPicPr preferRelativeResize="0"/>
          <p:nvPr/>
        </p:nvPicPr>
        <p:blipFill rotWithShape="1">
          <a:blip r:embed="rId3">
            <a:alphaModFix/>
          </a:blip>
          <a:srcRect b="0" l="0" r="0" t="0"/>
          <a:stretch/>
        </p:blipFill>
        <p:spPr>
          <a:xfrm>
            <a:off x="285750" y="235150"/>
            <a:ext cx="1172369" cy="301226"/>
          </a:xfrm>
          <a:prstGeom prst="rect">
            <a:avLst/>
          </a:prstGeom>
          <a:noFill/>
          <a:ln>
            <a:noFill/>
          </a:ln>
        </p:spPr>
      </p:pic>
      <p:sp>
        <p:nvSpPr>
          <p:cNvPr id="366" name="Google Shape;366;p40"/>
          <p:cNvSpPr txBox="1"/>
          <p:nvPr>
            <p:ph idx="6" type="body"/>
          </p:nvPr>
        </p:nvSpPr>
        <p:spPr>
          <a:xfrm>
            <a:off x="661262" y="4574561"/>
            <a:ext cx="4073400" cy="262500"/>
          </a:xfrm>
          <a:prstGeom prst="rect">
            <a:avLst/>
          </a:prstGeom>
          <a:noFill/>
          <a:ln>
            <a:noFill/>
          </a:ln>
        </p:spPr>
        <p:txBody>
          <a:bodyPr anchorCtr="0" anchor="ctr" bIns="0" lIns="0" spcFirstLastPara="1" rIns="0" wrap="square" tIns="0">
            <a:normAutofit/>
          </a:bodyPr>
          <a:lstStyle>
            <a:lvl1pPr indent="-228600" lvl="0" marL="457200" algn="l">
              <a:lnSpc>
                <a:spcPct val="90000"/>
              </a:lnSpc>
              <a:spcBef>
                <a:spcPts val="400"/>
              </a:spcBef>
              <a:spcAft>
                <a:spcPts val="0"/>
              </a:spcAft>
              <a:buClr>
                <a:srgbClr val="FEFCFE"/>
              </a:buClr>
              <a:buSzPts val="1500"/>
              <a:buFont typeface="Outfit Light"/>
              <a:buNone/>
              <a:defRPr i="0" sz="1500">
                <a:solidFill>
                  <a:srgbClr val="FEFCFE"/>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pic>
        <p:nvPicPr>
          <p:cNvPr id="367" name="Google Shape;367;p40"/>
          <p:cNvPicPr preferRelativeResize="0"/>
          <p:nvPr/>
        </p:nvPicPr>
        <p:blipFill>
          <a:blip r:embed="rId4">
            <a:alphaModFix/>
          </a:blip>
          <a:stretch>
            <a:fillRect/>
          </a:stretch>
        </p:blipFill>
        <p:spPr>
          <a:xfrm>
            <a:off x="297050" y="4176943"/>
            <a:ext cx="262365" cy="262365"/>
          </a:xfrm>
          <a:prstGeom prst="rect">
            <a:avLst/>
          </a:prstGeom>
          <a:noFill/>
          <a:ln>
            <a:noFill/>
          </a:ln>
        </p:spPr>
      </p:pic>
      <p:pic>
        <p:nvPicPr>
          <p:cNvPr id="368" name="Google Shape;368;p40"/>
          <p:cNvPicPr preferRelativeResize="0"/>
          <p:nvPr/>
        </p:nvPicPr>
        <p:blipFill>
          <a:blip r:embed="rId5">
            <a:alphaModFix/>
          </a:blip>
          <a:stretch>
            <a:fillRect/>
          </a:stretch>
        </p:blipFill>
        <p:spPr>
          <a:xfrm>
            <a:off x="297050" y="4574629"/>
            <a:ext cx="262365" cy="262365"/>
          </a:xfrm>
          <a:prstGeom prst="rect">
            <a:avLst/>
          </a:prstGeom>
          <a:noFill/>
          <a:ln>
            <a:noFill/>
          </a:ln>
        </p:spPr>
      </p:pic>
      <p:sp>
        <p:nvSpPr>
          <p:cNvPr id="369" name="Google Shape;369;p40"/>
          <p:cNvSpPr/>
          <p:nvPr/>
        </p:nvSpPr>
        <p:spPr>
          <a:xfrm>
            <a:off x="5980400" y="2663700"/>
            <a:ext cx="2944200" cy="1649400"/>
          </a:xfrm>
          <a:prstGeom prst="roundRect">
            <a:avLst>
              <a:gd fmla="val 3669" name="adj"/>
            </a:avLst>
          </a:prstGeom>
          <a:solidFill>
            <a:srgbClr val="0B1E17"/>
          </a:solidFill>
          <a:ln cap="flat" cmpd="sng" w="9525">
            <a:solidFill>
              <a:schemeClr val="accent5"/>
            </a:solidFill>
            <a:prstDash val="solid"/>
            <a:miter lim="800000"/>
            <a:headEnd len="sm" w="sm" type="none"/>
            <a:tailEnd len="sm" w="sm" type="none"/>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370" name="Google Shape;370;p40"/>
          <p:cNvSpPr txBox="1"/>
          <p:nvPr>
            <p:ph idx="7" type="body"/>
          </p:nvPr>
        </p:nvSpPr>
        <p:spPr>
          <a:xfrm>
            <a:off x="7651875" y="2813725"/>
            <a:ext cx="1102800" cy="5673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rgbClr val="FEFCFE"/>
              </a:buClr>
              <a:buSzPts val="1500"/>
              <a:buFont typeface="Arial"/>
              <a:buNone/>
              <a:defRPr sz="1500">
                <a:solidFill>
                  <a:srgbClr val="FEFCFE"/>
                </a:solidFill>
              </a:defRPr>
            </a:lvl1pPr>
            <a:lvl2pPr indent="-228600" lvl="1" marL="914400" algn="l">
              <a:lnSpc>
                <a:spcPct val="110000"/>
              </a:lnSpc>
              <a:spcBef>
                <a:spcPts val="200"/>
              </a:spcBef>
              <a:spcAft>
                <a:spcPts val="0"/>
              </a:spcAft>
              <a:buClr>
                <a:srgbClr val="FEFCFE"/>
              </a:buClr>
              <a:buSzPts val="500"/>
              <a:buNone/>
              <a:defRPr sz="500">
                <a:solidFill>
                  <a:srgbClr val="FEFCFE"/>
                </a:solidFill>
              </a:defRPr>
            </a:lvl2pPr>
            <a:lvl3pPr indent="-228600" lvl="2" marL="1371600" algn="l">
              <a:lnSpc>
                <a:spcPct val="110000"/>
              </a:lnSpc>
              <a:spcBef>
                <a:spcPts val="200"/>
              </a:spcBef>
              <a:spcAft>
                <a:spcPts val="0"/>
              </a:spcAft>
              <a:buClr>
                <a:srgbClr val="FEFCFE"/>
              </a:buClr>
              <a:buSzPts val="500"/>
              <a:buNone/>
              <a:defRPr sz="500">
                <a:solidFill>
                  <a:srgbClr val="FEFCFE"/>
                </a:solidFill>
              </a:defRPr>
            </a:lvl3pPr>
            <a:lvl4pPr indent="-228600" lvl="3" marL="1828800" algn="l">
              <a:lnSpc>
                <a:spcPct val="110000"/>
              </a:lnSpc>
              <a:spcBef>
                <a:spcPts val="200"/>
              </a:spcBef>
              <a:spcAft>
                <a:spcPts val="0"/>
              </a:spcAft>
              <a:buClr>
                <a:srgbClr val="FEFCFE"/>
              </a:buClr>
              <a:buSzPts val="400"/>
              <a:buNone/>
              <a:defRPr sz="400">
                <a:solidFill>
                  <a:srgbClr val="FEFCFE"/>
                </a:solidFill>
              </a:defRPr>
            </a:lvl4pPr>
            <a:lvl5pPr indent="-228600" lvl="4" marL="2286000" algn="l">
              <a:lnSpc>
                <a:spcPct val="110000"/>
              </a:lnSpc>
              <a:spcBef>
                <a:spcPts val="200"/>
              </a:spcBef>
              <a:spcAft>
                <a:spcPts val="0"/>
              </a:spcAft>
              <a:buClr>
                <a:srgbClr val="FEFCFE"/>
              </a:buClr>
              <a:buSzPts val="400"/>
              <a:buNone/>
              <a:defRPr sz="400">
                <a:solidFill>
                  <a:srgbClr val="FEFCFE"/>
                </a:solidFill>
              </a:defRPr>
            </a:lvl5pPr>
            <a:lvl6pPr indent="-228600" lvl="5" marL="2743200" algn="l">
              <a:lnSpc>
                <a:spcPct val="90000"/>
              </a:lnSpc>
              <a:spcBef>
                <a:spcPts val="200"/>
              </a:spcBef>
              <a:spcAft>
                <a:spcPts val="0"/>
              </a:spcAft>
              <a:buClr>
                <a:srgbClr val="FEFCFE"/>
              </a:buClr>
              <a:buSzPts val="400"/>
              <a:buNone/>
              <a:defRPr sz="400">
                <a:solidFill>
                  <a:srgbClr val="FEFCFE"/>
                </a:solidFill>
              </a:defRPr>
            </a:lvl6pPr>
            <a:lvl7pPr indent="-228600" lvl="6" marL="3200400" algn="l">
              <a:lnSpc>
                <a:spcPct val="90000"/>
              </a:lnSpc>
              <a:spcBef>
                <a:spcPts val="200"/>
              </a:spcBef>
              <a:spcAft>
                <a:spcPts val="0"/>
              </a:spcAft>
              <a:buClr>
                <a:srgbClr val="FEFCFE"/>
              </a:buClr>
              <a:buSzPts val="400"/>
              <a:buNone/>
              <a:defRPr sz="400">
                <a:solidFill>
                  <a:srgbClr val="FEFCFE"/>
                </a:solidFill>
              </a:defRPr>
            </a:lvl7pPr>
            <a:lvl8pPr indent="-228600" lvl="7" marL="3657600" algn="l">
              <a:lnSpc>
                <a:spcPct val="90000"/>
              </a:lnSpc>
              <a:spcBef>
                <a:spcPts val="200"/>
              </a:spcBef>
              <a:spcAft>
                <a:spcPts val="0"/>
              </a:spcAft>
              <a:buClr>
                <a:srgbClr val="FEFCFE"/>
              </a:buClr>
              <a:buSzPts val="400"/>
              <a:buNone/>
              <a:defRPr sz="400">
                <a:solidFill>
                  <a:srgbClr val="FEFCFE"/>
                </a:solidFill>
              </a:defRPr>
            </a:lvl8pPr>
            <a:lvl9pPr indent="-228600" lvl="8" marL="4114800" algn="l">
              <a:lnSpc>
                <a:spcPct val="90000"/>
              </a:lnSpc>
              <a:spcBef>
                <a:spcPts val="200"/>
              </a:spcBef>
              <a:spcAft>
                <a:spcPts val="0"/>
              </a:spcAft>
              <a:buClr>
                <a:srgbClr val="FEFCFE"/>
              </a:buClr>
              <a:buSzPts val="400"/>
              <a:buNone/>
              <a:defRPr sz="400">
                <a:solidFill>
                  <a:srgbClr val="FEFCFE"/>
                </a:solidFill>
              </a:defRPr>
            </a:lvl9pPr>
          </a:lstStyle>
          <a:p/>
        </p:txBody>
      </p:sp>
      <p:sp>
        <p:nvSpPr>
          <p:cNvPr id="371" name="Google Shape;371;p40"/>
          <p:cNvSpPr txBox="1"/>
          <p:nvPr>
            <p:ph idx="8" type="body"/>
          </p:nvPr>
        </p:nvSpPr>
        <p:spPr>
          <a:xfrm>
            <a:off x="7651875" y="3609576"/>
            <a:ext cx="1102800" cy="5673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5"/>
              </a:buClr>
              <a:buSzPts val="1100"/>
              <a:buFont typeface="Arial"/>
              <a:buNone/>
              <a:defRPr sz="11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372" name="Google Shape;372;p40"/>
          <p:cNvSpPr/>
          <p:nvPr>
            <p:ph idx="9" type="pic"/>
          </p:nvPr>
        </p:nvSpPr>
        <p:spPr>
          <a:xfrm>
            <a:off x="6100375" y="2795550"/>
            <a:ext cx="1385100" cy="1387500"/>
          </a:xfrm>
          <a:prstGeom prst="roundRect">
            <a:avLst>
              <a:gd fmla="val 3635" name="adj"/>
            </a:avLst>
          </a:prstGeom>
          <a:solidFill>
            <a:schemeClr val="accent2"/>
          </a:solidFill>
          <a:ln>
            <a:noFill/>
          </a:ln>
        </p:spPr>
      </p:sp>
      <p:sp>
        <p:nvSpPr>
          <p:cNvPr id="373" name="Google Shape;373;p40"/>
          <p:cNvSpPr/>
          <p:nvPr>
            <p:ph idx="13" type="pic"/>
          </p:nvPr>
        </p:nvSpPr>
        <p:spPr>
          <a:xfrm>
            <a:off x="1943400" y="206025"/>
            <a:ext cx="1172400" cy="350100"/>
          </a:xfrm>
          <a:prstGeom prst="rect">
            <a:avLst/>
          </a:prstGeom>
          <a:noFill/>
          <a:ln>
            <a:noFill/>
          </a:ln>
        </p:spPr>
      </p:sp>
      <p:cxnSp>
        <p:nvCxnSpPr>
          <p:cNvPr id="374" name="Google Shape;374;p40"/>
          <p:cNvCxnSpPr/>
          <p:nvPr/>
        </p:nvCxnSpPr>
        <p:spPr>
          <a:xfrm>
            <a:off x="1700759" y="210713"/>
            <a:ext cx="0" cy="350100"/>
          </a:xfrm>
          <a:prstGeom prst="straightConnector1">
            <a:avLst/>
          </a:prstGeom>
          <a:noFill/>
          <a:ln cap="flat" cmpd="sng" w="9525">
            <a:solidFill>
              <a:schemeClr val="accent6"/>
            </a:solidFill>
            <a:prstDash val="solid"/>
            <a:round/>
            <a:headEnd len="med" w="med" type="none"/>
            <a:tailEnd len="med" w="med" type="none"/>
          </a:ln>
        </p:spPr>
      </p:cxn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ebinar Cover_Two Logos + Two Speakers 1">
  <p:cSld name="Statement Slide_2_1_1_1">
    <p:bg>
      <p:bgPr>
        <a:blipFill>
          <a:blip r:embed="rId2">
            <a:alphaModFix/>
          </a:blip>
          <a:stretch>
            <a:fillRect/>
          </a:stretch>
        </a:blipFill>
      </p:bgPr>
    </p:bg>
    <p:spTree>
      <p:nvGrpSpPr>
        <p:cNvPr id="375" name="Shape 375"/>
        <p:cNvGrpSpPr/>
        <p:nvPr/>
      </p:nvGrpSpPr>
      <p:grpSpPr>
        <a:xfrm>
          <a:off x="0" y="0"/>
          <a:ext cx="0" cy="0"/>
          <a:chOff x="0" y="0"/>
          <a:chExt cx="0" cy="0"/>
        </a:xfrm>
      </p:grpSpPr>
      <p:sp>
        <p:nvSpPr>
          <p:cNvPr id="376" name="Google Shape;376;p41"/>
          <p:cNvSpPr txBox="1"/>
          <p:nvPr>
            <p:ph idx="1" type="body"/>
          </p:nvPr>
        </p:nvSpPr>
        <p:spPr>
          <a:xfrm>
            <a:off x="297053" y="1193825"/>
            <a:ext cx="5435700" cy="2746800"/>
          </a:xfrm>
          <a:prstGeom prst="rect">
            <a:avLst/>
          </a:prstGeom>
          <a:noFill/>
          <a:ln>
            <a:noFill/>
          </a:ln>
        </p:spPr>
        <p:txBody>
          <a:bodyPr anchorCtr="0" anchor="ctr" bIns="0" lIns="0" spcFirstLastPara="1" rIns="0" wrap="square" tIns="0">
            <a:normAutofit/>
          </a:bodyPr>
          <a:lstStyle>
            <a:lvl1pPr indent="-228600" lvl="0" marL="457200" algn="l">
              <a:lnSpc>
                <a:spcPct val="90000"/>
              </a:lnSpc>
              <a:spcBef>
                <a:spcPts val="400"/>
              </a:spcBef>
              <a:spcAft>
                <a:spcPts val="0"/>
              </a:spcAft>
              <a:buClr>
                <a:srgbClr val="FFFFFF"/>
              </a:buClr>
              <a:buSzPts val="5300"/>
              <a:buNone/>
              <a:defRPr b="0" i="0" sz="5300">
                <a:solidFill>
                  <a:srgbClr val="FFFFFF"/>
                </a:solidFill>
                <a:latin typeface="Outfit"/>
                <a:ea typeface="Outfit"/>
                <a:cs typeface="Outfit"/>
                <a:sym typeface="Outfit"/>
              </a:defRPr>
            </a:lvl1pPr>
            <a:lvl2pPr indent="-273050" lvl="1" marL="914400" algn="l">
              <a:lnSpc>
                <a:spcPct val="110000"/>
              </a:lnSpc>
              <a:spcBef>
                <a:spcPts val="200"/>
              </a:spcBef>
              <a:spcAft>
                <a:spcPts val="0"/>
              </a:spcAft>
              <a:buClr>
                <a:srgbClr val="FEFCFE"/>
              </a:buClr>
              <a:buSzPts val="700"/>
              <a:buChar char="•"/>
              <a:defRPr>
                <a:solidFill>
                  <a:srgbClr val="FEFCFE"/>
                </a:solidFill>
              </a:defRPr>
            </a:lvl2pPr>
            <a:lvl3pPr indent="-273050" lvl="2" marL="1371600" algn="l">
              <a:lnSpc>
                <a:spcPct val="110000"/>
              </a:lnSpc>
              <a:spcBef>
                <a:spcPts val="200"/>
              </a:spcBef>
              <a:spcAft>
                <a:spcPts val="0"/>
              </a:spcAft>
              <a:buClr>
                <a:srgbClr val="FEFCFE"/>
              </a:buClr>
              <a:buSzPts val="700"/>
              <a:buChar char="•"/>
              <a:defRPr>
                <a:solidFill>
                  <a:srgbClr val="FEFCFE"/>
                </a:solidFill>
              </a:defRPr>
            </a:lvl3pPr>
            <a:lvl4pPr indent="-273050" lvl="3" marL="1828800" algn="l">
              <a:lnSpc>
                <a:spcPct val="110000"/>
              </a:lnSpc>
              <a:spcBef>
                <a:spcPts val="200"/>
              </a:spcBef>
              <a:spcAft>
                <a:spcPts val="0"/>
              </a:spcAft>
              <a:buClr>
                <a:srgbClr val="FEFCFE"/>
              </a:buClr>
              <a:buSzPts val="700"/>
              <a:buChar char="•"/>
              <a:defRPr>
                <a:solidFill>
                  <a:srgbClr val="FEFCFE"/>
                </a:solidFill>
              </a:defRPr>
            </a:lvl4pPr>
            <a:lvl5pPr indent="-273050" lvl="4" marL="2286000" algn="l">
              <a:lnSpc>
                <a:spcPct val="110000"/>
              </a:lnSpc>
              <a:spcBef>
                <a:spcPts val="200"/>
              </a:spcBef>
              <a:spcAft>
                <a:spcPts val="0"/>
              </a:spcAft>
              <a:buClr>
                <a:srgbClr val="FEFCFE"/>
              </a:buClr>
              <a:buSzPts val="700"/>
              <a:buChar char="•"/>
              <a:defRPr>
                <a:solidFill>
                  <a:srgbClr val="FEFCFE"/>
                </a:solidFill>
              </a:defRPr>
            </a:lvl5pPr>
            <a:lvl6pPr indent="-273050" lvl="5" marL="2743200" algn="l">
              <a:lnSpc>
                <a:spcPct val="90000"/>
              </a:lnSpc>
              <a:spcBef>
                <a:spcPts val="200"/>
              </a:spcBef>
              <a:spcAft>
                <a:spcPts val="0"/>
              </a:spcAft>
              <a:buClr>
                <a:srgbClr val="FEFCFE"/>
              </a:buClr>
              <a:buSzPts val="700"/>
              <a:buChar char="•"/>
              <a:defRPr>
                <a:solidFill>
                  <a:srgbClr val="FEFCFE"/>
                </a:solidFill>
              </a:defRPr>
            </a:lvl6pPr>
            <a:lvl7pPr indent="-273050" lvl="6" marL="3200400" algn="l">
              <a:lnSpc>
                <a:spcPct val="90000"/>
              </a:lnSpc>
              <a:spcBef>
                <a:spcPts val="200"/>
              </a:spcBef>
              <a:spcAft>
                <a:spcPts val="0"/>
              </a:spcAft>
              <a:buClr>
                <a:srgbClr val="FEFCFE"/>
              </a:buClr>
              <a:buSzPts val="700"/>
              <a:buChar char="•"/>
              <a:defRPr>
                <a:solidFill>
                  <a:srgbClr val="FEFCFE"/>
                </a:solidFill>
              </a:defRPr>
            </a:lvl7pPr>
            <a:lvl8pPr indent="-273050" lvl="7" marL="3657600" algn="l">
              <a:lnSpc>
                <a:spcPct val="90000"/>
              </a:lnSpc>
              <a:spcBef>
                <a:spcPts val="200"/>
              </a:spcBef>
              <a:spcAft>
                <a:spcPts val="0"/>
              </a:spcAft>
              <a:buClr>
                <a:srgbClr val="FEFCFE"/>
              </a:buClr>
              <a:buSzPts val="700"/>
              <a:buChar char="•"/>
              <a:defRPr>
                <a:solidFill>
                  <a:srgbClr val="FEFCFE"/>
                </a:solidFill>
              </a:defRPr>
            </a:lvl8pPr>
            <a:lvl9pPr indent="-273050" lvl="8" marL="4114800" algn="l">
              <a:lnSpc>
                <a:spcPct val="90000"/>
              </a:lnSpc>
              <a:spcBef>
                <a:spcPts val="200"/>
              </a:spcBef>
              <a:spcAft>
                <a:spcPts val="0"/>
              </a:spcAft>
              <a:buClr>
                <a:srgbClr val="FEFCFE"/>
              </a:buClr>
              <a:buSzPts val="700"/>
              <a:buChar char="•"/>
              <a:defRPr>
                <a:solidFill>
                  <a:srgbClr val="FEFCFE"/>
                </a:solidFill>
              </a:defRPr>
            </a:lvl9pPr>
          </a:lstStyle>
          <a:p/>
        </p:txBody>
      </p:sp>
      <p:sp>
        <p:nvSpPr>
          <p:cNvPr id="377" name="Google Shape;377;p41"/>
          <p:cNvSpPr txBox="1"/>
          <p:nvPr>
            <p:ph idx="2" type="body"/>
          </p:nvPr>
        </p:nvSpPr>
        <p:spPr>
          <a:xfrm>
            <a:off x="661262" y="4176876"/>
            <a:ext cx="4073400" cy="262500"/>
          </a:xfrm>
          <a:prstGeom prst="rect">
            <a:avLst/>
          </a:prstGeom>
          <a:noFill/>
          <a:ln>
            <a:noFill/>
          </a:ln>
        </p:spPr>
        <p:txBody>
          <a:bodyPr anchorCtr="0" anchor="ctr" bIns="0" lIns="0" spcFirstLastPara="1" rIns="0" wrap="square" tIns="0">
            <a:normAutofit/>
          </a:bodyPr>
          <a:lstStyle>
            <a:lvl1pPr indent="-228600" lvl="0" marL="457200" algn="l">
              <a:lnSpc>
                <a:spcPct val="90000"/>
              </a:lnSpc>
              <a:spcBef>
                <a:spcPts val="400"/>
              </a:spcBef>
              <a:spcAft>
                <a:spcPts val="0"/>
              </a:spcAft>
              <a:buClr>
                <a:srgbClr val="FEFCFE"/>
              </a:buClr>
              <a:buSzPts val="1500"/>
              <a:buFont typeface="Outfit Light"/>
              <a:buNone/>
              <a:defRPr i="0" sz="1500">
                <a:solidFill>
                  <a:srgbClr val="FEFCFE"/>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sp>
        <p:nvSpPr>
          <p:cNvPr id="378" name="Google Shape;378;p41"/>
          <p:cNvSpPr/>
          <p:nvPr/>
        </p:nvSpPr>
        <p:spPr>
          <a:xfrm>
            <a:off x="5980400" y="155925"/>
            <a:ext cx="2944200" cy="1545000"/>
          </a:xfrm>
          <a:prstGeom prst="roundRect">
            <a:avLst>
              <a:gd fmla="val 3669" name="adj"/>
            </a:avLst>
          </a:prstGeom>
          <a:solidFill>
            <a:srgbClr val="0B1E17"/>
          </a:solidFill>
          <a:ln cap="flat" cmpd="sng" w="9525">
            <a:solidFill>
              <a:schemeClr val="accent5"/>
            </a:solidFill>
            <a:prstDash val="solid"/>
            <a:miter lim="800000"/>
            <a:headEnd len="sm" w="sm" type="none"/>
            <a:tailEnd len="sm" w="sm" type="none"/>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379" name="Google Shape;379;p41"/>
          <p:cNvSpPr txBox="1"/>
          <p:nvPr>
            <p:ph idx="3" type="body"/>
          </p:nvPr>
        </p:nvSpPr>
        <p:spPr>
          <a:xfrm>
            <a:off x="7651875" y="305950"/>
            <a:ext cx="1102800" cy="5673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rgbClr val="FEFCFE"/>
              </a:buClr>
              <a:buSzPts val="1500"/>
              <a:buFont typeface="Arial"/>
              <a:buNone/>
              <a:defRPr sz="1500">
                <a:solidFill>
                  <a:srgbClr val="FEFCFE"/>
                </a:solidFill>
              </a:defRPr>
            </a:lvl1pPr>
            <a:lvl2pPr indent="-228600" lvl="1" marL="914400" algn="l">
              <a:lnSpc>
                <a:spcPct val="110000"/>
              </a:lnSpc>
              <a:spcBef>
                <a:spcPts val="200"/>
              </a:spcBef>
              <a:spcAft>
                <a:spcPts val="0"/>
              </a:spcAft>
              <a:buClr>
                <a:srgbClr val="FEFCFE"/>
              </a:buClr>
              <a:buSzPts val="500"/>
              <a:buNone/>
              <a:defRPr sz="500">
                <a:solidFill>
                  <a:srgbClr val="FEFCFE"/>
                </a:solidFill>
              </a:defRPr>
            </a:lvl2pPr>
            <a:lvl3pPr indent="-228600" lvl="2" marL="1371600" algn="l">
              <a:lnSpc>
                <a:spcPct val="110000"/>
              </a:lnSpc>
              <a:spcBef>
                <a:spcPts val="200"/>
              </a:spcBef>
              <a:spcAft>
                <a:spcPts val="0"/>
              </a:spcAft>
              <a:buClr>
                <a:srgbClr val="FEFCFE"/>
              </a:buClr>
              <a:buSzPts val="500"/>
              <a:buNone/>
              <a:defRPr sz="500">
                <a:solidFill>
                  <a:srgbClr val="FEFCFE"/>
                </a:solidFill>
              </a:defRPr>
            </a:lvl3pPr>
            <a:lvl4pPr indent="-228600" lvl="3" marL="1828800" algn="l">
              <a:lnSpc>
                <a:spcPct val="110000"/>
              </a:lnSpc>
              <a:spcBef>
                <a:spcPts val="200"/>
              </a:spcBef>
              <a:spcAft>
                <a:spcPts val="0"/>
              </a:spcAft>
              <a:buClr>
                <a:srgbClr val="FEFCFE"/>
              </a:buClr>
              <a:buSzPts val="400"/>
              <a:buNone/>
              <a:defRPr sz="400">
                <a:solidFill>
                  <a:srgbClr val="FEFCFE"/>
                </a:solidFill>
              </a:defRPr>
            </a:lvl4pPr>
            <a:lvl5pPr indent="-228600" lvl="4" marL="2286000" algn="l">
              <a:lnSpc>
                <a:spcPct val="110000"/>
              </a:lnSpc>
              <a:spcBef>
                <a:spcPts val="200"/>
              </a:spcBef>
              <a:spcAft>
                <a:spcPts val="0"/>
              </a:spcAft>
              <a:buClr>
                <a:srgbClr val="FEFCFE"/>
              </a:buClr>
              <a:buSzPts val="400"/>
              <a:buNone/>
              <a:defRPr sz="400">
                <a:solidFill>
                  <a:srgbClr val="FEFCFE"/>
                </a:solidFill>
              </a:defRPr>
            </a:lvl5pPr>
            <a:lvl6pPr indent="-228600" lvl="5" marL="2743200" algn="l">
              <a:lnSpc>
                <a:spcPct val="90000"/>
              </a:lnSpc>
              <a:spcBef>
                <a:spcPts val="200"/>
              </a:spcBef>
              <a:spcAft>
                <a:spcPts val="0"/>
              </a:spcAft>
              <a:buClr>
                <a:srgbClr val="FEFCFE"/>
              </a:buClr>
              <a:buSzPts val="400"/>
              <a:buNone/>
              <a:defRPr sz="400">
                <a:solidFill>
                  <a:srgbClr val="FEFCFE"/>
                </a:solidFill>
              </a:defRPr>
            </a:lvl6pPr>
            <a:lvl7pPr indent="-228600" lvl="6" marL="3200400" algn="l">
              <a:lnSpc>
                <a:spcPct val="90000"/>
              </a:lnSpc>
              <a:spcBef>
                <a:spcPts val="200"/>
              </a:spcBef>
              <a:spcAft>
                <a:spcPts val="0"/>
              </a:spcAft>
              <a:buClr>
                <a:srgbClr val="FEFCFE"/>
              </a:buClr>
              <a:buSzPts val="400"/>
              <a:buNone/>
              <a:defRPr sz="400">
                <a:solidFill>
                  <a:srgbClr val="FEFCFE"/>
                </a:solidFill>
              </a:defRPr>
            </a:lvl7pPr>
            <a:lvl8pPr indent="-228600" lvl="7" marL="3657600" algn="l">
              <a:lnSpc>
                <a:spcPct val="90000"/>
              </a:lnSpc>
              <a:spcBef>
                <a:spcPts val="200"/>
              </a:spcBef>
              <a:spcAft>
                <a:spcPts val="0"/>
              </a:spcAft>
              <a:buClr>
                <a:srgbClr val="FEFCFE"/>
              </a:buClr>
              <a:buSzPts val="400"/>
              <a:buNone/>
              <a:defRPr sz="400">
                <a:solidFill>
                  <a:srgbClr val="FEFCFE"/>
                </a:solidFill>
              </a:defRPr>
            </a:lvl8pPr>
            <a:lvl9pPr indent="-228600" lvl="8" marL="4114800" algn="l">
              <a:lnSpc>
                <a:spcPct val="90000"/>
              </a:lnSpc>
              <a:spcBef>
                <a:spcPts val="200"/>
              </a:spcBef>
              <a:spcAft>
                <a:spcPts val="0"/>
              </a:spcAft>
              <a:buClr>
                <a:srgbClr val="FEFCFE"/>
              </a:buClr>
              <a:buSzPts val="400"/>
              <a:buNone/>
              <a:defRPr sz="400">
                <a:solidFill>
                  <a:srgbClr val="FEFCFE"/>
                </a:solidFill>
              </a:defRPr>
            </a:lvl9pPr>
          </a:lstStyle>
          <a:p/>
        </p:txBody>
      </p:sp>
      <p:sp>
        <p:nvSpPr>
          <p:cNvPr id="380" name="Google Shape;380;p41"/>
          <p:cNvSpPr txBox="1"/>
          <p:nvPr>
            <p:ph idx="4" type="body"/>
          </p:nvPr>
        </p:nvSpPr>
        <p:spPr>
          <a:xfrm>
            <a:off x="7651875" y="1101800"/>
            <a:ext cx="1102800" cy="4689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5"/>
              </a:buClr>
              <a:buSzPts val="1100"/>
              <a:buFont typeface="Arial"/>
              <a:buNone/>
              <a:defRPr sz="11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381" name="Google Shape;381;p41"/>
          <p:cNvSpPr/>
          <p:nvPr>
            <p:ph idx="5" type="pic"/>
          </p:nvPr>
        </p:nvSpPr>
        <p:spPr>
          <a:xfrm>
            <a:off x="6100375" y="287775"/>
            <a:ext cx="1385100" cy="1282800"/>
          </a:xfrm>
          <a:prstGeom prst="roundRect">
            <a:avLst>
              <a:gd fmla="val 3635" name="adj"/>
            </a:avLst>
          </a:prstGeom>
          <a:solidFill>
            <a:schemeClr val="accent2"/>
          </a:solidFill>
          <a:ln>
            <a:noFill/>
          </a:ln>
        </p:spPr>
      </p:sp>
      <p:pic>
        <p:nvPicPr>
          <p:cNvPr descr="A white letter on a black background&#10;&#10;Description automatically generated" id="382" name="Google Shape;382;p41"/>
          <p:cNvPicPr preferRelativeResize="0"/>
          <p:nvPr/>
        </p:nvPicPr>
        <p:blipFill rotWithShape="1">
          <a:blip r:embed="rId3">
            <a:alphaModFix/>
          </a:blip>
          <a:srcRect b="0" l="0" r="0" t="0"/>
          <a:stretch/>
        </p:blipFill>
        <p:spPr>
          <a:xfrm>
            <a:off x="285750" y="235150"/>
            <a:ext cx="1172369" cy="301226"/>
          </a:xfrm>
          <a:prstGeom prst="rect">
            <a:avLst/>
          </a:prstGeom>
          <a:noFill/>
          <a:ln>
            <a:noFill/>
          </a:ln>
        </p:spPr>
      </p:pic>
      <p:cxnSp>
        <p:nvCxnSpPr>
          <p:cNvPr id="383" name="Google Shape;383;p41"/>
          <p:cNvCxnSpPr/>
          <p:nvPr/>
        </p:nvCxnSpPr>
        <p:spPr>
          <a:xfrm>
            <a:off x="1700759" y="210713"/>
            <a:ext cx="0" cy="350100"/>
          </a:xfrm>
          <a:prstGeom prst="straightConnector1">
            <a:avLst/>
          </a:prstGeom>
          <a:noFill/>
          <a:ln cap="flat" cmpd="sng" w="9525">
            <a:solidFill>
              <a:schemeClr val="accent6"/>
            </a:solidFill>
            <a:prstDash val="solid"/>
            <a:round/>
            <a:headEnd len="med" w="med" type="none"/>
            <a:tailEnd len="med" w="med" type="none"/>
          </a:ln>
        </p:spPr>
      </p:cxnSp>
      <p:sp>
        <p:nvSpPr>
          <p:cNvPr id="384" name="Google Shape;384;p41"/>
          <p:cNvSpPr/>
          <p:nvPr>
            <p:ph idx="6" type="pic"/>
          </p:nvPr>
        </p:nvSpPr>
        <p:spPr>
          <a:xfrm>
            <a:off x="1943400" y="206025"/>
            <a:ext cx="1172400" cy="350100"/>
          </a:xfrm>
          <a:prstGeom prst="rect">
            <a:avLst/>
          </a:prstGeom>
          <a:noFill/>
          <a:ln>
            <a:noFill/>
          </a:ln>
        </p:spPr>
      </p:sp>
      <p:sp>
        <p:nvSpPr>
          <p:cNvPr id="385" name="Google Shape;385;p41"/>
          <p:cNvSpPr txBox="1"/>
          <p:nvPr>
            <p:ph idx="7" type="body"/>
          </p:nvPr>
        </p:nvSpPr>
        <p:spPr>
          <a:xfrm>
            <a:off x="661262" y="4574561"/>
            <a:ext cx="4073400" cy="262500"/>
          </a:xfrm>
          <a:prstGeom prst="rect">
            <a:avLst/>
          </a:prstGeom>
          <a:noFill/>
          <a:ln>
            <a:noFill/>
          </a:ln>
        </p:spPr>
        <p:txBody>
          <a:bodyPr anchorCtr="0" anchor="ctr" bIns="0" lIns="0" spcFirstLastPara="1" rIns="0" wrap="square" tIns="0">
            <a:normAutofit/>
          </a:bodyPr>
          <a:lstStyle>
            <a:lvl1pPr indent="-228600" lvl="0" marL="457200" algn="l">
              <a:lnSpc>
                <a:spcPct val="90000"/>
              </a:lnSpc>
              <a:spcBef>
                <a:spcPts val="400"/>
              </a:spcBef>
              <a:spcAft>
                <a:spcPts val="0"/>
              </a:spcAft>
              <a:buClr>
                <a:srgbClr val="FEFCFE"/>
              </a:buClr>
              <a:buSzPts val="1500"/>
              <a:buFont typeface="Outfit Light"/>
              <a:buNone/>
              <a:defRPr i="0" sz="1500">
                <a:solidFill>
                  <a:srgbClr val="FEFCFE"/>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pic>
        <p:nvPicPr>
          <p:cNvPr id="386" name="Google Shape;386;p41"/>
          <p:cNvPicPr preferRelativeResize="0"/>
          <p:nvPr/>
        </p:nvPicPr>
        <p:blipFill>
          <a:blip r:embed="rId4">
            <a:alphaModFix/>
          </a:blip>
          <a:stretch>
            <a:fillRect/>
          </a:stretch>
        </p:blipFill>
        <p:spPr>
          <a:xfrm>
            <a:off x="297050" y="4176943"/>
            <a:ext cx="262365" cy="262365"/>
          </a:xfrm>
          <a:prstGeom prst="rect">
            <a:avLst/>
          </a:prstGeom>
          <a:noFill/>
          <a:ln>
            <a:noFill/>
          </a:ln>
        </p:spPr>
      </p:pic>
      <p:pic>
        <p:nvPicPr>
          <p:cNvPr id="387" name="Google Shape;387;p41"/>
          <p:cNvPicPr preferRelativeResize="0"/>
          <p:nvPr/>
        </p:nvPicPr>
        <p:blipFill>
          <a:blip r:embed="rId5">
            <a:alphaModFix/>
          </a:blip>
          <a:stretch>
            <a:fillRect/>
          </a:stretch>
        </p:blipFill>
        <p:spPr>
          <a:xfrm>
            <a:off x="297050" y="4574629"/>
            <a:ext cx="262365" cy="262365"/>
          </a:xfrm>
          <a:prstGeom prst="rect">
            <a:avLst/>
          </a:prstGeom>
          <a:noFill/>
          <a:ln>
            <a:noFill/>
          </a:ln>
        </p:spPr>
      </p:pic>
      <p:sp>
        <p:nvSpPr>
          <p:cNvPr id="388" name="Google Shape;388;p41"/>
          <p:cNvSpPr/>
          <p:nvPr/>
        </p:nvSpPr>
        <p:spPr>
          <a:xfrm>
            <a:off x="5980400" y="1799250"/>
            <a:ext cx="2944200" cy="1545000"/>
          </a:xfrm>
          <a:prstGeom prst="roundRect">
            <a:avLst>
              <a:gd fmla="val 3669" name="adj"/>
            </a:avLst>
          </a:prstGeom>
          <a:solidFill>
            <a:srgbClr val="0B1E17"/>
          </a:solidFill>
          <a:ln cap="flat" cmpd="sng" w="9525">
            <a:solidFill>
              <a:schemeClr val="accent5"/>
            </a:solidFill>
            <a:prstDash val="solid"/>
            <a:miter lim="800000"/>
            <a:headEnd len="sm" w="sm" type="none"/>
            <a:tailEnd len="sm" w="sm" type="none"/>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389" name="Google Shape;389;p41"/>
          <p:cNvSpPr txBox="1"/>
          <p:nvPr>
            <p:ph idx="8" type="body"/>
          </p:nvPr>
        </p:nvSpPr>
        <p:spPr>
          <a:xfrm>
            <a:off x="7651875" y="1949275"/>
            <a:ext cx="1102800" cy="5673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rgbClr val="FEFCFE"/>
              </a:buClr>
              <a:buSzPts val="1500"/>
              <a:buFont typeface="Arial"/>
              <a:buNone/>
              <a:defRPr sz="1500">
                <a:solidFill>
                  <a:srgbClr val="FEFCFE"/>
                </a:solidFill>
              </a:defRPr>
            </a:lvl1pPr>
            <a:lvl2pPr indent="-228600" lvl="1" marL="914400" algn="l">
              <a:lnSpc>
                <a:spcPct val="110000"/>
              </a:lnSpc>
              <a:spcBef>
                <a:spcPts val="200"/>
              </a:spcBef>
              <a:spcAft>
                <a:spcPts val="0"/>
              </a:spcAft>
              <a:buClr>
                <a:srgbClr val="FEFCFE"/>
              </a:buClr>
              <a:buSzPts val="500"/>
              <a:buNone/>
              <a:defRPr sz="500">
                <a:solidFill>
                  <a:srgbClr val="FEFCFE"/>
                </a:solidFill>
              </a:defRPr>
            </a:lvl2pPr>
            <a:lvl3pPr indent="-228600" lvl="2" marL="1371600" algn="l">
              <a:lnSpc>
                <a:spcPct val="110000"/>
              </a:lnSpc>
              <a:spcBef>
                <a:spcPts val="200"/>
              </a:spcBef>
              <a:spcAft>
                <a:spcPts val="0"/>
              </a:spcAft>
              <a:buClr>
                <a:srgbClr val="FEFCFE"/>
              </a:buClr>
              <a:buSzPts val="500"/>
              <a:buNone/>
              <a:defRPr sz="500">
                <a:solidFill>
                  <a:srgbClr val="FEFCFE"/>
                </a:solidFill>
              </a:defRPr>
            </a:lvl3pPr>
            <a:lvl4pPr indent="-228600" lvl="3" marL="1828800" algn="l">
              <a:lnSpc>
                <a:spcPct val="110000"/>
              </a:lnSpc>
              <a:spcBef>
                <a:spcPts val="200"/>
              </a:spcBef>
              <a:spcAft>
                <a:spcPts val="0"/>
              </a:spcAft>
              <a:buClr>
                <a:srgbClr val="FEFCFE"/>
              </a:buClr>
              <a:buSzPts val="400"/>
              <a:buNone/>
              <a:defRPr sz="400">
                <a:solidFill>
                  <a:srgbClr val="FEFCFE"/>
                </a:solidFill>
              </a:defRPr>
            </a:lvl4pPr>
            <a:lvl5pPr indent="-228600" lvl="4" marL="2286000" algn="l">
              <a:lnSpc>
                <a:spcPct val="110000"/>
              </a:lnSpc>
              <a:spcBef>
                <a:spcPts val="200"/>
              </a:spcBef>
              <a:spcAft>
                <a:spcPts val="0"/>
              </a:spcAft>
              <a:buClr>
                <a:srgbClr val="FEFCFE"/>
              </a:buClr>
              <a:buSzPts val="400"/>
              <a:buNone/>
              <a:defRPr sz="400">
                <a:solidFill>
                  <a:srgbClr val="FEFCFE"/>
                </a:solidFill>
              </a:defRPr>
            </a:lvl5pPr>
            <a:lvl6pPr indent="-228600" lvl="5" marL="2743200" algn="l">
              <a:lnSpc>
                <a:spcPct val="90000"/>
              </a:lnSpc>
              <a:spcBef>
                <a:spcPts val="200"/>
              </a:spcBef>
              <a:spcAft>
                <a:spcPts val="0"/>
              </a:spcAft>
              <a:buClr>
                <a:srgbClr val="FEFCFE"/>
              </a:buClr>
              <a:buSzPts val="400"/>
              <a:buNone/>
              <a:defRPr sz="400">
                <a:solidFill>
                  <a:srgbClr val="FEFCFE"/>
                </a:solidFill>
              </a:defRPr>
            </a:lvl6pPr>
            <a:lvl7pPr indent="-228600" lvl="6" marL="3200400" algn="l">
              <a:lnSpc>
                <a:spcPct val="90000"/>
              </a:lnSpc>
              <a:spcBef>
                <a:spcPts val="200"/>
              </a:spcBef>
              <a:spcAft>
                <a:spcPts val="0"/>
              </a:spcAft>
              <a:buClr>
                <a:srgbClr val="FEFCFE"/>
              </a:buClr>
              <a:buSzPts val="400"/>
              <a:buNone/>
              <a:defRPr sz="400">
                <a:solidFill>
                  <a:srgbClr val="FEFCFE"/>
                </a:solidFill>
              </a:defRPr>
            </a:lvl7pPr>
            <a:lvl8pPr indent="-228600" lvl="7" marL="3657600" algn="l">
              <a:lnSpc>
                <a:spcPct val="90000"/>
              </a:lnSpc>
              <a:spcBef>
                <a:spcPts val="200"/>
              </a:spcBef>
              <a:spcAft>
                <a:spcPts val="0"/>
              </a:spcAft>
              <a:buClr>
                <a:srgbClr val="FEFCFE"/>
              </a:buClr>
              <a:buSzPts val="400"/>
              <a:buNone/>
              <a:defRPr sz="400">
                <a:solidFill>
                  <a:srgbClr val="FEFCFE"/>
                </a:solidFill>
              </a:defRPr>
            </a:lvl8pPr>
            <a:lvl9pPr indent="-228600" lvl="8" marL="4114800" algn="l">
              <a:lnSpc>
                <a:spcPct val="90000"/>
              </a:lnSpc>
              <a:spcBef>
                <a:spcPts val="200"/>
              </a:spcBef>
              <a:spcAft>
                <a:spcPts val="0"/>
              </a:spcAft>
              <a:buClr>
                <a:srgbClr val="FEFCFE"/>
              </a:buClr>
              <a:buSzPts val="400"/>
              <a:buNone/>
              <a:defRPr sz="400">
                <a:solidFill>
                  <a:srgbClr val="FEFCFE"/>
                </a:solidFill>
              </a:defRPr>
            </a:lvl9pPr>
          </a:lstStyle>
          <a:p/>
        </p:txBody>
      </p:sp>
      <p:sp>
        <p:nvSpPr>
          <p:cNvPr id="390" name="Google Shape;390;p41"/>
          <p:cNvSpPr txBox="1"/>
          <p:nvPr>
            <p:ph idx="9" type="body"/>
          </p:nvPr>
        </p:nvSpPr>
        <p:spPr>
          <a:xfrm>
            <a:off x="7651875" y="2745125"/>
            <a:ext cx="1102800" cy="4689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5"/>
              </a:buClr>
              <a:buSzPts val="1100"/>
              <a:buFont typeface="Arial"/>
              <a:buNone/>
              <a:defRPr sz="11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391" name="Google Shape;391;p41"/>
          <p:cNvSpPr/>
          <p:nvPr>
            <p:ph idx="13" type="pic"/>
          </p:nvPr>
        </p:nvSpPr>
        <p:spPr>
          <a:xfrm>
            <a:off x="6100375" y="1931100"/>
            <a:ext cx="1385100" cy="1282800"/>
          </a:xfrm>
          <a:prstGeom prst="roundRect">
            <a:avLst>
              <a:gd fmla="val 3635" name="adj"/>
            </a:avLst>
          </a:prstGeom>
          <a:solidFill>
            <a:schemeClr val="accent2"/>
          </a:solidFill>
          <a:ln>
            <a:noFill/>
          </a:ln>
        </p:spPr>
      </p:sp>
      <p:sp>
        <p:nvSpPr>
          <p:cNvPr id="392" name="Google Shape;392;p41"/>
          <p:cNvSpPr/>
          <p:nvPr/>
        </p:nvSpPr>
        <p:spPr>
          <a:xfrm>
            <a:off x="5980400" y="3442575"/>
            <a:ext cx="2944200" cy="1545000"/>
          </a:xfrm>
          <a:prstGeom prst="roundRect">
            <a:avLst>
              <a:gd fmla="val 3669" name="adj"/>
            </a:avLst>
          </a:prstGeom>
          <a:solidFill>
            <a:srgbClr val="0B1E17"/>
          </a:solidFill>
          <a:ln cap="flat" cmpd="sng" w="9525">
            <a:solidFill>
              <a:schemeClr val="accent5"/>
            </a:solidFill>
            <a:prstDash val="solid"/>
            <a:miter lim="800000"/>
            <a:headEnd len="sm" w="sm" type="none"/>
            <a:tailEnd len="sm" w="sm" type="none"/>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393" name="Google Shape;393;p41"/>
          <p:cNvSpPr txBox="1"/>
          <p:nvPr>
            <p:ph idx="14" type="body"/>
          </p:nvPr>
        </p:nvSpPr>
        <p:spPr>
          <a:xfrm>
            <a:off x="7651875" y="3592600"/>
            <a:ext cx="1102800" cy="5673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rgbClr val="FEFCFE"/>
              </a:buClr>
              <a:buSzPts val="1500"/>
              <a:buFont typeface="Arial"/>
              <a:buNone/>
              <a:defRPr sz="1500">
                <a:solidFill>
                  <a:srgbClr val="FEFCFE"/>
                </a:solidFill>
              </a:defRPr>
            </a:lvl1pPr>
            <a:lvl2pPr indent="-228600" lvl="1" marL="914400" algn="l">
              <a:lnSpc>
                <a:spcPct val="110000"/>
              </a:lnSpc>
              <a:spcBef>
                <a:spcPts val="200"/>
              </a:spcBef>
              <a:spcAft>
                <a:spcPts val="0"/>
              </a:spcAft>
              <a:buClr>
                <a:srgbClr val="FEFCFE"/>
              </a:buClr>
              <a:buSzPts val="500"/>
              <a:buNone/>
              <a:defRPr sz="500">
                <a:solidFill>
                  <a:srgbClr val="FEFCFE"/>
                </a:solidFill>
              </a:defRPr>
            </a:lvl2pPr>
            <a:lvl3pPr indent="-228600" lvl="2" marL="1371600" algn="l">
              <a:lnSpc>
                <a:spcPct val="110000"/>
              </a:lnSpc>
              <a:spcBef>
                <a:spcPts val="200"/>
              </a:spcBef>
              <a:spcAft>
                <a:spcPts val="0"/>
              </a:spcAft>
              <a:buClr>
                <a:srgbClr val="FEFCFE"/>
              </a:buClr>
              <a:buSzPts val="500"/>
              <a:buNone/>
              <a:defRPr sz="500">
                <a:solidFill>
                  <a:srgbClr val="FEFCFE"/>
                </a:solidFill>
              </a:defRPr>
            </a:lvl3pPr>
            <a:lvl4pPr indent="-228600" lvl="3" marL="1828800" algn="l">
              <a:lnSpc>
                <a:spcPct val="110000"/>
              </a:lnSpc>
              <a:spcBef>
                <a:spcPts val="200"/>
              </a:spcBef>
              <a:spcAft>
                <a:spcPts val="0"/>
              </a:spcAft>
              <a:buClr>
                <a:srgbClr val="FEFCFE"/>
              </a:buClr>
              <a:buSzPts val="400"/>
              <a:buNone/>
              <a:defRPr sz="400">
                <a:solidFill>
                  <a:srgbClr val="FEFCFE"/>
                </a:solidFill>
              </a:defRPr>
            </a:lvl4pPr>
            <a:lvl5pPr indent="-228600" lvl="4" marL="2286000" algn="l">
              <a:lnSpc>
                <a:spcPct val="110000"/>
              </a:lnSpc>
              <a:spcBef>
                <a:spcPts val="200"/>
              </a:spcBef>
              <a:spcAft>
                <a:spcPts val="0"/>
              </a:spcAft>
              <a:buClr>
                <a:srgbClr val="FEFCFE"/>
              </a:buClr>
              <a:buSzPts val="400"/>
              <a:buNone/>
              <a:defRPr sz="400">
                <a:solidFill>
                  <a:srgbClr val="FEFCFE"/>
                </a:solidFill>
              </a:defRPr>
            </a:lvl5pPr>
            <a:lvl6pPr indent="-228600" lvl="5" marL="2743200" algn="l">
              <a:lnSpc>
                <a:spcPct val="90000"/>
              </a:lnSpc>
              <a:spcBef>
                <a:spcPts val="200"/>
              </a:spcBef>
              <a:spcAft>
                <a:spcPts val="0"/>
              </a:spcAft>
              <a:buClr>
                <a:srgbClr val="FEFCFE"/>
              </a:buClr>
              <a:buSzPts val="400"/>
              <a:buNone/>
              <a:defRPr sz="400">
                <a:solidFill>
                  <a:srgbClr val="FEFCFE"/>
                </a:solidFill>
              </a:defRPr>
            </a:lvl6pPr>
            <a:lvl7pPr indent="-228600" lvl="6" marL="3200400" algn="l">
              <a:lnSpc>
                <a:spcPct val="90000"/>
              </a:lnSpc>
              <a:spcBef>
                <a:spcPts val="200"/>
              </a:spcBef>
              <a:spcAft>
                <a:spcPts val="0"/>
              </a:spcAft>
              <a:buClr>
                <a:srgbClr val="FEFCFE"/>
              </a:buClr>
              <a:buSzPts val="400"/>
              <a:buNone/>
              <a:defRPr sz="400">
                <a:solidFill>
                  <a:srgbClr val="FEFCFE"/>
                </a:solidFill>
              </a:defRPr>
            </a:lvl7pPr>
            <a:lvl8pPr indent="-228600" lvl="7" marL="3657600" algn="l">
              <a:lnSpc>
                <a:spcPct val="90000"/>
              </a:lnSpc>
              <a:spcBef>
                <a:spcPts val="200"/>
              </a:spcBef>
              <a:spcAft>
                <a:spcPts val="0"/>
              </a:spcAft>
              <a:buClr>
                <a:srgbClr val="FEFCFE"/>
              </a:buClr>
              <a:buSzPts val="400"/>
              <a:buNone/>
              <a:defRPr sz="400">
                <a:solidFill>
                  <a:srgbClr val="FEFCFE"/>
                </a:solidFill>
              </a:defRPr>
            </a:lvl8pPr>
            <a:lvl9pPr indent="-228600" lvl="8" marL="4114800" algn="l">
              <a:lnSpc>
                <a:spcPct val="90000"/>
              </a:lnSpc>
              <a:spcBef>
                <a:spcPts val="200"/>
              </a:spcBef>
              <a:spcAft>
                <a:spcPts val="0"/>
              </a:spcAft>
              <a:buClr>
                <a:srgbClr val="FEFCFE"/>
              </a:buClr>
              <a:buSzPts val="400"/>
              <a:buNone/>
              <a:defRPr sz="400">
                <a:solidFill>
                  <a:srgbClr val="FEFCFE"/>
                </a:solidFill>
              </a:defRPr>
            </a:lvl9pPr>
          </a:lstStyle>
          <a:p/>
        </p:txBody>
      </p:sp>
      <p:sp>
        <p:nvSpPr>
          <p:cNvPr id="394" name="Google Shape;394;p41"/>
          <p:cNvSpPr txBox="1"/>
          <p:nvPr>
            <p:ph idx="15" type="body"/>
          </p:nvPr>
        </p:nvSpPr>
        <p:spPr>
          <a:xfrm>
            <a:off x="7651875" y="4388450"/>
            <a:ext cx="1102800" cy="4689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5"/>
              </a:buClr>
              <a:buSzPts val="1100"/>
              <a:buFont typeface="Arial"/>
              <a:buNone/>
              <a:defRPr sz="11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395" name="Google Shape;395;p41"/>
          <p:cNvSpPr/>
          <p:nvPr>
            <p:ph idx="16" type="pic"/>
          </p:nvPr>
        </p:nvSpPr>
        <p:spPr>
          <a:xfrm>
            <a:off x="6100375" y="3574425"/>
            <a:ext cx="1385100" cy="1282800"/>
          </a:xfrm>
          <a:prstGeom prst="roundRect">
            <a:avLst>
              <a:gd fmla="val 3635" name="adj"/>
            </a:avLst>
          </a:prstGeom>
          <a:solidFill>
            <a:schemeClr val="accent2"/>
          </a:solidFill>
          <a:ln>
            <a:no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ebinar Cover_Three Logos + Three Speakers">
  <p:cSld name="Statement Slide_2_1_1_1_1">
    <p:bg>
      <p:bgPr>
        <a:blipFill>
          <a:blip r:embed="rId2">
            <a:alphaModFix/>
          </a:blip>
          <a:stretch>
            <a:fillRect/>
          </a:stretch>
        </a:blipFill>
      </p:bgPr>
    </p:bg>
    <p:spTree>
      <p:nvGrpSpPr>
        <p:cNvPr id="396" name="Shape 396"/>
        <p:cNvGrpSpPr/>
        <p:nvPr/>
      </p:nvGrpSpPr>
      <p:grpSpPr>
        <a:xfrm>
          <a:off x="0" y="0"/>
          <a:ext cx="0" cy="0"/>
          <a:chOff x="0" y="0"/>
          <a:chExt cx="0" cy="0"/>
        </a:xfrm>
      </p:grpSpPr>
      <p:sp>
        <p:nvSpPr>
          <p:cNvPr id="397" name="Google Shape;397;p42"/>
          <p:cNvSpPr txBox="1"/>
          <p:nvPr>
            <p:ph idx="1" type="body"/>
          </p:nvPr>
        </p:nvSpPr>
        <p:spPr>
          <a:xfrm>
            <a:off x="297053" y="1193825"/>
            <a:ext cx="5435700" cy="2746800"/>
          </a:xfrm>
          <a:prstGeom prst="rect">
            <a:avLst/>
          </a:prstGeom>
          <a:noFill/>
          <a:ln>
            <a:noFill/>
          </a:ln>
        </p:spPr>
        <p:txBody>
          <a:bodyPr anchorCtr="0" anchor="ctr" bIns="0" lIns="0" spcFirstLastPara="1" rIns="0" wrap="square" tIns="0">
            <a:normAutofit/>
          </a:bodyPr>
          <a:lstStyle>
            <a:lvl1pPr indent="-228600" lvl="0" marL="457200" algn="l">
              <a:lnSpc>
                <a:spcPct val="90000"/>
              </a:lnSpc>
              <a:spcBef>
                <a:spcPts val="400"/>
              </a:spcBef>
              <a:spcAft>
                <a:spcPts val="0"/>
              </a:spcAft>
              <a:buClr>
                <a:srgbClr val="FFFFFF"/>
              </a:buClr>
              <a:buSzPts val="5300"/>
              <a:buNone/>
              <a:defRPr b="0" i="0" sz="5300">
                <a:solidFill>
                  <a:srgbClr val="FFFFFF"/>
                </a:solidFill>
                <a:latin typeface="Outfit"/>
                <a:ea typeface="Outfit"/>
                <a:cs typeface="Outfit"/>
                <a:sym typeface="Outfit"/>
              </a:defRPr>
            </a:lvl1pPr>
            <a:lvl2pPr indent="-273050" lvl="1" marL="914400" algn="l">
              <a:lnSpc>
                <a:spcPct val="110000"/>
              </a:lnSpc>
              <a:spcBef>
                <a:spcPts val="200"/>
              </a:spcBef>
              <a:spcAft>
                <a:spcPts val="0"/>
              </a:spcAft>
              <a:buClr>
                <a:srgbClr val="FEFCFE"/>
              </a:buClr>
              <a:buSzPts val="700"/>
              <a:buChar char="•"/>
              <a:defRPr>
                <a:solidFill>
                  <a:srgbClr val="FEFCFE"/>
                </a:solidFill>
              </a:defRPr>
            </a:lvl2pPr>
            <a:lvl3pPr indent="-273050" lvl="2" marL="1371600" algn="l">
              <a:lnSpc>
                <a:spcPct val="110000"/>
              </a:lnSpc>
              <a:spcBef>
                <a:spcPts val="200"/>
              </a:spcBef>
              <a:spcAft>
                <a:spcPts val="0"/>
              </a:spcAft>
              <a:buClr>
                <a:srgbClr val="FEFCFE"/>
              </a:buClr>
              <a:buSzPts val="700"/>
              <a:buChar char="•"/>
              <a:defRPr>
                <a:solidFill>
                  <a:srgbClr val="FEFCFE"/>
                </a:solidFill>
              </a:defRPr>
            </a:lvl3pPr>
            <a:lvl4pPr indent="-273050" lvl="3" marL="1828800" algn="l">
              <a:lnSpc>
                <a:spcPct val="110000"/>
              </a:lnSpc>
              <a:spcBef>
                <a:spcPts val="200"/>
              </a:spcBef>
              <a:spcAft>
                <a:spcPts val="0"/>
              </a:spcAft>
              <a:buClr>
                <a:srgbClr val="FEFCFE"/>
              </a:buClr>
              <a:buSzPts val="700"/>
              <a:buChar char="•"/>
              <a:defRPr>
                <a:solidFill>
                  <a:srgbClr val="FEFCFE"/>
                </a:solidFill>
              </a:defRPr>
            </a:lvl4pPr>
            <a:lvl5pPr indent="-273050" lvl="4" marL="2286000" algn="l">
              <a:lnSpc>
                <a:spcPct val="110000"/>
              </a:lnSpc>
              <a:spcBef>
                <a:spcPts val="200"/>
              </a:spcBef>
              <a:spcAft>
                <a:spcPts val="0"/>
              </a:spcAft>
              <a:buClr>
                <a:srgbClr val="FEFCFE"/>
              </a:buClr>
              <a:buSzPts val="700"/>
              <a:buChar char="•"/>
              <a:defRPr>
                <a:solidFill>
                  <a:srgbClr val="FEFCFE"/>
                </a:solidFill>
              </a:defRPr>
            </a:lvl5pPr>
            <a:lvl6pPr indent="-273050" lvl="5" marL="2743200" algn="l">
              <a:lnSpc>
                <a:spcPct val="90000"/>
              </a:lnSpc>
              <a:spcBef>
                <a:spcPts val="200"/>
              </a:spcBef>
              <a:spcAft>
                <a:spcPts val="0"/>
              </a:spcAft>
              <a:buClr>
                <a:srgbClr val="FEFCFE"/>
              </a:buClr>
              <a:buSzPts val="700"/>
              <a:buChar char="•"/>
              <a:defRPr>
                <a:solidFill>
                  <a:srgbClr val="FEFCFE"/>
                </a:solidFill>
              </a:defRPr>
            </a:lvl6pPr>
            <a:lvl7pPr indent="-273050" lvl="6" marL="3200400" algn="l">
              <a:lnSpc>
                <a:spcPct val="90000"/>
              </a:lnSpc>
              <a:spcBef>
                <a:spcPts val="200"/>
              </a:spcBef>
              <a:spcAft>
                <a:spcPts val="0"/>
              </a:spcAft>
              <a:buClr>
                <a:srgbClr val="FEFCFE"/>
              </a:buClr>
              <a:buSzPts val="700"/>
              <a:buChar char="•"/>
              <a:defRPr>
                <a:solidFill>
                  <a:srgbClr val="FEFCFE"/>
                </a:solidFill>
              </a:defRPr>
            </a:lvl7pPr>
            <a:lvl8pPr indent="-273050" lvl="7" marL="3657600" algn="l">
              <a:lnSpc>
                <a:spcPct val="90000"/>
              </a:lnSpc>
              <a:spcBef>
                <a:spcPts val="200"/>
              </a:spcBef>
              <a:spcAft>
                <a:spcPts val="0"/>
              </a:spcAft>
              <a:buClr>
                <a:srgbClr val="FEFCFE"/>
              </a:buClr>
              <a:buSzPts val="700"/>
              <a:buChar char="•"/>
              <a:defRPr>
                <a:solidFill>
                  <a:srgbClr val="FEFCFE"/>
                </a:solidFill>
              </a:defRPr>
            </a:lvl8pPr>
            <a:lvl9pPr indent="-273050" lvl="8" marL="4114800" algn="l">
              <a:lnSpc>
                <a:spcPct val="90000"/>
              </a:lnSpc>
              <a:spcBef>
                <a:spcPts val="200"/>
              </a:spcBef>
              <a:spcAft>
                <a:spcPts val="0"/>
              </a:spcAft>
              <a:buClr>
                <a:srgbClr val="FEFCFE"/>
              </a:buClr>
              <a:buSzPts val="700"/>
              <a:buChar char="•"/>
              <a:defRPr>
                <a:solidFill>
                  <a:srgbClr val="FEFCFE"/>
                </a:solidFill>
              </a:defRPr>
            </a:lvl9pPr>
          </a:lstStyle>
          <a:p/>
        </p:txBody>
      </p:sp>
      <p:sp>
        <p:nvSpPr>
          <p:cNvPr id="398" name="Google Shape;398;p42"/>
          <p:cNvSpPr txBox="1"/>
          <p:nvPr>
            <p:ph idx="2" type="body"/>
          </p:nvPr>
        </p:nvSpPr>
        <p:spPr>
          <a:xfrm>
            <a:off x="661262" y="4176876"/>
            <a:ext cx="4073400" cy="262500"/>
          </a:xfrm>
          <a:prstGeom prst="rect">
            <a:avLst/>
          </a:prstGeom>
          <a:noFill/>
          <a:ln>
            <a:noFill/>
          </a:ln>
        </p:spPr>
        <p:txBody>
          <a:bodyPr anchorCtr="0" anchor="ctr" bIns="0" lIns="0" spcFirstLastPara="1" rIns="0" wrap="square" tIns="0">
            <a:normAutofit/>
          </a:bodyPr>
          <a:lstStyle>
            <a:lvl1pPr indent="-228600" lvl="0" marL="457200" algn="l">
              <a:lnSpc>
                <a:spcPct val="90000"/>
              </a:lnSpc>
              <a:spcBef>
                <a:spcPts val="400"/>
              </a:spcBef>
              <a:spcAft>
                <a:spcPts val="0"/>
              </a:spcAft>
              <a:buClr>
                <a:srgbClr val="FEFCFE"/>
              </a:buClr>
              <a:buSzPts val="1500"/>
              <a:buFont typeface="Outfit Light"/>
              <a:buNone/>
              <a:defRPr i="0" sz="1500">
                <a:solidFill>
                  <a:srgbClr val="FEFCFE"/>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sp>
        <p:nvSpPr>
          <p:cNvPr id="399" name="Google Shape;399;p42"/>
          <p:cNvSpPr/>
          <p:nvPr/>
        </p:nvSpPr>
        <p:spPr>
          <a:xfrm>
            <a:off x="5980400" y="155925"/>
            <a:ext cx="2944200" cy="1545000"/>
          </a:xfrm>
          <a:prstGeom prst="roundRect">
            <a:avLst>
              <a:gd fmla="val 3669" name="adj"/>
            </a:avLst>
          </a:prstGeom>
          <a:solidFill>
            <a:srgbClr val="0B1E17"/>
          </a:solidFill>
          <a:ln cap="flat" cmpd="sng" w="9525">
            <a:solidFill>
              <a:schemeClr val="accent5"/>
            </a:solidFill>
            <a:prstDash val="solid"/>
            <a:miter lim="800000"/>
            <a:headEnd len="sm" w="sm" type="none"/>
            <a:tailEnd len="sm" w="sm" type="none"/>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400" name="Google Shape;400;p42"/>
          <p:cNvSpPr txBox="1"/>
          <p:nvPr>
            <p:ph idx="3" type="body"/>
          </p:nvPr>
        </p:nvSpPr>
        <p:spPr>
          <a:xfrm>
            <a:off x="7651875" y="305950"/>
            <a:ext cx="1102800" cy="5673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rgbClr val="FEFCFE"/>
              </a:buClr>
              <a:buSzPts val="1500"/>
              <a:buFont typeface="Arial"/>
              <a:buNone/>
              <a:defRPr sz="1500">
                <a:solidFill>
                  <a:srgbClr val="FEFCFE"/>
                </a:solidFill>
              </a:defRPr>
            </a:lvl1pPr>
            <a:lvl2pPr indent="-228600" lvl="1" marL="914400" algn="l">
              <a:lnSpc>
                <a:spcPct val="110000"/>
              </a:lnSpc>
              <a:spcBef>
                <a:spcPts val="200"/>
              </a:spcBef>
              <a:spcAft>
                <a:spcPts val="0"/>
              </a:spcAft>
              <a:buClr>
                <a:srgbClr val="FEFCFE"/>
              </a:buClr>
              <a:buSzPts val="500"/>
              <a:buNone/>
              <a:defRPr sz="500">
                <a:solidFill>
                  <a:srgbClr val="FEFCFE"/>
                </a:solidFill>
              </a:defRPr>
            </a:lvl2pPr>
            <a:lvl3pPr indent="-228600" lvl="2" marL="1371600" algn="l">
              <a:lnSpc>
                <a:spcPct val="110000"/>
              </a:lnSpc>
              <a:spcBef>
                <a:spcPts val="200"/>
              </a:spcBef>
              <a:spcAft>
                <a:spcPts val="0"/>
              </a:spcAft>
              <a:buClr>
                <a:srgbClr val="FEFCFE"/>
              </a:buClr>
              <a:buSzPts val="500"/>
              <a:buNone/>
              <a:defRPr sz="500">
                <a:solidFill>
                  <a:srgbClr val="FEFCFE"/>
                </a:solidFill>
              </a:defRPr>
            </a:lvl3pPr>
            <a:lvl4pPr indent="-228600" lvl="3" marL="1828800" algn="l">
              <a:lnSpc>
                <a:spcPct val="110000"/>
              </a:lnSpc>
              <a:spcBef>
                <a:spcPts val="200"/>
              </a:spcBef>
              <a:spcAft>
                <a:spcPts val="0"/>
              </a:spcAft>
              <a:buClr>
                <a:srgbClr val="FEFCFE"/>
              </a:buClr>
              <a:buSzPts val="400"/>
              <a:buNone/>
              <a:defRPr sz="400">
                <a:solidFill>
                  <a:srgbClr val="FEFCFE"/>
                </a:solidFill>
              </a:defRPr>
            </a:lvl4pPr>
            <a:lvl5pPr indent="-228600" lvl="4" marL="2286000" algn="l">
              <a:lnSpc>
                <a:spcPct val="110000"/>
              </a:lnSpc>
              <a:spcBef>
                <a:spcPts val="200"/>
              </a:spcBef>
              <a:spcAft>
                <a:spcPts val="0"/>
              </a:spcAft>
              <a:buClr>
                <a:srgbClr val="FEFCFE"/>
              </a:buClr>
              <a:buSzPts val="400"/>
              <a:buNone/>
              <a:defRPr sz="400">
                <a:solidFill>
                  <a:srgbClr val="FEFCFE"/>
                </a:solidFill>
              </a:defRPr>
            </a:lvl5pPr>
            <a:lvl6pPr indent="-228600" lvl="5" marL="2743200" algn="l">
              <a:lnSpc>
                <a:spcPct val="90000"/>
              </a:lnSpc>
              <a:spcBef>
                <a:spcPts val="200"/>
              </a:spcBef>
              <a:spcAft>
                <a:spcPts val="0"/>
              </a:spcAft>
              <a:buClr>
                <a:srgbClr val="FEFCFE"/>
              </a:buClr>
              <a:buSzPts val="400"/>
              <a:buNone/>
              <a:defRPr sz="400">
                <a:solidFill>
                  <a:srgbClr val="FEFCFE"/>
                </a:solidFill>
              </a:defRPr>
            </a:lvl6pPr>
            <a:lvl7pPr indent="-228600" lvl="6" marL="3200400" algn="l">
              <a:lnSpc>
                <a:spcPct val="90000"/>
              </a:lnSpc>
              <a:spcBef>
                <a:spcPts val="200"/>
              </a:spcBef>
              <a:spcAft>
                <a:spcPts val="0"/>
              </a:spcAft>
              <a:buClr>
                <a:srgbClr val="FEFCFE"/>
              </a:buClr>
              <a:buSzPts val="400"/>
              <a:buNone/>
              <a:defRPr sz="400">
                <a:solidFill>
                  <a:srgbClr val="FEFCFE"/>
                </a:solidFill>
              </a:defRPr>
            </a:lvl7pPr>
            <a:lvl8pPr indent="-228600" lvl="7" marL="3657600" algn="l">
              <a:lnSpc>
                <a:spcPct val="90000"/>
              </a:lnSpc>
              <a:spcBef>
                <a:spcPts val="200"/>
              </a:spcBef>
              <a:spcAft>
                <a:spcPts val="0"/>
              </a:spcAft>
              <a:buClr>
                <a:srgbClr val="FEFCFE"/>
              </a:buClr>
              <a:buSzPts val="400"/>
              <a:buNone/>
              <a:defRPr sz="400">
                <a:solidFill>
                  <a:srgbClr val="FEFCFE"/>
                </a:solidFill>
              </a:defRPr>
            </a:lvl8pPr>
            <a:lvl9pPr indent="-228600" lvl="8" marL="4114800" algn="l">
              <a:lnSpc>
                <a:spcPct val="90000"/>
              </a:lnSpc>
              <a:spcBef>
                <a:spcPts val="200"/>
              </a:spcBef>
              <a:spcAft>
                <a:spcPts val="0"/>
              </a:spcAft>
              <a:buClr>
                <a:srgbClr val="FEFCFE"/>
              </a:buClr>
              <a:buSzPts val="400"/>
              <a:buNone/>
              <a:defRPr sz="400">
                <a:solidFill>
                  <a:srgbClr val="FEFCFE"/>
                </a:solidFill>
              </a:defRPr>
            </a:lvl9pPr>
          </a:lstStyle>
          <a:p/>
        </p:txBody>
      </p:sp>
      <p:sp>
        <p:nvSpPr>
          <p:cNvPr id="401" name="Google Shape;401;p42"/>
          <p:cNvSpPr txBox="1"/>
          <p:nvPr>
            <p:ph idx="4" type="body"/>
          </p:nvPr>
        </p:nvSpPr>
        <p:spPr>
          <a:xfrm>
            <a:off x="7651875" y="1101800"/>
            <a:ext cx="1102800" cy="4689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5"/>
              </a:buClr>
              <a:buSzPts val="1100"/>
              <a:buFont typeface="Arial"/>
              <a:buNone/>
              <a:defRPr sz="11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402" name="Google Shape;402;p42"/>
          <p:cNvSpPr/>
          <p:nvPr>
            <p:ph idx="5" type="pic"/>
          </p:nvPr>
        </p:nvSpPr>
        <p:spPr>
          <a:xfrm>
            <a:off x="6100375" y="287775"/>
            <a:ext cx="1385100" cy="1282800"/>
          </a:xfrm>
          <a:prstGeom prst="roundRect">
            <a:avLst>
              <a:gd fmla="val 3635" name="adj"/>
            </a:avLst>
          </a:prstGeom>
          <a:solidFill>
            <a:schemeClr val="accent2"/>
          </a:solidFill>
          <a:ln>
            <a:noFill/>
          </a:ln>
        </p:spPr>
      </p:sp>
      <p:pic>
        <p:nvPicPr>
          <p:cNvPr descr="A white letter on a black background&#10;&#10;Description automatically generated" id="403" name="Google Shape;403;p42"/>
          <p:cNvPicPr preferRelativeResize="0"/>
          <p:nvPr/>
        </p:nvPicPr>
        <p:blipFill rotWithShape="1">
          <a:blip r:embed="rId3">
            <a:alphaModFix/>
          </a:blip>
          <a:srcRect b="0" l="0" r="0" t="0"/>
          <a:stretch/>
        </p:blipFill>
        <p:spPr>
          <a:xfrm>
            <a:off x="285750" y="235150"/>
            <a:ext cx="1172369" cy="301226"/>
          </a:xfrm>
          <a:prstGeom prst="rect">
            <a:avLst/>
          </a:prstGeom>
          <a:noFill/>
          <a:ln>
            <a:noFill/>
          </a:ln>
        </p:spPr>
      </p:pic>
      <p:cxnSp>
        <p:nvCxnSpPr>
          <p:cNvPr id="404" name="Google Shape;404;p42"/>
          <p:cNvCxnSpPr/>
          <p:nvPr/>
        </p:nvCxnSpPr>
        <p:spPr>
          <a:xfrm>
            <a:off x="1700759" y="210713"/>
            <a:ext cx="0" cy="350100"/>
          </a:xfrm>
          <a:prstGeom prst="straightConnector1">
            <a:avLst/>
          </a:prstGeom>
          <a:noFill/>
          <a:ln cap="flat" cmpd="sng" w="9525">
            <a:solidFill>
              <a:schemeClr val="accent6"/>
            </a:solidFill>
            <a:prstDash val="solid"/>
            <a:round/>
            <a:headEnd len="med" w="med" type="none"/>
            <a:tailEnd len="med" w="med" type="none"/>
          </a:ln>
        </p:spPr>
      </p:cxnSp>
      <p:sp>
        <p:nvSpPr>
          <p:cNvPr id="405" name="Google Shape;405;p42"/>
          <p:cNvSpPr/>
          <p:nvPr>
            <p:ph idx="6" type="pic"/>
          </p:nvPr>
        </p:nvSpPr>
        <p:spPr>
          <a:xfrm>
            <a:off x="1943400" y="206025"/>
            <a:ext cx="1172400" cy="350100"/>
          </a:xfrm>
          <a:prstGeom prst="rect">
            <a:avLst/>
          </a:prstGeom>
          <a:noFill/>
          <a:ln>
            <a:noFill/>
          </a:ln>
        </p:spPr>
      </p:sp>
      <p:sp>
        <p:nvSpPr>
          <p:cNvPr id="406" name="Google Shape;406;p42"/>
          <p:cNvSpPr txBox="1"/>
          <p:nvPr>
            <p:ph idx="7" type="body"/>
          </p:nvPr>
        </p:nvSpPr>
        <p:spPr>
          <a:xfrm>
            <a:off x="661262" y="4574561"/>
            <a:ext cx="4073400" cy="262500"/>
          </a:xfrm>
          <a:prstGeom prst="rect">
            <a:avLst/>
          </a:prstGeom>
          <a:noFill/>
          <a:ln>
            <a:noFill/>
          </a:ln>
        </p:spPr>
        <p:txBody>
          <a:bodyPr anchorCtr="0" anchor="ctr" bIns="0" lIns="0" spcFirstLastPara="1" rIns="0" wrap="square" tIns="0">
            <a:normAutofit/>
          </a:bodyPr>
          <a:lstStyle>
            <a:lvl1pPr indent="-228600" lvl="0" marL="457200" algn="l">
              <a:lnSpc>
                <a:spcPct val="90000"/>
              </a:lnSpc>
              <a:spcBef>
                <a:spcPts val="400"/>
              </a:spcBef>
              <a:spcAft>
                <a:spcPts val="0"/>
              </a:spcAft>
              <a:buClr>
                <a:srgbClr val="FEFCFE"/>
              </a:buClr>
              <a:buSzPts val="1500"/>
              <a:buFont typeface="Outfit Light"/>
              <a:buNone/>
              <a:defRPr i="0" sz="1500">
                <a:solidFill>
                  <a:srgbClr val="FEFCFE"/>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pic>
        <p:nvPicPr>
          <p:cNvPr id="407" name="Google Shape;407;p42"/>
          <p:cNvPicPr preferRelativeResize="0"/>
          <p:nvPr/>
        </p:nvPicPr>
        <p:blipFill>
          <a:blip r:embed="rId4">
            <a:alphaModFix/>
          </a:blip>
          <a:stretch>
            <a:fillRect/>
          </a:stretch>
        </p:blipFill>
        <p:spPr>
          <a:xfrm>
            <a:off x="297050" y="4176943"/>
            <a:ext cx="262365" cy="262365"/>
          </a:xfrm>
          <a:prstGeom prst="rect">
            <a:avLst/>
          </a:prstGeom>
          <a:noFill/>
          <a:ln>
            <a:noFill/>
          </a:ln>
        </p:spPr>
      </p:pic>
      <p:pic>
        <p:nvPicPr>
          <p:cNvPr id="408" name="Google Shape;408;p42"/>
          <p:cNvPicPr preferRelativeResize="0"/>
          <p:nvPr/>
        </p:nvPicPr>
        <p:blipFill>
          <a:blip r:embed="rId5">
            <a:alphaModFix/>
          </a:blip>
          <a:stretch>
            <a:fillRect/>
          </a:stretch>
        </p:blipFill>
        <p:spPr>
          <a:xfrm>
            <a:off x="297050" y="4574629"/>
            <a:ext cx="262365" cy="262365"/>
          </a:xfrm>
          <a:prstGeom prst="rect">
            <a:avLst/>
          </a:prstGeom>
          <a:noFill/>
          <a:ln>
            <a:noFill/>
          </a:ln>
        </p:spPr>
      </p:pic>
      <p:sp>
        <p:nvSpPr>
          <p:cNvPr id="409" name="Google Shape;409;p42"/>
          <p:cNvSpPr/>
          <p:nvPr/>
        </p:nvSpPr>
        <p:spPr>
          <a:xfrm>
            <a:off x="5980400" y="1799250"/>
            <a:ext cx="2944200" cy="1545000"/>
          </a:xfrm>
          <a:prstGeom prst="roundRect">
            <a:avLst>
              <a:gd fmla="val 3669" name="adj"/>
            </a:avLst>
          </a:prstGeom>
          <a:solidFill>
            <a:srgbClr val="0B1E17"/>
          </a:solidFill>
          <a:ln cap="flat" cmpd="sng" w="9525">
            <a:solidFill>
              <a:schemeClr val="accent5"/>
            </a:solidFill>
            <a:prstDash val="solid"/>
            <a:miter lim="800000"/>
            <a:headEnd len="sm" w="sm" type="none"/>
            <a:tailEnd len="sm" w="sm" type="none"/>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410" name="Google Shape;410;p42"/>
          <p:cNvSpPr txBox="1"/>
          <p:nvPr>
            <p:ph idx="8" type="body"/>
          </p:nvPr>
        </p:nvSpPr>
        <p:spPr>
          <a:xfrm>
            <a:off x="7651875" y="1949275"/>
            <a:ext cx="1102800" cy="5673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rgbClr val="FEFCFE"/>
              </a:buClr>
              <a:buSzPts val="1500"/>
              <a:buFont typeface="Arial"/>
              <a:buNone/>
              <a:defRPr sz="1500">
                <a:solidFill>
                  <a:srgbClr val="FEFCFE"/>
                </a:solidFill>
              </a:defRPr>
            </a:lvl1pPr>
            <a:lvl2pPr indent="-228600" lvl="1" marL="914400" algn="l">
              <a:lnSpc>
                <a:spcPct val="110000"/>
              </a:lnSpc>
              <a:spcBef>
                <a:spcPts val="200"/>
              </a:spcBef>
              <a:spcAft>
                <a:spcPts val="0"/>
              </a:spcAft>
              <a:buClr>
                <a:srgbClr val="FEFCFE"/>
              </a:buClr>
              <a:buSzPts val="500"/>
              <a:buNone/>
              <a:defRPr sz="500">
                <a:solidFill>
                  <a:srgbClr val="FEFCFE"/>
                </a:solidFill>
              </a:defRPr>
            </a:lvl2pPr>
            <a:lvl3pPr indent="-228600" lvl="2" marL="1371600" algn="l">
              <a:lnSpc>
                <a:spcPct val="110000"/>
              </a:lnSpc>
              <a:spcBef>
                <a:spcPts val="200"/>
              </a:spcBef>
              <a:spcAft>
                <a:spcPts val="0"/>
              </a:spcAft>
              <a:buClr>
                <a:srgbClr val="FEFCFE"/>
              </a:buClr>
              <a:buSzPts val="500"/>
              <a:buNone/>
              <a:defRPr sz="500">
                <a:solidFill>
                  <a:srgbClr val="FEFCFE"/>
                </a:solidFill>
              </a:defRPr>
            </a:lvl3pPr>
            <a:lvl4pPr indent="-228600" lvl="3" marL="1828800" algn="l">
              <a:lnSpc>
                <a:spcPct val="110000"/>
              </a:lnSpc>
              <a:spcBef>
                <a:spcPts val="200"/>
              </a:spcBef>
              <a:spcAft>
                <a:spcPts val="0"/>
              </a:spcAft>
              <a:buClr>
                <a:srgbClr val="FEFCFE"/>
              </a:buClr>
              <a:buSzPts val="400"/>
              <a:buNone/>
              <a:defRPr sz="400">
                <a:solidFill>
                  <a:srgbClr val="FEFCFE"/>
                </a:solidFill>
              </a:defRPr>
            </a:lvl4pPr>
            <a:lvl5pPr indent="-228600" lvl="4" marL="2286000" algn="l">
              <a:lnSpc>
                <a:spcPct val="110000"/>
              </a:lnSpc>
              <a:spcBef>
                <a:spcPts val="200"/>
              </a:spcBef>
              <a:spcAft>
                <a:spcPts val="0"/>
              </a:spcAft>
              <a:buClr>
                <a:srgbClr val="FEFCFE"/>
              </a:buClr>
              <a:buSzPts val="400"/>
              <a:buNone/>
              <a:defRPr sz="400">
                <a:solidFill>
                  <a:srgbClr val="FEFCFE"/>
                </a:solidFill>
              </a:defRPr>
            </a:lvl5pPr>
            <a:lvl6pPr indent="-228600" lvl="5" marL="2743200" algn="l">
              <a:lnSpc>
                <a:spcPct val="90000"/>
              </a:lnSpc>
              <a:spcBef>
                <a:spcPts val="200"/>
              </a:spcBef>
              <a:spcAft>
                <a:spcPts val="0"/>
              </a:spcAft>
              <a:buClr>
                <a:srgbClr val="FEFCFE"/>
              </a:buClr>
              <a:buSzPts val="400"/>
              <a:buNone/>
              <a:defRPr sz="400">
                <a:solidFill>
                  <a:srgbClr val="FEFCFE"/>
                </a:solidFill>
              </a:defRPr>
            </a:lvl6pPr>
            <a:lvl7pPr indent="-228600" lvl="6" marL="3200400" algn="l">
              <a:lnSpc>
                <a:spcPct val="90000"/>
              </a:lnSpc>
              <a:spcBef>
                <a:spcPts val="200"/>
              </a:spcBef>
              <a:spcAft>
                <a:spcPts val="0"/>
              </a:spcAft>
              <a:buClr>
                <a:srgbClr val="FEFCFE"/>
              </a:buClr>
              <a:buSzPts val="400"/>
              <a:buNone/>
              <a:defRPr sz="400">
                <a:solidFill>
                  <a:srgbClr val="FEFCFE"/>
                </a:solidFill>
              </a:defRPr>
            </a:lvl7pPr>
            <a:lvl8pPr indent="-228600" lvl="7" marL="3657600" algn="l">
              <a:lnSpc>
                <a:spcPct val="90000"/>
              </a:lnSpc>
              <a:spcBef>
                <a:spcPts val="200"/>
              </a:spcBef>
              <a:spcAft>
                <a:spcPts val="0"/>
              </a:spcAft>
              <a:buClr>
                <a:srgbClr val="FEFCFE"/>
              </a:buClr>
              <a:buSzPts val="400"/>
              <a:buNone/>
              <a:defRPr sz="400">
                <a:solidFill>
                  <a:srgbClr val="FEFCFE"/>
                </a:solidFill>
              </a:defRPr>
            </a:lvl8pPr>
            <a:lvl9pPr indent="-228600" lvl="8" marL="4114800" algn="l">
              <a:lnSpc>
                <a:spcPct val="90000"/>
              </a:lnSpc>
              <a:spcBef>
                <a:spcPts val="200"/>
              </a:spcBef>
              <a:spcAft>
                <a:spcPts val="0"/>
              </a:spcAft>
              <a:buClr>
                <a:srgbClr val="FEFCFE"/>
              </a:buClr>
              <a:buSzPts val="400"/>
              <a:buNone/>
              <a:defRPr sz="400">
                <a:solidFill>
                  <a:srgbClr val="FEFCFE"/>
                </a:solidFill>
              </a:defRPr>
            </a:lvl9pPr>
          </a:lstStyle>
          <a:p/>
        </p:txBody>
      </p:sp>
      <p:sp>
        <p:nvSpPr>
          <p:cNvPr id="411" name="Google Shape;411;p42"/>
          <p:cNvSpPr txBox="1"/>
          <p:nvPr>
            <p:ph idx="9" type="body"/>
          </p:nvPr>
        </p:nvSpPr>
        <p:spPr>
          <a:xfrm>
            <a:off x="7651875" y="2745125"/>
            <a:ext cx="1102800" cy="4689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5"/>
              </a:buClr>
              <a:buSzPts val="1100"/>
              <a:buFont typeface="Arial"/>
              <a:buNone/>
              <a:defRPr sz="11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412" name="Google Shape;412;p42"/>
          <p:cNvSpPr/>
          <p:nvPr>
            <p:ph idx="13" type="pic"/>
          </p:nvPr>
        </p:nvSpPr>
        <p:spPr>
          <a:xfrm>
            <a:off x="6100375" y="1931100"/>
            <a:ext cx="1385100" cy="1282800"/>
          </a:xfrm>
          <a:prstGeom prst="roundRect">
            <a:avLst>
              <a:gd fmla="val 3635" name="adj"/>
            </a:avLst>
          </a:prstGeom>
          <a:solidFill>
            <a:schemeClr val="accent2"/>
          </a:solidFill>
          <a:ln>
            <a:noFill/>
          </a:ln>
        </p:spPr>
      </p:sp>
      <p:sp>
        <p:nvSpPr>
          <p:cNvPr id="413" name="Google Shape;413;p42"/>
          <p:cNvSpPr/>
          <p:nvPr/>
        </p:nvSpPr>
        <p:spPr>
          <a:xfrm>
            <a:off x="5980400" y="3442575"/>
            <a:ext cx="2944200" cy="1545000"/>
          </a:xfrm>
          <a:prstGeom prst="roundRect">
            <a:avLst>
              <a:gd fmla="val 3669" name="adj"/>
            </a:avLst>
          </a:prstGeom>
          <a:solidFill>
            <a:srgbClr val="0B1E17"/>
          </a:solidFill>
          <a:ln cap="flat" cmpd="sng" w="9525">
            <a:solidFill>
              <a:schemeClr val="accent5"/>
            </a:solidFill>
            <a:prstDash val="solid"/>
            <a:miter lim="800000"/>
            <a:headEnd len="sm" w="sm" type="none"/>
            <a:tailEnd len="sm" w="sm" type="none"/>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414" name="Google Shape;414;p42"/>
          <p:cNvSpPr txBox="1"/>
          <p:nvPr>
            <p:ph idx="14" type="body"/>
          </p:nvPr>
        </p:nvSpPr>
        <p:spPr>
          <a:xfrm>
            <a:off x="7651875" y="3592600"/>
            <a:ext cx="1102800" cy="5673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rgbClr val="FEFCFE"/>
              </a:buClr>
              <a:buSzPts val="1500"/>
              <a:buFont typeface="Arial"/>
              <a:buNone/>
              <a:defRPr sz="1500">
                <a:solidFill>
                  <a:srgbClr val="FEFCFE"/>
                </a:solidFill>
              </a:defRPr>
            </a:lvl1pPr>
            <a:lvl2pPr indent="-228600" lvl="1" marL="914400" algn="l">
              <a:lnSpc>
                <a:spcPct val="110000"/>
              </a:lnSpc>
              <a:spcBef>
                <a:spcPts val="200"/>
              </a:spcBef>
              <a:spcAft>
                <a:spcPts val="0"/>
              </a:spcAft>
              <a:buClr>
                <a:srgbClr val="FEFCFE"/>
              </a:buClr>
              <a:buSzPts val="500"/>
              <a:buNone/>
              <a:defRPr sz="500">
                <a:solidFill>
                  <a:srgbClr val="FEFCFE"/>
                </a:solidFill>
              </a:defRPr>
            </a:lvl2pPr>
            <a:lvl3pPr indent="-228600" lvl="2" marL="1371600" algn="l">
              <a:lnSpc>
                <a:spcPct val="110000"/>
              </a:lnSpc>
              <a:spcBef>
                <a:spcPts val="200"/>
              </a:spcBef>
              <a:spcAft>
                <a:spcPts val="0"/>
              </a:spcAft>
              <a:buClr>
                <a:srgbClr val="FEFCFE"/>
              </a:buClr>
              <a:buSzPts val="500"/>
              <a:buNone/>
              <a:defRPr sz="500">
                <a:solidFill>
                  <a:srgbClr val="FEFCFE"/>
                </a:solidFill>
              </a:defRPr>
            </a:lvl3pPr>
            <a:lvl4pPr indent="-228600" lvl="3" marL="1828800" algn="l">
              <a:lnSpc>
                <a:spcPct val="110000"/>
              </a:lnSpc>
              <a:spcBef>
                <a:spcPts val="200"/>
              </a:spcBef>
              <a:spcAft>
                <a:spcPts val="0"/>
              </a:spcAft>
              <a:buClr>
                <a:srgbClr val="FEFCFE"/>
              </a:buClr>
              <a:buSzPts val="400"/>
              <a:buNone/>
              <a:defRPr sz="400">
                <a:solidFill>
                  <a:srgbClr val="FEFCFE"/>
                </a:solidFill>
              </a:defRPr>
            </a:lvl4pPr>
            <a:lvl5pPr indent="-228600" lvl="4" marL="2286000" algn="l">
              <a:lnSpc>
                <a:spcPct val="110000"/>
              </a:lnSpc>
              <a:spcBef>
                <a:spcPts val="200"/>
              </a:spcBef>
              <a:spcAft>
                <a:spcPts val="0"/>
              </a:spcAft>
              <a:buClr>
                <a:srgbClr val="FEFCFE"/>
              </a:buClr>
              <a:buSzPts val="400"/>
              <a:buNone/>
              <a:defRPr sz="400">
                <a:solidFill>
                  <a:srgbClr val="FEFCFE"/>
                </a:solidFill>
              </a:defRPr>
            </a:lvl5pPr>
            <a:lvl6pPr indent="-228600" lvl="5" marL="2743200" algn="l">
              <a:lnSpc>
                <a:spcPct val="90000"/>
              </a:lnSpc>
              <a:spcBef>
                <a:spcPts val="200"/>
              </a:spcBef>
              <a:spcAft>
                <a:spcPts val="0"/>
              </a:spcAft>
              <a:buClr>
                <a:srgbClr val="FEFCFE"/>
              </a:buClr>
              <a:buSzPts val="400"/>
              <a:buNone/>
              <a:defRPr sz="400">
                <a:solidFill>
                  <a:srgbClr val="FEFCFE"/>
                </a:solidFill>
              </a:defRPr>
            </a:lvl6pPr>
            <a:lvl7pPr indent="-228600" lvl="6" marL="3200400" algn="l">
              <a:lnSpc>
                <a:spcPct val="90000"/>
              </a:lnSpc>
              <a:spcBef>
                <a:spcPts val="200"/>
              </a:spcBef>
              <a:spcAft>
                <a:spcPts val="0"/>
              </a:spcAft>
              <a:buClr>
                <a:srgbClr val="FEFCFE"/>
              </a:buClr>
              <a:buSzPts val="400"/>
              <a:buNone/>
              <a:defRPr sz="400">
                <a:solidFill>
                  <a:srgbClr val="FEFCFE"/>
                </a:solidFill>
              </a:defRPr>
            </a:lvl7pPr>
            <a:lvl8pPr indent="-228600" lvl="7" marL="3657600" algn="l">
              <a:lnSpc>
                <a:spcPct val="90000"/>
              </a:lnSpc>
              <a:spcBef>
                <a:spcPts val="200"/>
              </a:spcBef>
              <a:spcAft>
                <a:spcPts val="0"/>
              </a:spcAft>
              <a:buClr>
                <a:srgbClr val="FEFCFE"/>
              </a:buClr>
              <a:buSzPts val="400"/>
              <a:buNone/>
              <a:defRPr sz="400">
                <a:solidFill>
                  <a:srgbClr val="FEFCFE"/>
                </a:solidFill>
              </a:defRPr>
            </a:lvl8pPr>
            <a:lvl9pPr indent="-228600" lvl="8" marL="4114800" algn="l">
              <a:lnSpc>
                <a:spcPct val="90000"/>
              </a:lnSpc>
              <a:spcBef>
                <a:spcPts val="200"/>
              </a:spcBef>
              <a:spcAft>
                <a:spcPts val="0"/>
              </a:spcAft>
              <a:buClr>
                <a:srgbClr val="FEFCFE"/>
              </a:buClr>
              <a:buSzPts val="400"/>
              <a:buNone/>
              <a:defRPr sz="400">
                <a:solidFill>
                  <a:srgbClr val="FEFCFE"/>
                </a:solidFill>
              </a:defRPr>
            </a:lvl9pPr>
          </a:lstStyle>
          <a:p/>
        </p:txBody>
      </p:sp>
      <p:sp>
        <p:nvSpPr>
          <p:cNvPr id="415" name="Google Shape;415;p42"/>
          <p:cNvSpPr txBox="1"/>
          <p:nvPr>
            <p:ph idx="15" type="body"/>
          </p:nvPr>
        </p:nvSpPr>
        <p:spPr>
          <a:xfrm>
            <a:off x="7651875" y="4388450"/>
            <a:ext cx="1102800" cy="4689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5"/>
              </a:buClr>
              <a:buSzPts val="1100"/>
              <a:buFont typeface="Arial"/>
              <a:buNone/>
              <a:defRPr sz="11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416" name="Google Shape;416;p42"/>
          <p:cNvSpPr/>
          <p:nvPr>
            <p:ph idx="16" type="pic"/>
          </p:nvPr>
        </p:nvSpPr>
        <p:spPr>
          <a:xfrm>
            <a:off x="6100375" y="3574425"/>
            <a:ext cx="1385100" cy="1282800"/>
          </a:xfrm>
          <a:prstGeom prst="roundRect">
            <a:avLst>
              <a:gd fmla="val 3635" name="adj"/>
            </a:avLst>
          </a:prstGeom>
          <a:solidFill>
            <a:schemeClr val="accent2"/>
          </a:solidFill>
          <a:ln>
            <a:noFill/>
          </a:ln>
        </p:spPr>
      </p:sp>
      <p:cxnSp>
        <p:nvCxnSpPr>
          <p:cNvPr id="417" name="Google Shape;417;p42"/>
          <p:cNvCxnSpPr/>
          <p:nvPr/>
        </p:nvCxnSpPr>
        <p:spPr>
          <a:xfrm>
            <a:off x="3358434" y="210713"/>
            <a:ext cx="0" cy="350100"/>
          </a:xfrm>
          <a:prstGeom prst="straightConnector1">
            <a:avLst/>
          </a:prstGeom>
          <a:noFill/>
          <a:ln cap="flat" cmpd="sng" w="9525">
            <a:solidFill>
              <a:schemeClr val="accent6"/>
            </a:solidFill>
            <a:prstDash val="solid"/>
            <a:round/>
            <a:headEnd len="med" w="med" type="none"/>
            <a:tailEnd len="med" w="med" type="none"/>
          </a:ln>
        </p:spPr>
      </p:cxnSp>
      <p:sp>
        <p:nvSpPr>
          <p:cNvPr id="418" name="Google Shape;418;p42"/>
          <p:cNvSpPr/>
          <p:nvPr>
            <p:ph idx="17" type="pic"/>
          </p:nvPr>
        </p:nvSpPr>
        <p:spPr>
          <a:xfrm>
            <a:off x="3601075" y="206025"/>
            <a:ext cx="1172400" cy="3501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p:cSld name="Cover Slide">
    <p:bg>
      <p:bgPr>
        <a:blipFill>
          <a:blip r:embed="rId2">
            <a:alphaModFix/>
          </a:blip>
          <a:stretch>
            <a:fillRect/>
          </a:stretch>
        </a:blipFill>
      </p:bgPr>
    </p:bg>
    <p:spTree>
      <p:nvGrpSpPr>
        <p:cNvPr id="419" name="Shape 419"/>
        <p:cNvGrpSpPr/>
        <p:nvPr/>
      </p:nvGrpSpPr>
      <p:grpSpPr>
        <a:xfrm>
          <a:off x="0" y="0"/>
          <a:ext cx="0" cy="0"/>
          <a:chOff x="0" y="0"/>
          <a:chExt cx="0" cy="0"/>
        </a:xfrm>
      </p:grpSpPr>
      <p:sp>
        <p:nvSpPr>
          <p:cNvPr id="420" name="Google Shape;420;p43"/>
          <p:cNvSpPr txBox="1"/>
          <p:nvPr>
            <p:ph type="title"/>
          </p:nvPr>
        </p:nvSpPr>
        <p:spPr>
          <a:xfrm>
            <a:off x="293039" y="1202902"/>
            <a:ext cx="7403700" cy="2737800"/>
          </a:xfrm>
          <a:prstGeom prst="rect">
            <a:avLst/>
          </a:prstGeom>
          <a:noFill/>
          <a:ln>
            <a:noFill/>
          </a:ln>
        </p:spPr>
        <p:txBody>
          <a:bodyPr anchorCtr="0" anchor="b" bIns="0" lIns="0" spcFirstLastPara="1" rIns="0" wrap="square" tIns="0">
            <a:normAutofit/>
          </a:bodyPr>
          <a:lstStyle>
            <a:lvl1pPr lvl="0" algn="l">
              <a:lnSpc>
                <a:spcPct val="90000"/>
              </a:lnSpc>
              <a:spcBef>
                <a:spcPts val="400"/>
              </a:spcBef>
              <a:spcAft>
                <a:spcPts val="0"/>
              </a:spcAft>
              <a:buClr>
                <a:srgbClr val="FFFFFF"/>
              </a:buClr>
              <a:buSzPts val="6000"/>
              <a:buFont typeface="Arial"/>
              <a:buNone/>
              <a:defRPr sz="6000">
                <a:solidFill>
                  <a:srgbClr val="FFFFFF"/>
                </a:solidFill>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sp>
        <p:nvSpPr>
          <p:cNvPr id="421" name="Google Shape;421;p43"/>
          <p:cNvSpPr txBox="1"/>
          <p:nvPr>
            <p:ph idx="1" type="body"/>
          </p:nvPr>
        </p:nvSpPr>
        <p:spPr>
          <a:xfrm>
            <a:off x="293039" y="4508093"/>
            <a:ext cx="7407900" cy="2496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400"/>
              </a:spcBef>
              <a:spcAft>
                <a:spcPts val="0"/>
              </a:spcAft>
              <a:buClr>
                <a:schemeClr val="accent5"/>
              </a:buClr>
              <a:buSzPts val="1200"/>
              <a:buFont typeface="Arial"/>
              <a:buNone/>
              <a:defRPr b="0" sz="1200">
                <a:solidFill>
                  <a:schemeClr val="accent5"/>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sp>
        <p:nvSpPr>
          <p:cNvPr id="422" name="Google Shape;422;p43"/>
          <p:cNvSpPr txBox="1"/>
          <p:nvPr>
            <p:ph idx="2" type="body"/>
          </p:nvPr>
        </p:nvSpPr>
        <p:spPr>
          <a:xfrm>
            <a:off x="293039" y="4765268"/>
            <a:ext cx="7407900" cy="1854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400"/>
              </a:spcBef>
              <a:spcAft>
                <a:spcPts val="0"/>
              </a:spcAft>
              <a:buClr>
                <a:schemeClr val="accent5"/>
              </a:buClr>
              <a:buSzPts val="900"/>
              <a:buFont typeface="Arial"/>
              <a:buNone/>
              <a:defRPr b="0" sz="900">
                <a:solidFill>
                  <a:schemeClr val="accent5"/>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pic>
        <p:nvPicPr>
          <p:cNvPr descr="A white letter on a black background&#10;&#10;Description automatically generated" id="423" name="Google Shape;423;p43"/>
          <p:cNvPicPr preferRelativeResize="0"/>
          <p:nvPr/>
        </p:nvPicPr>
        <p:blipFill rotWithShape="1">
          <a:blip r:embed="rId3">
            <a:alphaModFix/>
          </a:blip>
          <a:srcRect b="0" l="0" r="0" t="0"/>
          <a:stretch/>
        </p:blipFill>
        <p:spPr>
          <a:xfrm>
            <a:off x="285750" y="235150"/>
            <a:ext cx="1172369" cy="301226"/>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 One Partner">
  <p:cSld name="Cover Slide_1">
    <p:bg>
      <p:bgPr>
        <a:blipFill>
          <a:blip r:embed="rId2">
            <a:alphaModFix/>
          </a:blip>
          <a:stretch>
            <a:fillRect/>
          </a:stretch>
        </a:blipFill>
      </p:bgPr>
    </p:bg>
    <p:spTree>
      <p:nvGrpSpPr>
        <p:cNvPr id="424" name="Shape 424"/>
        <p:cNvGrpSpPr/>
        <p:nvPr/>
      </p:nvGrpSpPr>
      <p:grpSpPr>
        <a:xfrm>
          <a:off x="0" y="0"/>
          <a:ext cx="0" cy="0"/>
          <a:chOff x="0" y="0"/>
          <a:chExt cx="0" cy="0"/>
        </a:xfrm>
      </p:grpSpPr>
      <p:sp>
        <p:nvSpPr>
          <p:cNvPr id="425" name="Google Shape;425;p44"/>
          <p:cNvSpPr txBox="1"/>
          <p:nvPr>
            <p:ph type="title"/>
          </p:nvPr>
        </p:nvSpPr>
        <p:spPr>
          <a:xfrm>
            <a:off x="293039" y="1202902"/>
            <a:ext cx="7403700" cy="2737800"/>
          </a:xfrm>
          <a:prstGeom prst="rect">
            <a:avLst/>
          </a:prstGeom>
          <a:noFill/>
          <a:ln>
            <a:noFill/>
          </a:ln>
        </p:spPr>
        <p:txBody>
          <a:bodyPr anchorCtr="0" anchor="b" bIns="0" lIns="0" spcFirstLastPara="1" rIns="0" wrap="square" tIns="0">
            <a:normAutofit/>
          </a:bodyPr>
          <a:lstStyle>
            <a:lvl1pPr lvl="0" algn="l">
              <a:lnSpc>
                <a:spcPct val="90000"/>
              </a:lnSpc>
              <a:spcBef>
                <a:spcPts val="400"/>
              </a:spcBef>
              <a:spcAft>
                <a:spcPts val="0"/>
              </a:spcAft>
              <a:buClr>
                <a:srgbClr val="FFFFFF"/>
              </a:buClr>
              <a:buSzPts val="6000"/>
              <a:buFont typeface="Arial"/>
              <a:buNone/>
              <a:defRPr sz="6000">
                <a:solidFill>
                  <a:srgbClr val="FFFFFF"/>
                </a:solidFill>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sp>
        <p:nvSpPr>
          <p:cNvPr id="426" name="Google Shape;426;p44"/>
          <p:cNvSpPr txBox="1"/>
          <p:nvPr>
            <p:ph idx="1" type="body"/>
          </p:nvPr>
        </p:nvSpPr>
        <p:spPr>
          <a:xfrm>
            <a:off x="293039" y="4508093"/>
            <a:ext cx="7407900" cy="2496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400"/>
              </a:spcBef>
              <a:spcAft>
                <a:spcPts val="0"/>
              </a:spcAft>
              <a:buClr>
                <a:schemeClr val="accent5"/>
              </a:buClr>
              <a:buSzPts val="1200"/>
              <a:buFont typeface="Arial"/>
              <a:buNone/>
              <a:defRPr b="0" sz="1200">
                <a:solidFill>
                  <a:schemeClr val="accent5"/>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sp>
        <p:nvSpPr>
          <p:cNvPr id="427" name="Google Shape;427;p44"/>
          <p:cNvSpPr txBox="1"/>
          <p:nvPr>
            <p:ph idx="2" type="body"/>
          </p:nvPr>
        </p:nvSpPr>
        <p:spPr>
          <a:xfrm>
            <a:off x="293039" y="4765268"/>
            <a:ext cx="7407900" cy="1854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400"/>
              </a:spcBef>
              <a:spcAft>
                <a:spcPts val="0"/>
              </a:spcAft>
              <a:buClr>
                <a:schemeClr val="accent5"/>
              </a:buClr>
              <a:buSzPts val="900"/>
              <a:buFont typeface="Arial"/>
              <a:buNone/>
              <a:defRPr b="0" sz="900">
                <a:solidFill>
                  <a:schemeClr val="accent5"/>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pic>
        <p:nvPicPr>
          <p:cNvPr descr="A white letter on a black background&#10;&#10;Description automatically generated" id="428" name="Google Shape;428;p44"/>
          <p:cNvPicPr preferRelativeResize="0"/>
          <p:nvPr/>
        </p:nvPicPr>
        <p:blipFill rotWithShape="1">
          <a:blip r:embed="rId3">
            <a:alphaModFix/>
          </a:blip>
          <a:srcRect b="0" l="0" r="0" t="0"/>
          <a:stretch/>
        </p:blipFill>
        <p:spPr>
          <a:xfrm>
            <a:off x="285750" y="235150"/>
            <a:ext cx="1172369" cy="301226"/>
          </a:xfrm>
          <a:prstGeom prst="rect">
            <a:avLst/>
          </a:prstGeom>
          <a:noFill/>
          <a:ln>
            <a:noFill/>
          </a:ln>
        </p:spPr>
      </p:pic>
      <p:cxnSp>
        <p:nvCxnSpPr>
          <p:cNvPr id="429" name="Google Shape;429;p44"/>
          <p:cNvCxnSpPr/>
          <p:nvPr/>
        </p:nvCxnSpPr>
        <p:spPr>
          <a:xfrm>
            <a:off x="1700759" y="210713"/>
            <a:ext cx="0" cy="350100"/>
          </a:xfrm>
          <a:prstGeom prst="straightConnector1">
            <a:avLst/>
          </a:prstGeom>
          <a:noFill/>
          <a:ln cap="flat" cmpd="sng" w="9525">
            <a:solidFill>
              <a:schemeClr val="accent6"/>
            </a:solidFill>
            <a:prstDash val="solid"/>
            <a:round/>
            <a:headEnd len="med" w="med" type="none"/>
            <a:tailEnd len="med" w="med" type="none"/>
          </a:ln>
        </p:spPr>
      </p:cxnSp>
      <p:sp>
        <p:nvSpPr>
          <p:cNvPr id="430" name="Google Shape;430;p44"/>
          <p:cNvSpPr/>
          <p:nvPr>
            <p:ph idx="3" type="pic"/>
          </p:nvPr>
        </p:nvSpPr>
        <p:spPr>
          <a:xfrm>
            <a:off x="1943400" y="206025"/>
            <a:ext cx="1172400" cy="350100"/>
          </a:xfrm>
          <a:prstGeom prst="rect">
            <a:avLst/>
          </a:prstGeom>
          <a:noFill/>
          <a:ln>
            <a:no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 Two Partners">
  <p:cSld name="Cover Slide_1_1">
    <p:bg>
      <p:bgPr>
        <a:blipFill>
          <a:blip r:embed="rId2">
            <a:alphaModFix/>
          </a:blip>
          <a:stretch>
            <a:fillRect/>
          </a:stretch>
        </a:blipFill>
      </p:bgPr>
    </p:bg>
    <p:spTree>
      <p:nvGrpSpPr>
        <p:cNvPr id="431" name="Shape 431"/>
        <p:cNvGrpSpPr/>
        <p:nvPr/>
      </p:nvGrpSpPr>
      <p:grpSpPr>
        <a:xfrm>
          <a:off x="0" y="0"/>
          <a:ext cx="0" cy="0"/>
          <a:chOff x="0" y="0"/>
          <a:chExt cx="0" cy="0"/>
        </a:xfrm>
      </p:grpSpPr>
      <p:sp>
        <p:nvSpPr>
          <p:cNvPr id="432" name="Google Shape;432;p45"/>
          <p:cNvSpPr txBox="1"/>
          <p:nvPr>
            <p:ph type="title"/>
          </p:nvPr>
        </p:nvSpPr>
        <p:spPr>
          <a:xfrm>
            <a:off x="293039" y="1202902"/>
            <a:ext cx="7403700" cy="2737800"/>
          </a:xfrm>
          <a:prstGeom prst="rect">
            <a:avLst/>
          </a:prstGeom>
          <a:noFill/>
          <a:ln>
            <a:noFill/>
          </a:ln>
        </p:spPr>
        <p:txBody>
          <a:bodyPr anchorCtr="0" anchor="b" bIns="0" lIns="0" spcFirstLastPara="1" rIns="0" wrap="square" tIns="0">
            <a:normAutofit/>
          </a:bodyPr>
          <a:lstStyle>
            <a:lvl1pPr lvl="0" algn="l">
              <a:lnSpc>
                <a:spcPct val="90000"/>
              </a:lnSpc>
              <a:spcBef>
                <a:spcPts val="400"/>
              </a:spcBef>
              <a:spcAft>
                <a:spcPts val="0"/>
              </a:spcAft>
              <a:buClr>
                <a:srgbClr val="FFFFFF"/>
              </a:buClr>
              <a:buSzPts val="6000"/>
              <a:buFont typeface="Arial"/>
              <a:buNone/>
              <a:defRPr sz="6000">
                <a:solidFill>
                  <a:srgbClr val="FFFFFF"/>
                </a:solidFill>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sp>
        <p:nvSpPr>
          <p:cNvPr id="433" name="Google Shape;433;p45"/>
          <p:cNvSpPr txBox="1"/>
          <p:nvPr>
            <p:ph idx="1" type="body"/>
          </p:nvPr>
        </p:nvSpPr>
        <p:spPr>
          <a:xfrm>
            <a:off x="293039" y="4508093"/>
            <a:ext cx="7407900" cy="2496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400"/>
              </a:spcBef>
              <a:spcAft>
                <a:spcPts val="0"/>
              </a:spcAft>
              <a:buClr>
                <a:schemeClr val="accent5"/>
              </a:buClr>
              <a:buSzPts val="1200"/>
              <a:buFont typeface="Arial"/>
              <a:buNone/>
              <a:defRPr b="0" sz="1200">
                <a:solidFill>
                  <a:schemeClr val="accent5"/>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sp>
        <p:nvSpPr>
          <p:cNvPr id="434" name="Google Shape;434;p45"/>
          <p:cNvSpPr txBox="1"/>
          <p:nvPr>
            <p:ph idx="2" type="body"/>
          </p:nvPr>
        </p:nvSpPr>
        <p:spPr>
          <a:xfrm>
            <a:off x="293039" y="4765268"/>
            <a:ext cx="7407900" cy="1854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400"/>
              </a:spcBef>
              <a:spcAft>
                <a:spcPts val="0"/>
              </a:spcAft>
              <a:buClr>
                <a:schemeClr val="accent5"/>
              </a:buClr>
              <a:buSzPts val="900"/>
              <a:buFont typeface="Arial"/>
              <a:buNone/>
              <a:defRPr b="0" sz="900">
                <a:solidFill>
                  <a:schemeClr val="accent5"/>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pic>
        <p:nvPicPr>
          <p:cNvPr descr="A white letter on a black background&#10;&#10;Description automatically generated" id="435" name="Google Shape;435;p45"/>
          <p:cNvPicPr preferRelativeResize="0"/>
          <p:nvPr/>
        </p:nvPicPr>
        <p:blipFill rotWithShape="1">
          <a:blip r:embed="rId3">
            <a:alphaModFix/>
          </a:blip>
          <a:srcRect b="0" l="0" r="0" t="0"/>
          <a:stretch/>
        </p:blipFill>
        <p:spPr>
          <a:xfrm>
            <a:off x="285750" y="231141"/>
            <a:ext cx="1010992" cy="259762"/>
          </a:xfrm>
          <a:prstGeom prst="rect">
            <a:avLst/>
          </a:prstGeom>
          <a:noFill/>
          <a:ln>
            <a:noFill/>
          </a:ln>
        </p:spPr>
      </p:pic>
      <p:cxnSp>
        <p:nvCxnSpPr>
          <p:cNvPr id="436" name="Google Shape;436;p45"/>
          <p:cNvCxnSpPr/>
          <p:nvPr/>
        </p:nvCxnSpPr>
        <p:spPr>
          <a:xfrm>
            <a:off x="1505982" y="210067"/>
            <a:ext cx="0" cy="301800"/>
          </a:xfrm>
          <a:prstGeom prst="straightConnector1">
            <a:avLst/>
          </a:prstGeom>
          <a:noFill/>
          <a:ln cap="flat" cmpd="sng" w="9525">
            <a:solidFill>
              <a:schemeClr val="accent6"/>
            </a:solidFill>
            <a:prstDash val="solid"/>
            <a:round/>
            <a:headEnd len="med" w="med" type="none"/>
            <a:tailEnd len="med" w="med" type="none"/>
          </a:ln>
        </p:spPr>
      </p:cxnSp>
      <p:sp>
        <p:nvSpPr>
          <p:cNvPr id="437" name="Google Shape;437;p45"/>
          <p:cNvSpPr/>
          <p:nvPr>
            <p:ph idx="3" type="pic"/>
          </p:nvPr>
        </p:nvSpPr>
        <p:spPr>
          <a:xfrm>
            <a:off x="1715222" y="206025"/>
            <a:ext cx="1011000" cy="301800"/>
          </a:xfrm>
          <a:prstGeom prst="rect">
            <a:avLst/>
          </a:prstGeom>
          <a:noFill/>
          <a:ln>
            <a:noFill/>
          </a:ln>
        </p:spPr>
      </p:sp>
      <p:cxnSp>
        <p:nvCxnSpPr>
          <p:cNvPr id="438" name="Google Shape;438;p45"/>
          <p:cNvCxnSpPr/>
          <p:nvPr/>
        </p:nvCxnSpPr>
        <p:spPr>
          <a:xfrm>
            <a:off x="2935463" y="210067"/>
            <a:ext cx="0" cy="301800"/>
          </a:xfrm>
          <a:prstGeom prst="straightConnector1">
            <a:avLst/>
          </a:prstGeom>
          <a:noFill/>
          <a:ln cap="flat" cmpd="sng" w="9525">
            <a:solidFill>
              <a:schemeClr val="accent6"/>
            </a:solidFill>
            <a:prstDash val="solid"/>
            <a:round/>
            <a:headEnd len="med" w="med" type="none"/>
            <a:tailEnd len="med" w="med" type="none"/>
          </a:ln>
        </p:spPr>
      </p:cxnSp>
      <p:sp>
        <p:nvSpPr>
          <p:cNvPr id="439" name="Google Shape;439;p45"/>
          <p:cNvSpPr/>
          <p:nvPr>
            <p:ph idx="4" type="pic"/>
          </p:nvPr>
        </p:nvSpPr>
        <p:spPr>
          <a:xfrm>
            <a:off x="3144703" y="206025"/>
            <a:ext cx="1011000" cy="3018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Slide_Purple">
  <p:cSld name="Chapter Slide_Purple">
    <p:bg>
      <p:bgPr>
        <a:solidFill>
          <a:schemeClr val="dk2"/>
        </a:solidFill>
      </p:bgPr>
    </p:bg>
    <p:spTree>
      <p:nvGrpSpPr>
        <p:cNvPr id="440" name="Shape 440"/>
        <p:cNvGrpSpPr/>
        <p:nvPr/>
      </p:nvGrpSpPr>
      <p:grpSpPr>
        <a:xfrm>
          <a:off x="0" y="0"/>
          <a:ext cx="0" cy="0"/>
          <a:chOff x="0" y="0"/>
          <a:chExt cx="0" cy="0"/>
        </a:xfrm>
      </p:grpSpPr>
      <p:sp>
        <p:nvSpPr>
          <p:cNvPr id="441" name="Google Shape;441;p46"/>
          <p:cNvSpPr txBox="1"/>
          <p:nvPr>
            <p:ph idx="1" type="body"/>
          </p:nvPr>
        </p:nvSpPr>
        <p:spPr>
          <a:xfrm>
            <a:off x="297061" y="428625"/>
            <a:ext cx="1281000" cy="716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00"/>
              </a:spcBef>
              <a:spcAft>
                <a:spcPts val="0"/>
              </a:spcAft>
              <a:buClr>
                <a:srgbClr val="C39ADA"/>
              </a:buClr>
              <a:buSzPts val="5300"/>
              <a:buNone/>
              <a:defRPr sz="5300">
                <a:solidFill>
                  <a:srgbClr val="C39ADA"/>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sp>
        <p:nvSpPr>
          <p:cNvPr id="442" name="Google Shape;442;p46"/>
          <p:cNvSpPr txBox="1"/>
          <p:nvPr>
            <p:ph idx="2" type="body"/>
          </p:nvPr>
        </p:nvSpPr>
        <p:spPr>
          <a:xfrm>
            <a:off x="297061" y="1193826"/>
            <a:ext cx="7275300" cy="2746800"/>
          </a:xfrm>
          <a:prstGeom prst="rect">
            <a:avLst/>
          </a:prstGeom>
          <a:noFill/>
          <a:ln>
            <a:noFill/>
          </a:ln>
        </p:spPr>
        <p:txBody>
          <a:bodyPr anchorCtr="0" anchor="b" bIns="0" lIns="0" spcFirstLastPara="1" rIns="0" wrap="square" tIns="0">
            <a:normAutofit/>
          </a:bodyPr>
          <a:lstStyle>
            <a:lvl1pPr indent="-228600" lvl="0" marL="457200" algn="l">
              <a:lnSpc>
                <a:spcPct val="90000"/>
              </a:lnSpc>
              <a:spcBef>
                <a:spcPts val="400"/>
              </a:spcBef>
              <a:spcAft>
                <a:spcPts val="0"/>
              </a:spcAft>
              <a:buClr>
                <a:schemeClr val="accent3"/>
              </a:buClr>
              <a:buSzPts val="5300"/>
              <a:buNone/>
              <a:defRPr b="0" i="0" sz="5300">
                <a:solidFill>
                  <a:schemeClr val="accent3"/>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pic>
        <p:nvPicPr>
          <p:cNvPr descr="A white letter on a black background&#10;&#10;Description automatically generated" id="443" name="Google Shape;443;p46"/>
          <p:cNvPicPr preferRelativeResize="0"/>
          <p:nvPr/>
        </p:nvPicPr>
        <p:blipFill rotWithShape="1">
          <a:blip r:embed="rId2">
            <a:alphaModFix/>
          </a:blip>
          <a:srcRect b="0" l="0" r="0" t="0"/>
          <a:stretch/>
        </p:blipFill>
        <p:spPr>
          <a:xfrm>
            <a:off x="8022471" y="238125"/>
            <a:ext cx="789176" cy="202769"/>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 Subhead Slide_Purple">
  <p:cSld name="Chapter + Subhead Slide_Purple">
    <p:bg>
      <p:bgPr>
        <a:solidFill>
          <a:schemeClr val="dk2"/>
        </a:solidFill>
      </p:bgPr>
    </p:bg>
    <p:spTree>
      <p:nvGrpSpPr>
        <p:cNvPr id="444" name="Shape 444"/>
        <p:cNvGrpSpPr/>
        <p:nvPr/>
      </p:nvGrpSpPr>
      <p:grpSpPr>
        <a:xfrm>
          <a:off x="0" y="0"/>
          <a:ext cx="0" cy="0"/>
          <a:chOff x="0" y="0"/>
          <a:chExt cx="0" cy="0"/>
        </a:xfrm>
      </p:grpSpPr>
      <p:sp>
        <p:nvSpPr>
          <p:cNvPr id="445" name="Google Shape;445;p47"/>
          <p:cNvSpPr txBox="1"/>
          <p:nvPr>
            <p:ph idx="1" type="body"/>
          </p:nvPr>
        </p:nvSpPr>
        <p:spPr>
          <a:xfrm>
            <a:off x="295955" y="4000923"/>
            <a:ext cx="7241400" cy="717600"/>
          </a:xfrm>
          <a:prstGeom prst="rect">
            <a:avLst/>
          </a:prstGeom>
          <a:noFill/>
          <a:ln>
            <a:noFill/>
          </a:ln>
        </p:spPr>
        <p:txBody>
          <a:bodyPr anchorCtr="0" anchor="b" bIns="0" lIns="0" spcFirstLastPara="1" rIns="0" wrap="square" tIns="0">
            <a:normAutofit/>
          </a:bodyPr>
          <a:lstStyle>
            <a:lvl1pPr indent="-228600" lvl="0" marL="457200" algn="l">
              <a:lnSpc>
                <a:spcPct val="90000"/>
              </a:lnSpc>
              <a:spcBef>
                <a:spcPts val="400"/>
              </a:spcBef>
              <a:spcAft>
                <a:spcPts val="0"/>
              </a:spcAft>
              <a:buClr>
                <a:srgbClr val="C39ADA"/>
              </a:buClr>
              <a:buSzPts val="3000"/>
              <a:buNone/>
              <a:defRPr b="0" i="0" sz="3000">
                <a:solidFill>
                  <a:srgbClr val="C39ADA"/>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sp>
        <p:nvSpPr>
          <p:cNvPr id="446" name="Google Shape;446;p47"/>
          <p:cNvSpPr txBox="1"/>
          <p:nvPr>
            <p:ph idx="2" type="body"/>
          </p:nvPr>
        </p:nvSpPr>
        <p:spPr>
          <a:xfrm>
            <a:off x="297061" y="428625"/>
            <a:ext cx="1281000" cy="716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00"/>
              </a:spcBef>
              <a:spcAft>
                <a:spcPts val="0"/>
              </a:spcAft>
              <a:buClr>
                <a:srgbClr val="C39ADA"/>
              </a:buClr>
              <a:buSzPts val="5300"/>
              <a:buNone/>
              <a:defRPr sz="5300">
                <a:solidFill>
                  <a:srgbClr val="C39ADA"/>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sp>
        <p:nvSpPr>
          <p:cNvPr id="447" name="Google Shape;447;p47"/>
          <p:cNvSpPr txBox="1"/>
          <p:nvPr>
            <p:ph idx="3" type="body"/>
          </p:nvPr>
        </p:nvSpPr>
        <p:spPr>
          <a:xfrm>
            <a:off x="297061" y="1193826"/>
            <a:ext cx="7275300" cy="2746800"/>
          </a:xfrm>
          <a:prstGeom prst="rect">
            <a:avLst/>
          </a:prstGeom>
          <a:noFill/>
          <a:ln>
            <a:noFill/>
          </a:ln>
        </p:spPr>
        <p:txBody>
          <a:bodyPr anchorCtr="0" anchor="b" bIns="0" lIns="0" spcFirstLastPara="1" rIns="0" wrap="square" tIns="0">
            <a:normAutofit/>
          </a:bodyPr>
          <a:lstStyle>
            <a:lvl1pPr indent="-228600" lvl="0" marL="457200" algn="l">
              <a:lnSpc>
                <a:spcPct val="90000"/>
              </a:lnSpc>
              <a:spcBef>
                <a:spcPts val="400"/>
              </a:spcBef>
              <a:spcAft>
                <a:spcPts val="0"/>
              </a:spcAft>
              <a:buClr>
                <a:schemeClr val="accent3"/>
              </a:buClr>
              <a:buSzPts val="5300"/>
              <a:buNone/>
              <a:defRPr b="0" i="0" sz="5300">
                <a:solidFill>
                  <a:schemeClr val="accent3"/>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pic>
        <p:nvPicPr>
          <p:cNvPr descr="A white letter on a black background&#10;&#10;Description automatically generated" id="448" name="Google Shape;448;p47"/>
          <p:cNvPicPr preferRelativeResize="0"/>
          <p:nvPr/>
        </p:nvPicPr>
        <p:blipFill rotWithShape="1">
          <a:blip r:embed="rId2">
            <a:alphaModFix/>
          </a:blip>
          <a:srcRect b="0" l="0" r="0" t="0"/>
          <a:stretch/>
        </p:blipFill>
        <p:spPr>
          <a:xfrm>
            <a:off x="8022471" y="238125"/>
            <a:ext cx="789176" cy="202769"/>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Slide_Green">
  <p:cSld name="Chapter Slide_Green">
    <p:bg>
      <p:bgPr>
        <a:solidFill>
          <a:schemeClr val="dk1"/>
        </a:solidFill>
      </p:bgPr>
    </p:bg>
    <p:spTree>
      <p:nvGrpSpPr>
        <p:cNvPr id="449" name="Shape 449"/>
        <p:cNvGrpSpPr/>
        <p:nvPr/>
      </p:nvGrpSpPr>
      <p:grpSpPr>
        <a:xfrm>
          <a:off x="0" y="0"/>
          <a:ext cx="0" cy="0"/>
          <a:chOff x="0" y="0"/>
          <a:chExt cx="0" cy="0"/>
        </a:xfrm>
      </p:grpSpPr>
      <p:sp>
        <p:nvSpPr>
          <p:cNvPr id="450" name="Google Shape;450;p48"/>
          <p:cNvSpPr txBox="1"/>
          <p:nvPr>
            <p:ph idx="1" type="body"/>
          </p:nvPr>
        </p:nvSpPr>
        <p:spPr>
          <a:xfrm>
            <a:off x="297061" y="1193826"/>
            <a:ext cx="7275300" cy="2746800"/>
          </a:xfrm>
          <a:prstGeom prst="rect">
            <a:avLst/>
          </a:prstGeom>
          <a:noFill/>
          <a:ln>
            <a:noFill/>
          </a:ln>
        </p:spPr>
        <p:txBody>
          <a:bodyPr anchorCtr="0" anchor="b" bIns="0" lIns="0" spcFirstLastPara="1" rIns="0" wrap="square" tIns="0">
            <a:normAutofit/>
          </a:bodyPr>
          <a:lstStyle>
            <a:lvl1pPr indent="-228600" lvl="0" marL="457200" algn="l">
              <a:lnSpc>
                <a:spcPct val="90000"/>
              </a:lnSpc>
              <a:spcBef>
                <a:spcPts val="400"/>
              </a:spcBef>
              <a:spcAft>
                <a:spcPts val="0"/>
              </a:spcAft>
              <a:buClr>
                <a:schemeClr val="accent1"/>
              </a:buClr>
              <a:buSzPts val="5300"/>
              <a:buNone/>
              <a:defRPr b="0" i="0" sz="5300">
                <a:solidFill>
                  <a:schemeClr val="accent1"/>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sp>
        <p:nvSpPr>
          <p:cNvPr id="451" name="Google Shape;451;p48"/>
          <p:cNvSpPr txBox="1"/>
          <p:nvPr>
            <p:ph idx="2" type="body"/>
          </p:nvPr>
        </p:nvSpPr>
        <p:spPr>
          <a:xfrm>
            <a:off x="297061" y="428625"/>
            <a:ext cx="1281000" cy="716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00"/>
              </a:spcBef>
              <a:spcAft>
                <a:spcPts val="0"/>
              </a:spcAft>
              <a:buClr>
                <a:srgbClr val="6AA185"/>
              </a:buClr>
              <a:buSzPts val="5300"/>
              <a:buNone/>
              <a:defRPr sz="5300">
                <a:solidFill>
                  <a:srgbClr val="6AA185"/>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pic>
        <p:nvPicPr>
          <p:cNvPr descr="A white letter on a black background&#10;&#10;Description automatically generated" id="452" name="Google Shape;452;p48"/>
          <p:cNvPicPr preferRelativeResize="0"/>
          <p:nvPr/>
        </p:nvPicPr>
        <p:blipFill rotWithShape="1">
          <a:blip r:embed="rId2">
            <a:alphaModFix/>
          </a:blip>
          <a:srcRect b="0" l="0" r="0" t="0"/>
          <a:stretch/>
        </p:blipFill>
        <p:spPr>
          <a:xfrm>
            <a:off x="8022471" y="238125"/>
            <a:ext cx="789176" cy="202769"/>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 Subhead Slide_Green">
  <p:cSld name="Chapter + Subhead Slide_Green">
    <p:bg>
      <p:bgPr>
        <a:solidFill>
          <a:schemeClr val="dk1"/>
        </a:solidFill>
      </p:bgPr>
    </p:bg>
    <p:spTree>
      <p:nvGrpSpPr>
        <p:cNvPr id="453" name="Shape 453"/>
        <p:cNvGrpSpPr/>
        <p:nvPr/>
      </p:nvGrpSpPr>
      <p:grpSpPr>
        <a:xfrm>
          <a:off x="0" y="0"/>
          <a:ext cx="0" cy="0"/>
          <a:chOff x="0" y="0"/>
          <a:chExt cx="0" cy="0"/>
        </a:xfrm>
      </p:grpSpPr>
      <p:sp>
        <p:nvSpPr>
          <p:cNvPr id="454" name="Google Shape;454;p49"/>
          <p:cNvSpPr txBox="1"/>
          <p:nvPr>
            <p:ph idx="1" type="body"/>
          </p:nvPr>
        </p:nvSpPr>
        <p:spPr>
          <a:xfrm>
            <a:off x="297061" y="1193826"/>
            <a:ext cx="7275300" cy="2746800"/>
          </a:xfrm>
          <a:prstGeom prst="rect">
            <a:avLst/>
          </a:prstGeom>
          <a:noFill/>
          <a:ln>
            <a:noFill/>
          </a:ln>
        </p:spPr>
        <p:txBody>
          <a:bodyPr anchorCtr="0" anchor="b" bIns="0" lIns="0" spcFirstLastPara="1" rIns="0" wrap="square" tIns="0">
            <a:normAutofit/>
          </a:bodyPr>
          <a:lstStyle>
            <a:lvl1pPr indent="-228600" lvl="0" marL="457200" algn="l">
              <a:lnSpc>
                <a:spcPct val="90000"/>
              </a:lnSpc>
              <a:spcBef>
                <a:spcPts val="400"/>
              </a:spcBef>
              <a:spcAft>
                <a:spcPts val="0"/>
              </a:spcAft>
              <a:buClr>
                <a:schemeClr val="accent1"/>
              </a:buClr>
              <a:buSzPts val="5300"/>
              <a:buNone/>
              <a:defRPr b="0" i="0" sz="5300">
                <a:solidFill>
                  <a:schemeClr val="accent1"/>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sp>
        <p:nvSpPr>
          <p:cNvPr id="455" name="Google Shape;455;p49"/>
          <p:cNvSpPr txBox="1"/>
          <p:nvPr>
            <p:ph idx="2" type="body"/>
          </p:nvPr>
        </p:nvSpPr>
        <p:spPr>
          <a:xfrm>
            <a:off x="297061" y="428625"/>
            <a:ext cx="1281000" cy="716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00"/>
              </a:spcBef>
              <a:spcAft>
                <a:spcPts val="0"/>
              </a:spcAft>
              <a:buClr>
                <a:srgbClr val="6AA185"/>
              </a:buClr>
              <a:buSzPts val="5300"/>
              <a:buNone/>
              <a:defRPr sz="5300">
                <a:solidFill>
                  <a:srgbClr val="6AA185"/>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sp>
        <p:nvSpPr>
          <p:cNvPr id="456" name="Google Shape;456;p49"/>
          <p:cNvSpPr txBox="1"/>
          <p:nvPr>
            <p:ph idx="3" type="body"/>
          </p:nvPr>
        </p:nvSpPr>
        <p:spPr>
          <a:xfrm>
            <a:off x="297061" y="4000923"/>
            <a:ext cx="7241400" cy="717600"/>
          </a:xfrm>
          <a:prstGeom prst="rect">
            <a:avLst/>
          </a:prstGeom>
          <a:noFill/>
          <a:ln>
            <a:noFill/>
          </a:ln>
        </p:spPr>
        <p:txBody>
          <a:bodyPr anchorCtr="0" anchor="b" bIns="0" lIns="0" spcFirstLastPara="1" rIns="0" wrap="square" tIns="0">
            <a:normAutofit/>
          </a:bodyPr>
          <a:lstStyle>
            <a:lvl1pPr indent="-228600" lvl="0" marL="457200" algn="l">
              <a:lnSpc>
                <a:spcPct val="90000"/>
              </a:lnSpc>
              <a:spcBef>
                <a:spcPts val="400"/>
              </a:spcBef>
              <a:spcAft>
                <a:spcPts val="0"/>
              </a:spcAft>
              <a:buClr>
                <a:srgbClr val="6AA185"/>
              </a:buClr>
              <a:buSzPts val="3000"/>
              <a:buNone/>
              <a:defRPr b="0" i="0" sz="3000">
                <a:solidFill>
                  <a:srgbClr val="6AA185"/>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pic>
        <p:nvPicPr>
          <p:cNvPr descr="A white letter on a black background&#10;&#10;Description automatically generated" id="457" name="Google Shape;457;p49"/>
          <p:cNvPicPr preferRelativeResize="0"/>
          <p:nvPr/>
        </p:nvPicPr>
        <p:blipFill rotWithShape="1">
          <a:blip r:embed="rId2">
            <a:alphaModFix/>
          </a:blip>
          <a:srcRect b="0" l="0" r="0" t="0"/>
          <a:stretch/>
        </p:blipFill>
        <p:spPr>
          <a:xfrm>
            <a:off x="8022471" y="238125"/>
            <a:ext cx="789176" cy="202769"/>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Slide_1">
  <p:cSld name="Statement Slide_1">
    <p:bg>
      <p:bgPr>
        <a:blipFill>
          <a:blip r:embed="rId2">
            <a:alphaModFix/>
          </a:blip>
          <a:stretch>
            <a:fillRect/>
          </a:stretch>
        </a:blipFill>
      </p:bgPr>
    </p:bg>
    <p:spTree>
      <p:nvGrpSpPr>
        <p:cNvPr id="458" name="Shape 458"/>
        <p:cNvGrpSpPr/>
        <p:nvPr/>
      </p:nvGrpSpPr>
      <p:grpSpPr>
        <a:xfrm>
          <a:off x="0" y="0"/>
          <a:ext cx="0" cy="0"/>
          <a:chOff x="0" y="0"/>
          <a:chExt cx="0" cy="0"/>
        </a:xfrm>
      </p:grpSpPr>
      <p:sp>
        <p:nvSpPr>
          <p:cNvPr id="459" name="Google Shape;459;p50"/>
          <p:cNvSpPr txBox="1"/>
          <p:nvPr>
            <p:ph idx="1" type="body"/>
          </p:nvPr>
        </p:nvSpPr>
        <p:spPr>
          <a:xfrm>
            <a:off x="295955" y="2202180"/>
            <a:ext cx="4757700" cy="24453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400"/>
              </a:spcBef>
              <a:spcAft>
                <a:spcPts val="0"/>
              </a:spcAft>
              <a:buClr>
                <a:srgbClr val="FFFFFF"/>
              </a:buClr>
              <a:buSzPts val="1900"/>
              <a:buFont typeface="Arial"/>
              <a:buNone/>
              <a:defRPr b="0" i="0" sz="1900">
                <a:solidFill>
                  <a:srgbClr val="FFFFFF"/>
                </a:solidFill>
                <a:latin typeface="Outfit Light"/>
                <a:ea typeface="Outfit Light"/>
                <a:cs typeface="Outfit Light"/>
                <a:sym typeface="Outfit Light"/>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460" name="Google Shape;460;p50"/>
          <p:cNvSpPr txBox="1"/>
          <p:nvPr>
            <p:ph idx="2" type="body"/>
          </p:nvPr>
        </p:nvSpPr>
        <p:spPr>
          <a:xfrm>
            <a:off x="295955" y="535781"/>
            <a:ext cx="4757700" cy="1439400"/>
          </a:xfrm>
          <a:prstGeom prst="rect">
            <a:avLst/>
          </a:prstGeom>
          <a:noFill/>
          <a:ln>
            <a:noFill/>
          </a:ln>
        </p:spPr>
        <p:txBody>
          <a:bodyPr anchorCtr="0" anchor="b" bIns="0" lIns="0" spcFirstLastPara="1" rIns="0" wrap="square" tIns="0">
            <a:normAutofit/>
          </a:bodyPr>
          <a:lstStyle>
            <a:lvl1pPr indent="-228600" lvl="0" marL="457200" algn="l">
              <a:lnSpc>
                <a:spcPct val="90000"/>
              </a:lnSpc>
              <a:spcBef>
                <a:spcPts val="400"/>
              </a:spcBef>
              <a:spcAft>
                <a:spcPts val="0"/>
              </a:spcAft>
              <a:buClr>
                <a:schemeClr val="accent5"/>
              </a:buClr>
              <a:buSzPts val="3000"/>
              <a:buNone/>
              <a:defRPr b="0" i="0" sz="3000">
                <a:solidFill>
                  <a:schemeClr val="accent5"/>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pic>
        <p:nvPicPr>
          <p:cNvPr descr="A white letter on a black background&#10;&#10;Description automatically generated" id="461" name="Google Shape;461;p50"/>
          <p:cNvPicPr preferRelativeResize="0"/>
          <p:nvPr/>
        </p:nvPicPr>
        <p:blipFill rotWithShape="1">
          <a:blip r:embed="rId3">
            <a:alphaModFix/>
          </a:blip>
          <a:srcRect b="0" l="0" r="0" t="0"/>
          <a:stretch/>
        </p:blipFill>
        <p:spPr>
          <a:xfrm>
            <a:off x="8022471" y="238125"/>
            <a:ext cx="789176" cy="202769"/>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Slide_2">
  <p:cSld name="Statement Slide_2">
    <p:bg>
      <p:bgPr>
        <a:blipFill>
          <a:blip r:embed="rId2">
            <a:alphaModFix/>
          </a:blip>
          <a:stretch>
            <a:fillRect/>
          </a:stretch>
        </a:blipFill>
      </p:bgPr>
    </p:bg>
    <p:spTree>
      <p:nvGrpSpPr>
        <p:cNvPr id="462" name="Shape 462"/>
        <p:cNvGrpSpPr/>
        <p:nvPr/>
      </p:nvGrpSpPr>
      <p:grpSpPr>
        <a:xfrm>
          <a:off x="0" y="0"/>
          <a:ext cx="0" cy="0"/>
          <a:chOff x="0" y="0"/>
          <a:chExt cx="0" cy="0"/>
        </a:xfrm>
      </p:grpSpPr>
      <p:sp>
        <p:nvSpPr>
          <p:cNvPr id="463" name="Google Shape;463;p51"/>
          <p:cNvSpPr txBox="1"/>
          <p:nvPr>
            <p:ph idx="1" type="body"/>
          </p:nvPr>
        </p:nvSpPr>
        <p:spPr>
          <a:xfrm>
            <a:off x="295955" y="2202180"/>
            <a:ext cx="4757700" cy="24453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rgbClr val="FFFFFF"/>
              </a:buClr>
              <a:buSzPts val="1900"/>
              <a:buFont typeface="Arial"/>
              <a:buNone/>
              <a:defRPr b="0" i="0" sz="1900">
                <a:solidFill>
                  <a:srgbClr val="FFFFFF"/>
                </a:solidFill>
                <a:latin typeface="Outfit Light"/>
                <a:ea typeface="Outfit Light"/>
                <a:cs typeface="Outfit Light"/>
                <a:sym typeface="Outfit Light"/>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464" name="Google Shape;464;p51"/>
          <p:cNvSpPr txBox="1"/>
          <p:nvPr>
            <p:ph idx="2" type="body"/>
          </p:nvPr>
        </p:nvSpPr>
        <p:spPr>
          <a:xfrm>
            <a:off x="295955" y="535781"/>
            <a:ext cx="4757700" cy="1439400"/>
          </a:xfrm>
          <a:prstGeom prst="rect">
            <a:avLst/>
          </a:prstGeom>
          <a:noFill/>
          <a:ln>
            <a:noFill/>
          </a:ln>
        </p:spPr>
        <p:txBody>
          <a:bodyPr anchorCtr="0" anchor="b" bIns="0" lIns="0" spcFirstLastPara="1" rIns="0" wrap="square" tIns="0">
            <a:normAutofit/>
          </a:bodyPr>
          <a:lstStyle>
            <a:lvl1pPr indent="-228600" lvl="0" marL="457200" algn="l">
              <a:lnSpc>
                <a:spcPct val="110000"/>
              </a:lnSpc>
              <a:spcBef>
                <a:spcPts val="400"/>
              </a:spcBef>
              <a:spcAft>
                <a:spcPts val="0"/>
              </a:spcAft>
              <a:buClr>
                <a:schemeClr val="accent5"/>
              </a:buClr>
              <a:buSzPts val="3000"/>
              <a:buNone/>
              <a:defRPr b="0" i="0" sz="3000">
                <a:solidFill>
                  <a:schemeClr val="accent5"/>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pic>
        <p:nvPicPr>
          <p:cNvPr descr="A white letter on a black background&#10;&#10;Description automatically generated" id="465" name="Google Shape;465;p51"/>
          <p:cNvPicPr preferRelativeResize="0"/>
          <p:nvPr/>
        </p:nvPicPr>
        <p:blipFill rotWithShape="1">
          <a:blip r:embed="rId3">
            <a:alphaModFix/>
          </a:blip>
          <a:srcRect b="0" l="0" r="0" t="0"/>
          <a:stretch/>
        </p:blipFill>
        <p:spPr>
          <a:xfrm>
            <a:off x="8022471" y="238125"/>
            <a:ext cx="789176" cy="202769"/>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Slide_3">
  <p:cSld name="Statement Slide_3">
    <p:bg>
      <p:bgPr>
        <a:blipFill>
          <a:blip r:embed="rId2">
            <a:alphaModFix/>
          </a:blip>
          <a:stretch>
            <a:fillRect/>
          </a:stretch>
        </a:blipFill>
      </p:bgPr>
    </p:bg>
    <p:spTree>
      <p:nvGrpSpPr>
        <p:cNvPr id="466" name="Shape 466"/>
        <p:cNvGrpSpPr/>
        <p:nvPr/>
      </p:nvGrpSpPr>
      <p:grpSpPr>
        <a:xfrm>
          <a:off x="0" y="0"/>
          <a:ext cx="0" cy="0"/>
          <a:chOff x="0" y="0"/>
          <a:chExt cx="0" cy="0"/>
        </a:xfrm>
      </p:grpSpPr>
      <p:pic>
        <p:nvPicPr>
          <p:cNvPr descr="A white letter on a black background&#10;&#10;Description automatically generated" id="467" name="Google Shape;467;p52"/>
          <p:cNvPicPr preferRelativeResize="0"/>
          <p:nvPr/>
        </p:nvPicPr>
        <p:blipFill rotWithShape="1">
          <a:blip r:embed="rId3">
            <a:alphaModFix/>
          </a:blip>
          <a:srcRect b="0" l="0" r="0" t="0"/>
          <a:stretch/>
        </p:blipFill>
        <p:spPr>
          <a:xfrm>
            <a:off x="8022471" y="238125"/>
            <a:ext cx="789176" cy="202769"/>
          </a:xfrm>
          <a:prstGeom prst="rect">
            <a:avLst/>
          </a:prstGeom>
          <a:noFill/>
          <a:ln>
            <a:noFill/>
          </a:ln>
        </p:spPr>
      </p:pic>
      <p:sp>
        <p:nvSpPr>
          <p:cNvPr id="468" name="Google Shape;468;p52"/>
          <p:cNvSpPr txBox="1"/>
          <p:nvPr>
            <p:ph idx="1" type="body"/>
          </p:nvPr>
        </p:nvSpPr>
        <p:spPr>
          <a:xfrm>
            <a:off x="295955" y="2202180"/>
            <a:ext cx="4757700" cy="24453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400"/>
              </a:spcBef>
              <a:spcAft>
                <a:spcPts val="0"/>
              </a:spcAft>
              <a:buClr>
                <a:srgbClr val="FFFFFF"/>
              </a:buClr>
              <a:buSzPts val="1900"/>
              <a:buFont typeface="Arial"/>
              <a:buNone/>
              <a:defRPr b="0" i="0" sz="1900">
                <a:solidFill>
                  <a:srgbClr val="FFFFFF"/>
                </a:solidFill>
                <a:latin typeface="Outfit Light"/>
                <a:ea typeface="Outfit Light"/>
                <a:cs typeface="Outfit Light"/>
                <a:sym typeface="Outfit Light"/>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469" name="Google Shape;469;p52"/>
          <p:cNvSpPr txBox="1"/>
          <p:nvPr>
            <p:ph idx="2" type="body"/>
          </p:nvPr>
        </p:nvSpPr>
        <p:spPr>
          <a:xfrm>
            <a:off x="295955" y="535781"/>
            <a:ext cx="4757700" cy="1439400"/>
          </a:xfrm>
          <a:prstGeom prst="rect">
            <a:avLst/>
          </a:prstGeom>
          <a:noFill/>
          <a:ln>
            <a:noFill/>
          </a:ln>
        </p:spPr>
        <p:txBody>
          <a:bodyPr anchorCtr="0" anchor="b" bIns="0" lIns="0" spcFirstLastPara="1" rIns="0" wrap="square" tIns="0">
            <a:normAutofit/>
          </a:bodyPr>
          <a:lstStyle>
            <a:lvl1pPr indent="-228600" lvl="0" marL="457200" algn="l">
              <a:lnSpc>
                <a:spcPct val="90000"/>
              </a:lnSpc>
              <a:spcBef>
                <a:spcPts val="400"/>
              </a:spcBef>
              <a:spcAft>
                <a:spcPts val="0"/>
              </a:spcAft>
              <a:buClr>
                <a:schemeClr val="accent4"/>
              </a:buClr>
              <a:buSzPts val="3000"/>
              <a:buNone/>
              <a:defRPr b="0" i="0" sz="3000">
                <a:solidFill>
                  <a:schemeClr val="accent4"/>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Slide_4">
  <p:cSld name="Statement Slide_4">
    <p:bg>
      <p:bgPr>
        <a:blipFill>
          <a:blip r:embed="rId2">
            <a:alphaModFix/>
          </a:blip>
          <a:stretch>
            <a:fillRect/>
          </a:stretch>
        </a:blipFill>
      </p:bgPr>
    </p:bg>
    <p:spTree>
      <p:nvGrpSpPr>
        <p:cNvPr id="470" name="Shape 470"/>
        <p:cNvGrpSpPr/>
        <p:nvPr/>
      </p:nvGrpSpPr>
      <p:grpSpPr>
        <a:xfrm>
          <a:off x="0" y="0"/>
          <a:ext cx="0" cy="0"/>
          <a:chOff x="0" y="0"/>
          <a:chExt cx="0" cy="0"/>
        </a:xfrm>
      </p:grpSpPr>
      <p:sp>
        <p:nvSpPr>
          <p:cNvPr id="471" name="Google Shape;471;p53"/>
          <p:cNvSpPr txBox="1"/>
          <p:nvPr>
            <p:ph idx="1" type="body"/>
          </p:nvPr>
        </p:nvSpPr>
        <p:spPr>
          <a:xfrm>
            <a:off x="295955" y="2202180"/>
            <a:ext cx="4757700" cy="24453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400"/>
              </a:spcBef>
              <a:spcAft>
                <a:spcPts val="0"/>
              </a:spcAft>
              <a:buClr>
                <a:srgbClr val="FFFFFF"/>
              </a:buClr>
              <a:buSzPts val="1900"/>
              <a:buFont typeface="Arial"/>
              <a:buNone/>
              <a:defRPr b="0" i="0" sz="1900">
                <a:solidFill>
                  <a:srgbClr val="FFFFFF"/>
                </a:solidFill>
                <a:latin typeface="Outfit Light"/>
                <a:ea typeface="Outfit Light"/>
                <a:cs typeface="Outfit Light"/>
                <a:sym typeface="Outfit Light"/>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472" name="Google Shape;472;p53"/>
          <p:cNvSpPr txBox="1"/>
          <p:nvPr>
            <p:ph idx="2" type="body"/>
          </p:nvPr>
        </p:nvSpPr>
        <p:spPr>
          <a:xfrm>
            <a:off x="295955" y="535781"/>
            <a:ext cx="4757700" cy="1439400"/>
          </a:xfrm>
          <a:prstGeom prst="rect">
            <a:avLst/>
          </a:prstGeom>
          <a:noFill/>
          <a:ln>
            <a:noFill/>
          </a:ln>
        </p:spPr>
        <p:txBody>
          <a:bodyPr anchorCtr="0" anchor="b" bIns="0" lIns="0" spcFirstLastPara="1" rIns="0" wrap="square" tIns="0">
            <a:normAutofit/>
          </a:bodyPr>
          <a:lstStyle>
            <a:lvl1pPr indent="-228600" lvl="0" marL="457200" algn="l">
              <a:lnSpc>
                <a:spcPct val="90000"/>
              </a:lnSpc>
              <a:spcBef>
                <a:spcPts val="400"/>
              </a:spcBef>
              <a:spcAft>
                <a:spcPts val="0"/>
              </a:spcAft>
              <a:buClr>
                <a:schemeClr val="accent3"/>
              </a:buClr>
              <a:buSzPts val="3000"/>
              <a:buNone/>
              <a:defRPr b="0" i="0" sz="3000">
                <a:solidFill>
                  <a:schemeClr val="accent3"/>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pic>
        <p:nvPicPr>
          <p:cNvPr descr="A white letter on a black background&#10;&#10;Description automatically generated" id="473" name="Google Shape;473;p53"/>
          <p:cNvPicPr preferRelativeResize="0"/>
          <p:nvPr/>
        </p:nvPicPr>
        <p:blipFill rotWithShape="1">
          <a:blip r:embed="rId3">
            <a:alphaModFix/>
          </a:blip>
          <a:srcRect b="0" l="0" r="0" t="0"/>
          <a:stretch/>
        </p:blipFill>
        <p:spPr>
          <a:xfrm>
            <a:off x="8022471" y="238125"/>
            <a:ext cx="789176" cy="202769"/>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Slide_5">
  <p:cSld name="Statement Slide_5">
    <p:bg>
      <p:bgPr>
        <a:blipFill>
          <a:blip r:embed="rId2">
            <a:alphaModFix/>
          </a:blip>
          <a:stretch>
            <a:fillRect/>
          </a:stretch>
        </a:blipFill>
      </p:bgPr>
    </p:bg>
    <p:spTree>
      <p:nvGrpSpPr>
        <p:cNvPr id="474" name="Shape 474"/>
        <p:cNvGrpSpPr/>
        <p:nvPr/>
      </p:nvGrpSpPr>
      <p:grpSpPr>
        <a:xfrm>
          <a:off x="0" y="0"/>
          <a:ext cx="0" cy="0"/>
          <a:chOff x="0" y="0"/>
          <a:chExt cx="0" cy="0"/>
        </a:xfrm>
      </p:grpSpPr>
      <p:sp>
        <p:nvSpPr>
          <p:cNvPr id="475" name="Google Shape;475;p54"/>
          <p:cNvSpPr txBox="1"/>
          <p:nvPr>
            <p:ph idx="1" type="body"/>
          </p:nvPr>
        </p:nvSpPr>
        <p:spPr>
          <a:xfrm>
            <a:off x="295955" y="2202180"/>
            <a:ext cx="4757700" cy="24453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rgbClr val="FFFFFF"/>
              </a:buClr>
              <a:buSzPts val="1900"/>
              <a:buFont typeface="Arial"/>
              <a:buNone/>
              <a:defRPr b="0" i="0" sz="1900">
                <a:solidFill>
                  <a:srgbClr val="FFFFFF"/>
                </a:solidFill>
                <a:latin typeface="Outfit Light"/>
                <a:ea typeface="Outfit Light"/>
                <a:cs typeface="Outfit Light"/>
                <a:sym typeface="Outfit Light"/>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476" name="Google Shape;476;p54"/>
          <p:cNvSpPr txBox="1"/>
          <p:nvPr>
            <p:ph idx="2" type="body"/>
          </p:nvPr>
        </p:nvSpPr>
        <p:spPr>
          <a:xfrm>
            <a:off x="295955" y="535781"/>
            <a:ext cx="4757700" cy="1439400"/>
          </a:xfrm>
          <a:prstGeom prst="rect">
            <a:avLst/>
          </a:prstGeom>
          <a:noFill/>
          <a:ln>
            <a:noFill/>
          </a:ln>
        </p:spPr>
        <p:txBody>
          <a:bodyPr anchorCtr="0" anchor="b" bIns="0" lIns="0" spcFirstLastPara="1" rIns="0" wrap="square" tIns="0">
            <a:normAutofit/>
          </a:bodyPr>
          <a:lstStyle>
            <a:lvl1pPr indent="-228600" lvl="0" marL="457200" algn="l">
              <a:lnSpc>
                <a:spcPct val="110000"/>
              </a:lnSpc>
              <a:spcBef>
                <a:spcPts val="400"/>
              </a:spcBef>
              <a:spcAft>
                <a:spcPts val="0"/>
              </a:spcAft>
              <a:buClr>
                <a:schemeClr val="accent2"/>
              </a:buClr>
              <a:buSzPts val="3000"/>
              <a:buNone/>
              <a:defRPr b="0" i="0" sz="3000">
                <a:solidFill>
                  <a:schemeClr val="accent2"/>
                </a:solidFill>
                <a:latin typeface="Outfit"/>
                <a:ea typeface="Outfit"/>
                <a:cs typeface="Outfit"/>
                <a:sym typeface="Outfit"/>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pic>
        <p:nvPicPr>
          <p:cNvPr descr="A white letter on a black background&#10;&#10;Description automatically generated" id="477" name="Google Shape;477;p54"/>
          <p:cNvPicPr preferRelativeResize="0"/>
          <p:nvPr/>
        </p:nvPicPr>
        <p:blipFill rotWithShape="1">
          <a:blip r:embed="rId3">
            <a:alphaModFix/>
          </a:blip>
          <a:srcRect b="0" l="0" r="0" t="0"/>
          <a:stretch/>
        </p:blipFill>
        <p:spPr>
          <a:xfrm>
            <a:off x="8022471" y="238125"/>
            <a:ext cx="789176" cy="202769"/>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_Orange">
  <p:cSld name="Quote_Orange">
    <p:bg>
      <p:bgPr>
        <a:solidFill>
          <a:schemeClr val="lt2"/>
        </a:solidFill>
      </p:bgPr>
    </p:bg>
    <p:spTree>
      <p:nvGrpSpPr>
        <p:cNvPr id="478" name="Shape 478"/>
        <p:cNvGrpSpPr/>
        <p:nvPr/>
      </p:nvGrpSpPr>
      <p:grpSpPr>
        <a:xfrm>
          <a:off x="0" y="0"/>
          <a:ext cx="0" cy="0"/>
          <a:chOff x="0" y="0"/>
          <a:chExt cx="0" cy="0"/>
        </a:xfrm>
      </p:grpSpPr>
      <p:sp>
        <p:nvSpPr>
          <p:cNvPr id="479" name="Google Shape;479;p55"/>
          <p:cNvSpPr txBox="1"/>
          <p:nvPr>
            <p:ph idx="1" type="body"/>
          </p:nvPr>
        </p:nvSpPr>
        <p:spPr>
          <a:xfrm>
            <a:off x="300038" y="293270"/>
            <a:ext cx="8304600" cy="33306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4"/>
              </a:buClr>
              <a:buSzPts val="2800"/>
              <a:buFont typeface="Arial"/>
              <a:buNone/>
              <a:defRPr sz="2800">
                <a:solidFill>
                  <a:schemeClr val="accent4"/>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dk1"/>
              </a:buClr>
              <a:buSzPts val="400"/>
              <a:buNone/>
              <a:defRPr sz="400"/>
            </a:lvl6pPr>
            <a:lvl7pPr indent="-228600" lvl="6" marL="3200400" algn="l">
              <a:lnSpc>
                <a:spcPct val="90000"/>
              </a:lnSpc>
              <a:spcBef>
                <a:spcPts val="200"/>
              </a:spcBef>
              <a:spcAft>
                <a:spcPts val="0"/>
              </a:spcAft>
              <a:buClr>
                <a:schemeClr val="dk1"/>
              </a:buClr>
              <a:buSzPts val="400"/>
              <a:buNone/>
              <a:defRPr sz="400"/>
            </a:lvl7pPr>
            <a:lvl8pPr indent="-228600" lvl="7" marL="3657600" algn="l">
              <a:lnSpc>
                <a:spcPct val="90000"/>
              </a:lnSpc>
              <a:spcBef>
                <a:spcPts val="200"/>
              </a:spcBef>
              <a:spcAft>
                <a:spcPts val="0"/>
              </a:spcAft>
              <a:buClr>
                <a:schemeClr val="dk1"/>
              </a:buClr>
              <a:buSzPts val="400"/>
              <a:buNone/>
              <a:defRPr sz="400"/>
            </a:lvl8pPr>
            <a:lvl9pPr indent="-228600" lvl="8" marL="4114800" algn="l">
              <a:lnSpc>
                <a:spcPct val="90000"/>
              </a:lnSpc>
              <a:spcBef>
                <a:spcPts val="200"/>
              </a:spcBef>
              <a:spcAft>
                <a:spcPts val="0"/>
              </a:spcAft>
              <a:buClr>
                <a:schemeClr val="dk1"/>
              </a:buClr>
              <a:buSzPts val="400"/>
              <a:buNone/>
              <a:defRPr sz="400"/>
            </a:lvl9pPr>
          </a:lstStyle>
          <a:p/>
        </p:txBody>
      </p:sp>
      <p:sp>
        <p:nvSpPr>
          <p:cNvPr id="480" name="Google Shape;480;p55"/>
          <p:cNvSpPr txBox="1"/>
          <p:nvPr>
            <p:ph idx="2" type="body"/>
          </p:nvPr>
        </p:nvSpPr>
        <p:spPr>
          <a:xfrm>
            <a:off x="300038" y="4238078"/>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chemeClr val="accent4"/>
              </a:buClr>
              <a:buSzPts val="1100"/>
              <a:buFont typeface="Arial"/>
              <a:buNone/>
              <a:defRPr b="0" sz="1100">
                <a:solidFill>
                  <a:schemeClr val="accent4"/>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481" name="Google Shape;481;p55"/>
          <p:cNvSpPr txBox="1"/>
          <p:nvPr>
            <p:ph idx="3" type="body"/>
          </p:nvPr>
        </p:nvSpPr>
        <p:spPr>
          <a:xfrm>
            <a:off x="300038" y="4483003"/>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rgbClr val="F9B379"/>
              </a:buClr>
              <a:buSzPts val="1100"/>
              <a:buFont typeface="Arial"/>
              <a:buNone/>
              <a:defRPr b="0" sz="1100">
                <a:solidFill>
                  <a:srgbClr val="F9B379"/>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482" name="Google Shape;482;p55"/>
          <p:cNvSpPr txBox="1"/>
          <p:nvPr>
            <p:ph idx="4" type="body"/>
          </p:nvPr>
        </p:nvSpPr>
        <p:spPr>
          <a:xfrm>
            <a:off x="300038" y="4727928"/>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rgbClr val="F9B379"/>
              </a:buClr>
              <a:buSzPts val="1100"/>
              <a:buFont typeface="Arial"/>
              <a:buNone/>
              <a:defRPr b="0" sz="1100">
                <a:solidFill>
                  <a:srgbClr val="F9B379"/>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pic>
        <p:nvPicPr>
          <p:cNvPr id="483" name="Google Shape;483;p55"/>
          <p:cNvPicPr preferRelativeResize="0"/>
          <p:nvPr/>
        </p:nvPicPr>
        <p:blipFill rotWithShape="1">
          <a:blip r:embed="rId2">
            <a:alphaModFix/>
          </a:blip>
          <a:srcRect b="0" l="0" r="0" t="0"/>
          <a:stretch/>
        </p:blipFill>
        <p:spPr>
          <a:xfrm>
            <a:off x="8202613" y="4798835"/>
            <a:ext cx="608014" cy="156221"/>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Image_Purple">
  <p:cSld name="Quote + Image_Purple">
    <p:bg>
      <p:bgPr>
        <a:solidFill>
          <a:schemeClr val="dk2"/>
        </a:solidFill>
      </p:bgPr>
    </p:bg>
    <p:spTree>
      <p:nvGrpSpPr>
        <p:cNvPr id="484" name="Shape 484"/>
        <p:cNvGrpSpPr/>
        <p:nvPr/>
      </p:nvGrpSpPr>
      <p:grpSpPr>
        <a:xfrm>
          <a:off x="0" y="0"/>
          <a:ext cx="0" cy="0"/>
          <a:chOff x="0" y="0"/>
          <a:chExt cx="0" cy="0"/>
        </a:xfrm>
      </p:grpSpPr>
      <p:sp>
        <p:nvSpPr>
          <p:cNvPr id="485" name="Google Shape;485;p56"/>
          <p:cNvSpPr/>
          <p:nvPr>
            <p:ph idx="2" type="pic"/>
          </p:nvPr>
        </p:nvSpPr>
        <p:spPr>
          <a:xfrm>
            <a:off x="199677" y="190500"/>
            <a:ext cx="2594400" cy="4764600"/>
          </a:xfrm>
          <a:prstGeom prst="roundRect">
            <a:avLst>
              <a:gd fmla="val 2162" name="adj"/>
            </a:avLst>
          </a:prstGeom>
          <a:noFill/>
          <a:ln>
            <a:noFill/>
          </a:ln>
        </p:spPr>
      </p:sp>
      <p:sp>
        <p:nvSpPr>
          <p:cNvPr id="486" name="Google Shape;486;p56"/>
          <p:cNvSpPr txBox="1"/>
          <p:nvPr>
            <p:ph idx="1" type="body"/>
          </p:nvPr>
        </p:nvSpPr>
        <p:spPr>
          <a:xfrm>
            <a:off x="2987961" y="299286"/>
            <a:ext cx="5616900" cy="33306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3"/>
              </a:buClr>
              <a:buSzPts val="2300"/>
              <a:buFont typeface="Arial"/>
              <a:buNone/>
              <a:defRPr sz="2300">
                <a:solidFill>
                  <a:schemeClr val="accent3"/>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487" name="Google Shape;487;p56"/>
          <p:cNvSpPr txBox="1"/>
          <p:nvPr>
            <p:ph idx="3" type="body"/>
          </p:nvPr>
        </p:nvSpPr>
        <p:spPr>
          <a:xfrm>
            <a:off x="2987961" y="4238078"/>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chemeClr val="accent3"/>
              </a:buClr>
              <a:buSzPts val="1100"/>
              <a:buFont typeface="Arial"/>
              <a:buNone/>
              <a:defRPr b="0" sz="1100">
                <a:solidFill>
                  <a:schemeClr val="accent3"/>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sp>
        <p:nvSpPr>
          <p:cNvPr id="488" name="Google Shape;488;p56"/>
          <p:cNvSpPr txBox="1"/>
          <p:nvPr>
            <p:ph idx="4" type="body"/>
          </p:nvPr>
        </p:nvSpPr>
        <p:spPr>
          <a:xfrm>
            <a:off x="2987961" y="4483003"/>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rgbClr val="C39ADA"/>
              </a:buClr>
              <a:buSzPts val="1100"/>
              <a:buFont typeface="Arial"/>
              <a:buNone/>
              <a:defRPr b="0" sz="1100">
                <a:solidFill>
                  <a:srgbClr val="C39ADA"/>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sp>
        <p:nvSpPr>
          <p:cNvPr id="489" name="Google Shape;489;p56"/>
          <p:cNvSpPr txBox="1"/>
          <p:nvPr>
            <p:ph idx="5" type="body"/>
          </p:nvPr>
        </p:nvSpPr>
        <p:spPr>
          <a:xfrm>
            <a:off x="2987961" y="4727928"/>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rgbClr val="C39ADA"/>
              </a:buClr>
              <a:buSzPts val="1100"/>
              <a:buFont typeface="Arial"/>
              <a:buNone/>
              <a:defRPr b="0" sz="1100">
                <a:solidFill>
                  <a:srgbClr val="C39ADA"/>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pic>
        <p:nvPicPr>
          <p:cNvPr id="490" name="Google Shape;490;p56"/>
          <p:cNvPicPr preferRelativeResize="0"/>
          <p:nvPr/>
        </p:nvPicPr>
        <p:blipFill rotWithShape="1">
          <a:blip r:embed="rId2">
            <a:alphaModFix/>
          </a:blip>
          <a:srcRect b="0" l="0" r="0" t="0"/>
          <a:stretch/>
        </p:blipFill>
        <p:spPr>
          <a:xfrm>
            <a:off x="8202613" y="4798835"/>
            <a:ext cx="608014" cy="156221"/>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_Purple">
  <p:cSld name="Quote_Purple">
    <p:bg>
      <p:bgPr>
        <a:solidFill>
          <a:schemeClr val="dk2"/>
        </a:solidFill>
      </p:bgPr>
    </p:bg>
    <p:spTree>
      <p:nvGrpSpPr>
        <p:cNvPr id="491" name="Shape 491"/>
        <p:cNvGrpSpPr/>
        <p:nvPr/>
      </p:nvGrpSpPr>
      <p:grpSpPr>
        <a:xfrm>
          <a:off x="0" y="0"/>
          <a:ext cx="0" cy="0"/>
          <a:chOff x="0" y="0"/>
          <a:chExt cx="0" cy="0"/>
        </a:xfrm>
      </p:grpSpPr>
      <p:sp>
        <p:nvSpPr>
          <p:cNvPr id="492" name="Google Shape;492;p57"/>
          <p:cNvSpPr txBox="1"/>
          <p:nvPr>
            <p:ph idx="1" type="body"/>
          </p:nvPr>
        </p:nvSpPr>
        <p:spPr>
          <a:xfrm>
            <a:off x="300038" y="293270"/>
            <a:ext cx="8304600" cy="33306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3"/>
              </a:buClr>
              <a:buSzPts val="2800"/>
              <a:buFont typeface="Arial"/>
              <a:buNone/>
              <a:defRPr sz="2800">
                <a:solidFill>
                  <a:schemeClr val="accent3"/>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493" name="Google Shape;493;p57"/>
          <p:cNvSpPr txBox="1"/>
          <p:nvPr>
            <p:ph idx="2" type="body"/>
          </p:nvPr>
        </p:nvSpPr>
        <p:spPr>
          <a:xfrm>
            <a:off x="300038" y="4238078"/>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chemeClr val="accent3"/>
              </a:buClr>
              <a:buSzPts val="1100"/>
              <a:buFont typeface="Arial"/>
              <a:buNone/>
              <a:defRPr b="0" sz="1100">
                <a:solidFill>
                  <a:schemeClr val="accent3"/>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sp>
        <p:nvSpPr>
          <p:cNvPr id="494" name="Google Shape;494;p57"/>
          <p:cNvSpPr txBox="1"/>
          <p:nvPr>
            <p:ph idx="3" type="body"/>
          </p:nvPr>
        </p:nvSpPr>
        <p:spPr>
          <a:xfrm>
            <a:off x="300038" y="4483003"/>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rgbClr val="C39ADA"/>
              </a:buClr>
              <a:buSzPts val="1100"/>
              <a:buFont typeface="Arial"/>
              <a:buNone/>
              <a:defRPr b="0" sz="1100">
                <a:solidFill>
                  <a:srgbClr val="C39ADA"/>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sp>
        <p:nvSpPr>
          <p:cNvPr id="495" name="Google Shape;495;p57"/>
          <p:cNvSpPr txBox="1"/>
          <p:nvPr>
            <p:ph idx="4" type="body"/>
          </p:nvPr>
        </p:nvSpPr>
        <p:spPr>
          <a:xfrm>
            <a:off x="300038" y="4727928"/>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rgbClr val="C39ADA"/>
              </a:buClr>
              <a:buSzPts val="1100"/>
              <a:buFont typeface="Arial"/>
              <a:buNone/>
              <a:defRPr b="0" sz="1100">
                <a:solidFill>
                  <a:srgbClr val="C39ADA"/>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pic>
        <p:nvPicPr>
          <p:cNvPr id="496" name="Google Shape;496;p57"/>
          <p:cNvPicPr preferRelativeResize="0"/>
          <p:nvPr/>
        </p:nvPicPr>
        <p:blipFill rotWithShape="1">
          <a:blip r:embed="rId2">
            <a:alphaModFix/>
          </a:blip>
          <a:srcRect b="0" l="0" r="0" t="0"/>
          <a:stretch/>
        </p:blipFill>
        <p:spPr>
          <a:xfrm>
            <a:off x="8202613" y="4798835"/>
            <a:ext cx="608014" cy="156221"/>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Image_Green">
  <p:cSld name="Quote + Image_Green">
    <p:bg>
      <p:bgPr>
        <a:solidFill>
          <a:schemeClr val="dk1"/>
        </a:solidFill>
      </p:bgPr>
    </p:bg>
    <p:spTree>
      <p:nvGrpSpPr>
        <p:cNvPr id="497" name="Shape 497"/>
        <p:cNvGrpSpPr/>
        <p:nvPr/>
      </p:nvGrpSpPr>
      <p:grpSpPr>
        <a:xfrm>
          <a:off x="0" y="0"/>
          <a:ext cx="0" cy="0"/>
          <a:chOff x="0" y="0"/>
          <a:chExt cx="0" cy="0"/>
        </a:xfrm>
      </p:grpSpPr>
      <p:sp>
        <p:nvSpPr>
          <p:cNvPr id="498" name="Google Shape;498;p58"/>
          <p:cNvSpPr/>
          <p:nvPr>
            <p:ph idx="2" type="pic"/>
          </p:nvPr>
        </p:nvSpPr>
        <p:spPr>
          <a:xfrm>
            <a:off x="199677" y="190500"/>
            <a:ext cx="2594400" cy="4764600"/>
          </a:xfrm>
          <a:prstGeom prst="roundRect">
            <a:avLst>
              <a:gd fmla="val 2162" name="adj"/>
            </a:avLst>
          </a:prstGeom>
          <a:noFill/>
          <a:ln>
            <a:noFill/>
          </a:ln>
        </p:spPr>
      </p:sp>
      <p:sp>
        <p:nvSpPr>
          <p:cNvPr id="499" name="Google Shape;499;p58"/>
          <p:cNvSpPr txBox="1"/>
          <p:nvPr>
            <p:ph idx="1" type="body"/>
          </p:nvPr>
        </p:nvSpPr>
        <p:spPr>
          <a:xfrm>
            <a:off x="2987961" y="300038"/>
            <a:ext cx="5616900" cy="33306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1"/>
              </a:buClr>
              <a:buSzPts val="2300"/>
              <a:buFont typeface="Arial"/>
              <a:buNone/>
              <a:defRPr sz="2300">
                <a:solidFill>
                  <a:schemeClr val="accent1"/>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pic>
        <p:nvPicPr>
          <p:cNvPr id="500" name="Google Shape;500;p58"/>
          <p:cNvPicPr preferRelativeResize="0"/>
          <p:nvPr/>
        </p:nvPicPr>
        <p:blipFill rotWithShape="1">
          <a:blip r:embed="rId2">
            <a:alphaModFix/>
          </a:blip>
          <a:srcRect b="0" l="0" r="0" t="0"/>
          <a:stretch/>
        </p:blipFill>
        <p:spPr>
          <a:xfrm>
            <a:off x="8202613" y="4798835"/>
            <a:ext cx="608014" cy="156221"/>
          </a:xfrm>
          <a:prstGeom prst="rect">
            <a:avLst/>
          </a:prstGeom>
          <a:noFill/>
          <a:ln>
            <a:noFill/>
          </a:ln>
        </p:spPr>
      </p:pic>
      <p:sp>
        <p:nvSpPr>
          <p:cNvPr id="501" name="Google Shape;501;p58"/>
          <p:cNvSpPr txBox="1"/>
          <p:nvPr>
            <p:ph idx="3" type="body"/>
          </p:nvPr>
        </p:nvSpPr>
        <p:spPr>
          <a:xfrm>
            <a:off x="2987961" y="4238078"/>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chemeClr val="accent1"/>
              </a:buClr>
              <a:buSzPts val="1100"/>
              <a:buFont typeface="Arial"/>
              <a:buNone/>
              <a:defRPr b="0" sz="1100">
                <a:solidFill>
                  <a:schemeClr val="accent1"/>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sp>
        <p:nvSpPr>
          <p:cNvPr id="502" name="Google Shape;502;p58"/>
          <p:cNvSpPr txBox="1"/>
          <p:nvPr>
            <p:ph idx="4" type="body"/>
          </p:nvPr>
        </p:nvSpPr>
        <p:spPr>
          <a:xfrm>
            <a:off x="2987961" y="4483003"/>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rgbClr val="6AA185"/>
              </a:buClr>
              <a:buSzPts val="1100"/>
              <a:buFont typeface="Arial"/>
              <a:buNone/>
              <a:defRPr b="0" sz="1100">
                <a:solidFill>
                  <a:srgbClr val="6AA185"/>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sp>
        <p:nvSpPr>
          <p:cNvPr id="503" name="Google Shape;503;p58"/>
          <p:cNvSpPr txBox="1"/>
          <p:nvPr>
            <p:ph idx="5" type="body"/>
          </p:nvPr>
        </p:nvSpPr>
        <p:spPr>
          <a:xfrm>
            <a:off x="2987961" y="4727928"/>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rgbClr val="6AA185"/>
              </a:buClr>
              <a:buSzPts val="1100"/>
              <a:buFont typeface="Arial"/>
              <a:buNone/>
              <a:defRPr b="0" sz="1100">
                <a:solidFill>
                  <a:srgbClr val="6AA185"/>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_Green">
  <p:cSld name="Quote_Green">
    <p:bg>
      <p:bgPr>
        <a:solidFill>
          <a:schemeClr val="dk1"/>
        </a:solidFill>
      </p:bgPr>
    </p:bg>
    <p:spTree>
      <p:nvGrpSpPr>
        <p:cNvPr id="504" name="Shape 504"/>
        <p:cNvGrpSpPr/>
        <p:nvPr/>
      </p:nvGrpSpPr>
      <p:grpSpPr>
        <a:xfrm>
          <a:off x="0" y="0"/>
          <a:ext cx="0" cy="0"/>
          <a:chOff x="0" y="0"/>
          <a:chExt cx="0" cy="0"/>
        </a:xfrm>
      </p:grpSpPr>
      <p:sp>
        <p:nvSpPr>
          <p:cNvPr id="505" name="Google Shape;505;p59"/>
          <p:cNvSpPr txBox="1"/>
          <p:nvPr>
            <p:ph idx="1" type="body"/>
          </p:nvPr>
        </p:nvSpPr>
        <p:spPr>
          <a:xfrm>
            <a:off x="300038" y="299286"/>
            <a:ext cx="8304600" cy="33306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1"/>
              </a:buClr>
              <a:buSzPts val="2800"/>
              <a:buFont typeface="Arial"/>
              <a:buNone/>
              <a:defRPr sz="2800">
                <a:solidFill>
                  <a:schemeClr val="accent1"/>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506" name="Google Shape;506;p59"/>
          <p:cNvSpPr txBox="1"/>
          <p:nvPr>
            <p:ph idx="2" type="body"/>
          </p:nvPr>
        </p:nvSpPr>
        <p:spPr>
          <a:xfrm>
            <a:off x="300038" y="4238078"/>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chemeClr val="accent1"/>
              </a:buClr>
              <a:buSzPts val="1100"/>
              <a:buFont typeface="Arial"/>
              <a:buNone/>
              <a:defRPr b="0" sz="1100">
                <a:solidFill>
                  <a:schemeClr val="accent1"/>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sp>
        <p:nvSpPr>
          <p:cNvPr id="507" name="Google Shape;507;p59"/>
          <p:cNvSpPr txBox="1"/>
          <p:nvPr>
            <p:ph idx="3" type="body"/>
          </p:nvPr>
        </p:nvSpPr>
        <p:spPr>
          <a:xfrm>
            <a:off x="300038" y="4483003"/>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rgbClr val="6AA185"/>
              </a:buClr>
              <a:buSzPts val="1100"/>
              <a:buFont typeface="Arial"/>
              <a:buNone/>
              <a:defRPr b="0" sz="1100">
                <a:solidFill>
                  <a:srgbClr val="6AA185"/>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sp>
        <p:nvSpPr>
          <p:cNvPr id="508" name="Google Shape;508;p59"/>
          <p:cNvSpPr txBox="1"/>
          <p:nvPr>
            <p:ph idx="4" type="body"/>
          </p:nvPr>
        </p:nvSpPr>
        <p:spPr>
          <a:xfrm>
            <a:off x="300038" y="4727928"/>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rgbClr val="6AA185"/>
              </a:buClr>
              <a:buSzPts val="1100"/>
              <a:buFont typeface="Arial"/>
              <a:buNone/>
              <a:defRPr b="0" sz="1100">
                <a:solidFill>
                  <a:srgbClr val="6AA185"/>
                </a:solidFill>
              </a:defRPr>
            </a:lvl1pPr>
            <a:lvl2pPr indent="-273050" lvl="1" marL="914400" algn="l">
              <a:lnSpc>
                <a:spcPct val="110000"/>
              </a:lnSpc>
              <a:spcBef>
                <a:spcPts val="200"/>
              </a:spcBef>
              <a:spcAft>
                <a:spcPts val="0"/>
              </a:spcAft>
              <a:buClr>
                <a:srgbClr val="1B1915"/>
              </a:buClr>
              <a:buSzPts val="700"/>
              <a:buChar char="•"/>
              <a:defRPr/>
            </a:lvl2pPr>
            <a:lvl3pPr indent="-273050" lvl="2" marL="1371600" algn="l">
              <a:lnSpc>
                <a:spcPct val="110000"/>
              </a:lnSpc>
              <a:spcBef>
                <a:spcPts val="200"/>
              </a:spcBef>
              <a:spcAft>
                <a:spcPts val="0"/>
              </a:spcAft>
              <a:buClr>
                <a:srgbClr val="1B1915"/>
              </a:buClr>
              <a:buSzPts val="700"/>
              <a:buChar char="•"/>
              <a:defRPr/>
            </a:lvl3pPr>
            <a:lvl4pPr indent="-273050" lvl="3" marL="1828800" algn="l">
              <a:lnSpc>
                <a:spcPct val="110000"/>
              </a:lnSpc>
              <a:spcBef>
                <a:spcPts val="200"/>
              </a:spcBef>
              <a:spcAft>
                <a:spcPts val="0"/>
              </a:spcAft>
              <a:buClr>
                <a:srgbClr val="1B1915"/>
              </a:buClr>
              <a:buSzPts val="700"/>
              <a:buChar char="•"/>
              <a:defRPr/>
            </a:lvl4pPr>
            <a:lvl5pPr indent="-273050" lvl="4" marL="2286000" algn="l">
              <a:lnSpc>
                <a:spcPct val="110000"/>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pic>
        <p:nvPicPr>
          <p:cNvPr id="509" name="Google Shape;509;p59"/>
          <p:cNvPicPr preferRelativeResize="0"/>
          <p:nvPr/>
        </p:nvPicPr>
        <p:blipFill rotWithShape="1">
          <a:blip r:embed="rId2">
            <a:alphaModFix/>
          </a:blip>
          <a:srcRect b="0" l="0" r="0" t="0"/>
          <a:stretch/>
        </p:blipFill>
        <p:spPr>
          <a:xfrm>
            <a:off x="8202613" y="4798835"/>
            <a:ext cx="608014" cy="156221"/>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s_Two">
  <p:cSld name="Speakers_Two">
    <p:bg>
      <p:bgPr>
        <a:solidFill>
          <a:schemeClr val="dk1"/>
        </a:solidFill>
      </p:bgPr>
    </p:bg>
    <p:spTree>
      <p:nvGrpSpPr>
        <p:cNvPr id="510" name="Shape 510"/>
        <p:cNvGrpSpPr/>
        <p:nvPr/>
      </p:nvGrpSpPr>
      <p:grpSpPr>
        <a:xfrm>
          <a:off x="0" y="0"/>
          <a:ext cx="0" cy="0"/>
          <a:chOff x="0" y="0"/>
          <a:chExt cx="0" cy="0"/>
        </a:xfrm>
      </p:grpSpPr>
      <p:sp>
        <p:nvSpPr>
          <p:cNvPr id="511" name="Google Shape;511;p60"/>
          <p:cNvSpPr/>
          <p:nvPr/>
        </p:nvSpPr>
        <p:spPr>
          <a:xfrm>
            <a:off x="3158728" y="3171825"/>
            <a:ext cx="2778300" cy="1781100"/>
          </a:xfrm>
          <a:prstGeom prst="roundRect">
            <a:avLst>
              <a:gd fmla="val 3669" name="adj"/>
            </a:avLst>
          </a:prstGeom>
          <a:solidFill>
            <a:srgbClr val="0B1E17"/>
          </a:solidFill>
          <a:ln cap="flat" cmpd="sng" w="9525">
            <a:solidFill>
              <a:schemeClr val="accent5"/>
            </a:solidFill>
            <a:prstDash val="solid"/>
            <a:miter lim="800000"/>
            <a:headEnd len="sm" w="sm" type="none"/>
            <a:tailEnd len="sm" w="sm" type="none"/>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512" name="Google Shape;512;p60"/>
          <p:cNvSpPr txBox="1"/>
          <p:nvPr>
            <p:ph type="title"/>
          </p:nvPr>
        </p:nvSpPr>
        <p:spPr>
          <a:xfrm>
            <a:off x="295956" y="594518"/>
            <a:ext cx="2767500" cy="642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5"/>
              </a:buClr>
              <a:buSzPts val="3800"/>
              <a:buFont typeface="Outfit"/>
              <a:buNone/>
              <a:defRPr b="0" sz="3800">
                <a:solidFill>
                  <a:schemeClr val="accent5"/>
                </a:solidFill>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sp>
        <p:nvSpPr>
          <p:cNvPr id="513" name="Google Shape;513;p60"/>
          <p:cNvSpPr txBox="1"/>
          <p:nvPr>
            <p:ph idx="1" type="body"/>
          </p:nvPr>
        </p:nvSpPr>
        <p:spPr>
          <a:xfrm>
            <a:off x="3263462" y="3997406"/>
            <a:ext cx="2573100" cy="4173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rgbClr val="FFFFFF"/>
              </a:buClr>
              <a:buSzPts val="800"/>
              <a:buFont typeface="Arial"/>
              <a:buNone/>
              <a:defRPr sz="800">
                <a:solidFill>
                  <a:srgbClr val="FFFFFF"/>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514" name="Google Shape;514;p60"/>
          <p:cNvSpPr txBox="1"/>
          <p:nvPr>
            <p:ph idx="2" type="body"/>
          </p:nvPr>
        </p:nvSpPr>
        <p:spPr>
          <a:xfrm>
            <a:off x="3263462" y="3321844"/>
            <a:ext cx="2573100" cy="2460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5"/>
              </a:buClr>
              <a:buSzPts val="1500"/>
              <a:buFont typeface="Arial"/>
              <a:buNone/>
              <a:defRPr sz="15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515" name="Google Shape;515;p60"/>
          <p:cNvSpPr/>
          <p:nvPr>
            <p:ph idx="3" type="pic"/>
          </p:nvPr>
        </p:nvSpPr>
        <p:spPr>
          <a:xfrm>
            <a:off x="3263503" y="4519193"/>
            <a:ext cx="1288200" cy="300000"/>
          </a:xfrm>
          <a:prstGeom prst="rect">
            <a:avLst/>
          </a:prstGeom>
          <a:noFill/>
          <a:ln>
            <a:noFill/>
          </a:ln>
        </p:spPr>
      </p:sp>
      <p:sp>
        <p:nvSpPr>
          <p:cNvPr id="516" name="Google Shape;516;p60"/>
          <p:cNvSpPr txBox="1"/>
          <p:nvPr>
            <p:ph idx="4" type="body"/>
          </p:nvPr>
        </p:nvSpPr>
        <p:spPr>
          <a:xfrm>
            <a:off x="3263462" y="3664744"/>
            <a:ext cx="2573100" cy="2460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5"/>
              </a:buClr>
              <a:buSzPts val="1100"/>
              <a:buFont typeface="Arial"/>
              <a:buNone/>
              <a:defRPr sz="11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pic>
        <p:nvPicPr>
          <p:cNvPr descr="A white letter on a black background&#10;&#10;Description automatically generated" id="517" name="Google Shape;517;p60"/>
          <p:cNvPicPr preferRelativeResize="0"/>
          <p:nvPr/>
        </p:nvPicPr>
        <p:blipFill rotWithShape="1">
          <a:blip r:embed="rId2">
            <a:alphaModFix/>
          </a:blip>
          <a:srcRect b="0" l="0" r="0" t="0"/>
          <a:stretch/>
        </p:blipFill>
        <p:spPr>
          <a:xfrm>
            <a:off x="8022471" y="238125"/>
            <a:ext cx="789176" cy="202769"/>
          </a:xfrm>
          <a:prstGeom prst="rect">
            <a:avLst/>
          </a:prstGeom>
          <a:noFill/>
          <a:ln>
            <a:noFill/>
          </a:ln>
        </p:spPr>
      </p:pic>
      <p:sp>
        <p:nvSpPr>
          <p:cNvPr id="518" name="Google Shape;518;p60"/>
          <p:cNvSpPr/>
          <p:nvPr>
            <p:ph idx="5" type="pic"/>
          </p:nvPr>
        </p:nvSpPr>
        <p:spPr>
          <a:xfrm>
            <a:off x="3166611" y="1350168"/>
            <a:ext cx="2770500" cy="1704600"/>
          </a:xfrm>
          <a:prstGeom prst="roundRect">
            <a:avLst>
              <a:gd fmla="val 3635" name="adj"/>
            </a:avLst>
          </a:prstGeom>
          <a:solidFill>
            <a:schemeClr val="accent2"/>
          </a:solidFill>
          <a:ln>
            <a:noFill/>
          </a:ln>
        </p:spPr>
      </p:sp>
      <p:sp>
        <p:nvSpPr>
          <p:cNvPr id="519" name="Google Shape;519;p60"/>
          <p:cNvSpPr/>
          <p:nvPr>
            <p:ph idx="6" type="pic"/>
          </p:nvPr>
        </p:nvSpPr>
        <p:spPr>
          <a:xfrm>
            <a:off x="6033964" y="1350168"/>
            <a:ext cx="2770500" cy="1704600"/>
          </a:xfrm>
          <a:prstGeom prst="roundRect">
            <a:avLst>
              <a:gd fmla="val 3635" name="adj"/>
            </a:avLst>
          </a:prstGeom>
          <a:solidFill>
            <a:schemeClr val="accent2"/>
          </a:solidFill>
          <a:ln>
            <a:noFill/>
          </a:ln>
        </p:spPr>
      </p:sp>
      <p:cxnSp>
        <p:nvCxnSpPr>
          <p:cNvPr id="520" name="Google Shape;520;p60"/>
          <p:cNvCxnSpPr/>
          <p:nvPr/>
        </p:nvCxnSpPr>
        <p:spPr>
          <a:xfrm rot="10800000">
            <a:off x="285778" y="1236497"/>
            <a:ext cx="2777700" cy="10200"/>
          </a:xfrm>
          <a:prstGeom prst="straightConnector1">
            <a:avLst/>
          </a:prstGeom>
          <a:noFill/>
          <a:ln cap="flat" cmpd="sng" w="12700">
            <a:solidFill>
              <a:schemeClr val="dk1"/>
            </a:solidFill>
            <a:prstDash val="solid"/>
            <a:miter lim="800000"/>
            <a:headEnd len="sm" w="sm" type="none"/>
            <a:tailEnd len="sm" w="sm" type="none"/>
          </a:ln>
        </p:spPr>
      </p:cxnSp>
      <p:sp>
        <p:nvSpPr>
          <p:cNvPr id="521" name="Google Shape;521;p60"/>
          <p:cNvSpPr/>
          <p:nvPr/>
        </p:nvSpPr>
        <p:spPr>
          <a:xfrm>
            <a:off x="6031994" y="3171825"/>
            <a:ext cx="2778300" cy="1781100"/>
          </a:xfrm>
          <a:prstGeom prst="roundRect">
            <a:avLst>
              <a:gd fmla="val 3669" name="adj"/>
            </a:avLst>
          </a:prstGeom>
          <a:solidFill>
            <a:srgbClr val="0B1E17"/>
          </a:solidFill>
          <a:ln cap="flat" cmpd="sng" w="9525">
            <a:solidFill>
              <a:schemeClr val="accent5"/>
            </a:solidFill>
            <a:prstDash val="solid"/>
            <a:miter lim="800000"/>
            <a:headEnd len="sm" w="sm" type="none"/>
            <a:tailEnd len="sm" w="sm" type="none"/>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522" name="Google Shape;522;p60"/>
          <p:cNvSpPr txBox="1"/>
          <p:nvPr>
            <p:ph idx="7" type="body"/>
          </p:nvPr>
        </p:nvSpPr>
        <p:spPr>
          <a:xfrm>
            <a:off x="6136728" y="3997406"/>
            <a:ext cx="2573100" cy="4173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rgbClr val="FFFFFF"/>
              </a:buClr>
              <a:buSzPts val="800"/>
              <a:buFont typeface="Arial"/>
              <a:buNone/>
              <a:defRPr sz="800">
                <a:solidFill>
                  <a:srgbClr val="FFFFFF"/>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523" name="Google Shape;523;p60"/>
          <p:cNvSpPr txBox="1"/>
          <p:nvPr>
            <p:ph idx="8" type="body"/>
          </p:nvPr>
        </p:nvSpPr>
        <p:spPr>
          <a:xfrm>
            <a:off x="6136728" y="3321844"/>
            <a:ext cx="2573100" cy="2460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5"/>
              </a:buClr>
              <a:buSzPts val="1500"/>
              <a:buFont typeface="Arial"/>
              <a:buNone/>
              <a:defRPr sz="15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524" name="Google Shape;524;p60"/>
          <p:cNvSpPr/>
          <p:nvPr>
            <p:ph idx="9" type="pic"/>
          </p:nvPr>
        </p:nvSpPr>
        <p:spPr>
          <a:xfrm>
            <a:off x="6136769" y="4519193"/>
            <a:ext cx="1288200" cy="300000"/>
          </a:xfrm>
          <a:prstGeom prst="rect">
            <a:avLst/>
          </a:prstGeom>
          <a:noFill/>
          <a:ln>
            <a:noFill/>
          </a:ln>
        </p:spPr>
      </p:sp>
      <p:sp>
        <p:nvSpPr>
          <p:cNvPr id="525" name="Google Shape;525;p60"/>
          <p:cNvSpPr txBox="1"/>
          <p:nvPr>
            <p:ph idx="13" type="body"/>
          </p:nvPr>
        </p:nvSpPr>
        <p:spPr>
          <a:xfrm>
            <a:off x="6136728" y="3664744"/>
            <a:ext cx="2573100" cy="2460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5"/>
              </a:buClr>
              <a:buSzPts val="1100"/>
              <a:buFont typeface="Arial"/>
              <a:buNone/>
              <a:defRPr sz="11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Tree>
  </p:cSld>
  <p:clrMapOvr>
    <a:masterClrMapping/>
  </p:clrMapOvr>
  <p:extLst>
    <p:ext uri="{DCECCB84-F9BA-43D5-87BE-67443E8EF086}">
      <p15:sldGuideLst>
        <p15:guide id="1">
          <p15:clr>
            <a:srgbClr val="FBAE40"/>
          </p15:clr>
        </p15:guide>
        <p15:guide id="2" pos="5760">
          <p15:clr>
            <a:srgbClr val="FBAE40"/>
          </p15:clr>
        </p15:guide>
        <p15:guide id="3" pos="180">
          <p15:clr>
            <a:srgbClr val="FBAE40"/>
          </p15:clr>
        </p15:guide>
        <p15:guide id="4" pos="1206">
          <p15:clr>
            <a:srgbClr val="FBAE40"/>
          </p15:clr>
        </p15:guide>
        <p15:guide id="5" pos="1266">
          <p15:clr>
            <a:srgbClr val="FBAE40"/>
          </p15:clr>
        </p15:guide>
        <p15:guide id="6" pos="2292">
          <p15:clr>
            <a:srgbClr val="FBAE40"/>
          </p15:clr>
        </p15:guide>
        <p15:guide id="7" pos="2352">
          <p15:clr>
            <a:srgbClr val="FBAE40"/>
          </p15:clr>
        </p15:guide>
        <p15:guide id="8" pos="3378">
          <p15:clr>
            <a:srgbClr val="FBAE40"/>
          </p15:clr>
        </p15:guide>
        <p15:guide id="9" pos="3438">
          <p15:clr>
            <a:srgbClr val="FBAE40"/>
          </p15:clr>
        </p15:guide>
        <p15:guide id="10" pos="4464">
          <p15:clr>
            <a:srgbClr val="FBAE40"/>
          </p15:clr>
        </p15:guide>
        <p15:guide id="11" pos="4524">
          <p15:clr>
            <a:srgbClr val="FBAE40"/>
          </p15:clr>
        </p15:guide>
        <p15:guide id="12" pos="5550">
          <p15:clr>
            <a:srgbClr val="FBAE40"/>
          </p15:clr>
        </p15:guide>
        <p15:guide id="13" orient="horz">
          <p15:clr>
            <a:srgbClr val="FBAE40"/>
          </p15:clr>
        </p15:guide>
        <p15:guide id="14" orient="horz" pos="3240">
          <p15:clr>
            <a:srgbClr val="FBAE40"/>
          </p15:clr>
        </p15:guide>
        <p15:guide id="15" orient="horz" pos="180">
          <p15:clr>
            <a:srgbClr val="FBAE40"/>
          </p15:clr>
        </p15:guide>
        <p15:guide id="16" orient="horz" pos="1650">
          <p15:clr>
            <a:srgbClr val="FBAE40"/>
          </p15:clr>
        </p15:guide>
        <p15:guide id="17" orient="horz" pos="312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s_Three">
  <p:cSld name="Speakers_Three">
    <p:bg>
      <p:bgPr>
        <a:solidFill>
          <a:schemeClr val="dk1"/>
        </a:solidFill>
      </p:bgPr>
    </p:bg>
    <p:spTree>
      <p:nvGrpSpPr>
        <p:cNvPr id="526" name="Shape 526"/>
        <p:cNvGrpSpPr/>
        <p:nvPr/>
      </p:nvGrpSpPr>
      <p:grpSpPr>
        <a:xfrm>
          <a:off x="0" y="0"/>
          <a:ext cx="0" cy="0"/>
          <a:chOff x="0" y="0"/>
          <a:chExt cx="0" cy="0"/>
        </a:xfrm>
      </p:grpSpPr>
      <p:sp>
        <p:nvSpPr>
          <p:cNvPr id="527" name="Google Shape;527;p61"/>
          <p:cNvSpPr txBox="1"/>
          <p:nvPr>
            <p:ph type="title"/>
          </p:nvPr>
        </p:nvSpPr>
        <p:spPr>
          <a:xfrm>
            <a:off x="295956" y="594518"/>
            <a:ext cx="2767500" cy="642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5"/>
              </a:buClr>
              <a:buSzPts val="3800"/>
              <a:buFont typeface="Outfit"/>
              <a:buNone/>
              <a:defRPr b="0" sz="3800">
                <a:solidFill>
                  <a:schemeClr val="accent5"/>
                </a:solidFill>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sp>
        <p:nvSpPr>
          <p:cNvPr id="528" name="Google Shape;528;p61"/>
          <p:cNvSpPr/>
          <p:nvPr>
            <p:ph idx="2" type="pic"/>
          </p:nvPr>
        </p:nvSpPr>
        <p:spPr>
          <a:xfrm>
            <a:off x="5090886" y="1350169"/>
            <a:ext cx="1801200" cy="1704600"/>
          </a:xfrm>
          <a:prstGeom prst="roundRect">
            <a:avLst>
              <a:gd fmla="val 3635" name="adj"/>
            </a:avLst>
          </a:prstGeom>
          <a:solidFill>
            <a:schemeClr val="accent2"/>
          </a:solidFill>
          <a:ln>
            <a:noFill/>
          </a:ln>
        </p:spPr>
      </p:sp>
      <p:cxnSp>
        <p:nvCxnSpPr>
          <p:cNvPr id="529" name="Google Shape;529;p61"/>
          <p:cNvCxnSpPr/>
          <p:nvPr/>
        </p:nvCxnSpPr>
        <p:spPr>
          <a:xfrm rot="10800000">
            <a:off x="285778" y="1236497"/>
            <a:ext cx="2777700" cy="10200"/>
          </a:xfrm>
          <a:prstGeom prst="straightConnector1">
            <a:avLst/>
          </a:prstGeom>
          <a:noFill/>
          <a:ln cap="flat" cmpd="sng" w="12700">
            <a:solidFill>
              <a:schemeClr val="dk1"/>
            </a:solidFill>
            <a:prstDash val="solid"/>
            <a:miter lim="800000"/>
            <a:headEnd len="sm" w="sm" type="none"/>
            <a:tailEnd len="sm" w="sm" type="none"/>
          </a:ln>
        </p:spPr>
      </p:cxnSp>
      <p:pic>
        <p:nvPicPr>
          <p:cNvPr descr="A white letter on a black background&#10;&#10;Description automatically generated" id="530" name="Google Shape;530;p61"/>
          <p:cNvPicPr preferRelativeResize="0"/>
          <p:nvPr/>
        </p:nvPicPr>
        <p:blipFill rotWithShape="1">
          <a:blip r:embed="rId2">
            <a:alphaModFix/>
          </a:blip>
          <a:srcRect b="0" l="0" r="0" t="0"/>
          <a:stretch/>
        </p:blipFill>
        <p:spPr>
          <a:xfrm>
            <a:off x="8022471" y="238125"/>
            <a:ext cx="789176" cy="202769"/>
          </a:xfrm>
          <a:prstGeom prst="rect">
            <a:avLst/>
          </a:prstGeom>
          <a:noFill/>
          <a:ln>
            <a:noFill/>
          </a:ln>
        </p:spPr>
      </p:pic>
      <p:sp>
        <p:nvSpPr>
          <p:cNvPr id="531" name="Google Shape;531;p61"/>
          <p:cNvSpPr/>
          <p:nvPr>
            <p:ph idx="3" type="pic"/>
          </p:nvPr>
        </p:nvSpPr>
        <p:spPr>
          <a:xfrm>
            <a:off x="3166611" y="1350168"/>
            <a:ext cx="1801200" cy="1704600"/>
          </a:xfrm>
          <a:prstGeom prst="roundRect">
            <a:avLst>
              <a:gd fmla="val 3635" name="adj"/>
            </a:avLst>
          </a:prstGeom>
          <a:solidFill>
            <a:schemeClr val="accent2"/>
          </a:solidFill>
          <a:ln>
            <a:noFill/>
          </a:ln>
        </p:spPr>
      </p:sp>
      <p:sp>
        <p:nvSpPr>
          <p:cNvPr id="532" name="Google Shape;532;p61"/>
          <p:cNvSpPr/>
          <p:nvPr/>
        </p:nvSpPr>
        <p:spPr>
          <a:xfrm>
            <a:off x="7009004" y="3184124"/>
            <a:ext cx="1807200" cy="1768800"/>
          </a:xfrm>
          <a:prstGeom prst="roundRect">
            <a:avLst>
              <a:gd fmla="val 3669" name="adj"/>
            </a:avLst>
          </a:prstGeom>
          <a:solidFill>
            <a:srgbClr val="0B1E17"/>
          </a:solidFill>
          <a:ln cap="flat" cmpd="sng" w="9525">
            <a:solidFill>
              <a:schemeClr val="accent5"/>
            </a:solidFill>
            <a:prstDash val="solid"/>
            <a:miter lim="800000"/>
            <a:headEnd len="sm" w="sm" type="none"/>
            <a:tailEnd len="sm" w="sm" type="none"/>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533" name="Google Shape;533;p61"/>
          <p:cNvSpPr/>
          <p:nvPr>
            <p:ph idx="4" type="pic"/>
          </p:nvPr>
        </p:nvSpPr>
        <p:spPr>
          <a:xfrm>
            <a:off x="7015163" y="1350168"/>
            <a:ext cx="1801200" cy="1704600"/>
          </a:xfrm>
          <a:prstGeom prst="roundRect">
            <a:avLst>
              <a:gd fmla="val 3635" name="adj"/>
            </a:avLst>
          </a:prstGeom>
          <a:solidFill>
            <a:schemeClr val="accent2"/>
          </a:solidFill>
          <a:ln>
            <a:noFill/>
          </a:ln>
        </p:spPr>
      </p:sp>
      <p:sp>
        <p:nvSpPr>
          <p:cNvPr id="534" name="Google Shape;534;p61"/>
          <p:cNvSpPr txBox="1"/>
          <p:nvPr>
            <p:ph idx="1" type="body"/>
          </p:nvPr>
        </p:nvSpPr>
        <p:spPr>
          <a:xfrm>
            <a:off x="7111675" y="3280086"/>
            <a:ext cx="1594500" cy="2907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5"/>
              </a:buClr>
              <a:buSzPts val="1300"/>
              <a:buFont typeface="Arial"/>
              <a:buNone/>
              <a:defRPr sz="13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535" name="Google Shape;535;p61"/>
          <p:cNvSpPr txBox="1"/>
          <p:nvPr>
            <p:ph idx="5" type="body"/>
          </p:nvPr>
        </p:nvSpPr>
        <p:spPr>
          <a:xfrm>
            <a:off x="7111675" y="3632509"/>
            <a:ext cx="1594500" cy="3000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5"/>
              </a:buClr>
              <a:buSzPts val="1000"/>
              <a:buFont typeface="Arial"/>
              <a:buNone/>
              <a:defRPr sz="10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536" name="Google Shape;536;p61"/>
          <p:cNvSpPr txBox="1"/>
          <p:nvPr>
            <p:ph idx="6" type="body"/>
          </p:nvPr>
        </p:nvSpPr>
        <p:spPr>
          <a:xfrm>
            <a:off x="7111675" y="4009705"/>
            <a:ext cx="1590900" cy="4173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rgbClr val="FFFFFF"/>
              </a:buClr>
              <a:buSzPts val="800"/>
              <a:buFont typeface="Arial"/>
              <a:buNone/>
              <a:defRPr sz="800">
                <a:solidFill>
                  <a:srgbClr val="FFFFFF"/>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537" name="Google Shape;537;p61"/>
          <p:cNvSpPr/>
          <p:nvPr>
            <p:ph idx="7" type="pic"/>
          </p:nvPr>
        </p:nvSpPr>
        <p:spPr>
          <a:xfrm>
            <a:off x="7111675" y="4556507"/>
            <a:ext cx="1146600" cy="285000"/>
          </a:xfrm>
          <a:prstGeom prst="rect">
            <a:avLst/>
          </a:prstGeom>
          <a:noFill/>
          <a:ln>
            <a:noFill/>
          </a:ln>
        </p:spPr>
      </p:sp>
      <p:sp>
        <p:nvSpPr>
          <p:cNvPr id="538" name="Google Shape;538;p61"/>
          <p:cNvSpPr/>
          <p:nvPr/>
        </p:nvSpPr>
        <p:spPr>
          <a:xfrm>
            <a:off x="5087582" y="3184124"/>
            <a:ext cx="1807200" cy="1768800"/>
          </a:xfrm>
          <a:prstGeom prst="roundRect">
            <a:avLst>
              <a:gd fmla="val 3669" name="adj"/>
            </a:avLst>
          </a:prstGeom>
          <a:solidFill>
            <a:srgbClr val="0B1E17"/>
          </a:solidFill>
          <a:ln cap="flat" cmpd="sng" w="9525">
            <a:solidFill>
              <a:schemeClr val="accent5"/>
            </a:solidFill>
            <a:prstDash val="solid"/>
            <a:miter lim="800000"/>
            <a:headEnd len="sm" w="sm" type="none"/>
            <a:tailEnd len="sm" w="sm" type="none"/>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539" name="Google Shape;539;p61"/>
          <p:cNvSpPr txBox="1"/>
          <p:nvPr>
            <p:ph idx="8" type="body"/>
          </p:nvPr>
        </p:nvSpPr>
        <p:spPr>
          <a:xfrm>
            <a:off x="5190253" y="3280086"/>
            <a:ext cx="1594500" cy="2907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5"/>
              </a:buClr>
              <a:buSzPts val="1300"/>
              <a:buFont typeface="Arial"/>
              <a:buNone/>
              <a:defRPr sz="13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540" name="Google Shape;540;p61"/>
          <p:cNvSpPr txBox="1"/>
          <p:nvPr>
            <p:ph idx="9" type="body"/>
          </p:nvPr>
        </p:nvSpPr>
        <p:spPr>
          <a:xfrm>
            <a:off x="5190253" y="3632509"/>
            <a:ext cx="1594500" cy="3000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5"/>
              </a:buClr>
              <a:buSzPts val="1000"/>
              <a:buFont typeface="Arial"/>
              <a:buNone/>
              <a:defRPr sz="10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541" name="Google Shape;541;p61"/>
          <p:cNvSpPr txBox="1"/>
          <p:nvPr>
            <p:ph idx="13" type="body"/>
          </p:nvPr>
        </p:nvSpPr>
        <p:spPr>
          <a:xfrm>
            <a:off x="5190253" y="4009705"/>
            <a:ext cx="1590900" cy="4173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rgbClr val="FFFFFF"/>
              </a:buClr>
              <a:buSzPts val="800"/>
              <a:buFont typeface="Arial"/>
              <a:buNone/>
              <a:defRPr sz="800">
                <a:solidFill>
                  <a:srgbClr val="FFFFFF"/>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542" name="Google Shape;542;p61"/>
          <p:cNvSpPr/>
          <p:nvPr>
            <p:ph idx="14" type="pic"/>
          </p:nvPr>
        </p:nvSpPr>
        <p:spPr>
          <a:xfrm>
            <a:off x="5190253" y="4556507"/>
            <a:ext cx="1146600" cy="285000"/>
          </a:xfrm>
          <a:prstGeom prst="rect">
            <a:avLst/>
          </a:prstGeom>
          <a:noFill/>
          <a:ln>
            <a:noFill/>
          </a:ln>
        </p:spPr>
      </p:sp>
      <p:sp>
        <p:nvSpPr>
          <p:cNvPr id="543" name="Google Shape;543;p61"/>
          <p:cNvSpPr/>
          <p:nvPr/>
        </p:nvSpPr>
        <p:spPr>
          <a:xfrm>
            <a:off x="3160248" y="3184124"/>
            <a:ext cx="1807200" cy="1768800"/>
          </a:xfrm>
          <a:prstGeom prst="roundRect">
            <a:avLst>
              <a:gd fmla="val 3669" name="adj"/>
            </a:avLst>
          </a:prstGeom>
          <a:solidFill>
            <a:srgbClr val="0B1E17"/>
          </a:solidFill>
          <a:ln cap="flat" cmpd="sng" w="9525">
            <a:solidFill>
              <a:schemeClr val="accent5"/>
            </a:solidFill>
            <a:prstDash val="solid"/>
            <a:miter lim="800000"/>
            <a:headEnd len="sm" w="sm" type="none"/>
            <a:tailEnd len="sm" w="sm" type="none"/>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544" name="Google Shape;544;p61"/>
          <p:cNvSpPr txBox="1"/>
          <p:nvPr>
            <p:ph idx="15" type="body"/>
          </p:nvPr>
        </p:nvSpPr>
        <p:spPr>
          <a:xfrm>
            <a:off x="3262918" y="3280086"/>
            <a:ext cx="1594500" cy="2907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5"/>
              </a:buClr>
              <a:buSzPts val="1300"/>
              <a:buFont typeface="Arial"/>
              <a:buNone/>
              <a:defRPr sz="13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545" name="Google Shape;545;p61"/>
          <p:cNvSpPr txBox="1"/>
          <p:nvPr>
            <p:ph idx="16" type="body"/>
          </p:nvPr>
        </p:nvSpPr>
        <p:spPr>
          <a:xfrm>
            <a:off x="3262918" y="3632509"/>
            <a:ext cx="1594500" cy="3000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5"/>
              </a:buClr>
              <a:buSzPts val="1000"/>
              <a:buFont typeface="Arial"/>
              <a:buNone/>
              <a:defRPr sz="10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546" name="Google Shape;546;p61"/>
          <p:cNvSpPr txBox="1"/>
          <p:nvPr>
            <p:ph idx="17" type="body"/>
          </p:nvPr>
        </p:nvSpPr>
        <p:spPr>
          <a:xfrm>
            <a:off x="3262918" y="4009705"/>
            <a:ext cx="1590900" cy="4173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rgbClr val="FFFFFF"/>
              </a:buClr>
              <a:buSzPts val="800"/>
              <a:buFont typeface="Arial"/>
              <a:buNone/>
              <a:defRPr sz="800">
                <a:solidFill>
                  <a:srgbClr val="FFFFFF"/>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547" name="Google Shape;547;p61"/>
          <p:cNvSpPr/>
          <p:nvPr>
            <p:ph idx="18" type="pic"/>
          </p:nvPr>
        </p:nvSpPr>
        <p:spPr>
          <a:xfrm>
            <a:off x="3262918" y="4556507"/>
            <a:ext cx="1146600" cy="285000"/>
          </a:xfrm>
          <a:prstGeom prst="rect">
            <a:avLst/>
          </a:prstGeom>
          <a:noFill/>
          <a:ln>
            <a:noFill/>
          </a:ln>
        </p:spPr>
      </p:sp>
    </p:spTree>
  </p:cSld>
  <p:clrMapOvr>
    <a:masterClrMapping/>
  </p:clrMapOvr>
  <p:extLst>
    <p:ext uri="{DCECCB84-F9BA-43D5-87BE-67443E8EF086}">
      <p15:sldGuideLst>
        <p15:guide id="1">
          <p15:clr>
            <a:srgbClr val="FBAE40"/>
          </p15:clr>
        </p15:guide>
        <p15:guide id="2" pos="5760">
          <p15:clr>
            <a:srgbClr val="FBAE40"/>
          </p15:clr>
        </p15:guide>
        <p15:guide id="3" pos="180">
          <p15:clr>
            <a:srgbClr val="FBAE40"/>
          </p15:clr>
        </p15:guide>
        <p15:guide id="4" pos="1025">
          <p15:clr>
            <a:srgbClr val="FBAE40"/>
          </p15:clr>
        </p15:guide>
        <p15:guide id="5" pos="1085">
          <p15:clr>
            <a:srgbClr val="FBAE40"/>
          </p15:clr>
        </p15:guide>
        <p15:guide id="6" pos="1930">
          <p15:clr>
            <a:srgbClr val="FBAE40"/>
          </p15:clr>
        </p15:guide>
        <p15:guide id="7" pos="1990">
          <p15:clr>
            <a:srgbClr val="FBAE40"/>
          </p15:clr>
        </p15:guide>
        <p15:guide id="8" pos="2835">
          <p15:clr>
            <a:srgbClr val="FBAE40"/>
          </p15:clr>
        </p15:guide>
        <p15:guide id="9" pos="2895">
          <p15:clr>
            <a:srgbClr val="FBAE40"/>
          </p15:clr>
        </p15:guide>
        <p15:guide id="10" pos="3740">
          <p15:clr>
            <a:srgbClr val="FBAE40"/>
          </p15:clr>
        </p15:guide>
        <p15:guide id="11" pos="3800">
          <p15:clr>
            <a:srgbClr val="FBAE40"/>
          </p15:clr>
        </p15:guide>
        <p15:guide id="12" pos="4645">
          <p15:clr>
            <a:srgbClr val="FBAE40"/>
          </p15:clr>
        </p15:guide>
        <p15:guide id="13" pos="4705">
          <p15:clr>
            <a:srgbClr val="FBAE40"/>
          </p15:clr>
        </p15:guide>
        <p15:guide id="14" pos="5550">
          <p15:clr>
            <a:srgbClr val="FBAE40"/>
          </p15:clr>
        </p15:guide>
        <p15:guide id="15" orient="horz">
          <p15:clr>
            <a:srgbClr val="FBAE40"/>
          </p15:clr>
        </p15:guide>
        <p15:guide id="16" orient="horz" pos="3240">
          <p15:clr>
            <a:srgbClr val="FBAE40"/>
          </p15:clr>
        </p15:guide>
        <p15:guide id="17" orient="horz" pos="180">
          <p15:clr>
            <a:srgbClr val="FBAE40"/>
          </p15:clr>
        </p15:guide>
        <p15:guide id="18" orient="horz" pos="1650">
          <p15:clr>
            <a:srgbClr val="FBAE40"/>
          </p15:clr>
        </p15:guide>
        <p15:guide id="19" orient="horz" pos="312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s_Four">
  <p:cSld name="Speakers_Four">
    <p:bg>
      <p:bgPr>
        <a:solidFill>
          <a:schemeClr val="dk1"/>
        </a:solidFill>
      </p:bgPr>
    </p:bg>
    <p:spTree>
      <p:nvGrpSpPr>
        <p:cNvPr id="548" name="Shape 548"/>
        <p:cNvGrpSpPr/>
        <p:nvPr/>
      </p:nvGrpSpPr>
      <p:grpSpPr>
        <a:xfrm>
          <a:off x="0" y="0"/>
          <a:ext cx="0" cy="0"/>
          <a:chOff x="0" y="0"/>
          <a:chExt cx="0" cy="0"/>
        </a:xfrm>
      </p:grpSpPr>
      <p:sp>
        <p:nvSpPr>
          <p:cNvPr id="549" name="Google Shape;549;p62"/>
          <p:cNvSpPr/>
          <p:nvPr/>
        </p:nvSpPr>
        <p:spPr>
          <a:xfrm>
            <a:off x="288073" y="3248418"/>
            <a:ext cx="2055300" cy="1704600"/>
          </a:xfrm>
          <a:prstGeom prst="roundRect">
            <a:avLst>
              <a:gd fmla="val 3669" name="adj"/>
            </a:avLst>
          </a:prstGeom>
          <a:solidFill>
            <a:srgbClr val="0B1E17"/>
          </a:solidFill>
          <a:ln cap="flat" cmpd="sng" w="9525">
            <a:solidFill>
              <a:schemeClr val="accent5"/>
            </a:solidFill>
            <a:prstDash val="solid"/>
            <a:miter lim="800000"/>
            <a:headEnd len="sm" w="sm" type="none"/>
            <a:tailEnd len="sm" w="sm" type="none"/>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550" name="Google Shape;550;p62"/>
          <p:cNvSpPr txBox="1"/>
          <p:nvPr>
            <p:ph type="title"/>
          </p:nvPr>
        </p:nvSpPr>
        <p:spPr>
          <a:xfrm>
            <a:off x="295956" y="594518"/>
            <a:ext cx="2047500" cy="642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5"/>
              </a:buClr>
              <a:buSzPts val="3800"/>
              <a:buFont typeface="Outfit"/>
              <a:buNone/>
              <a:defRPr b="0" sz="3800">
                <a:solidFill>
                  <a:schemeClr val="accent5"/>
                </a:solidFill>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sp>
        <p:nvSpPr>
          <p:cNvPr id="551" name="Google Shape;551;p62"/>
          <p:cNvSpPr txBox="1"/>
          <p:nvPr>
            <p:ph idx="1" type="body"/>
          </p:nvPr>
        </p:nvSpPr>
        <p:spPr>
          <a:xfrm>
            <a:off x="392807" y="4073999"/>
            <a:ext cx="1843200" cy="4173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rgbClr val="FFFFFF"/>
              </a:buClr>
              <a:buSzPts val="800"/>
              <a:buFont typeface="Arial"/>
              <a:buNone/>
              <a:defRPr sz="800">
                <a:solidFill>
                  <a:srgbClr val="FFFFFF"/>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552" name="Google Shape;552;p62"/>
          <p:cNvSpPr/>
          <p:nvPr>
            <p:ph idx="2" type="pic"/>
          </p:nvPr>
        </p:nvSpPr>
        <p:spPr>
          <a:xfrm>
            <a:off x="295956" y="1350169"/>
            <a:ext cx="2049600" cy="1812600"/>
          </a:xfrm>
          <a:prstGeom prst="roundRect">
            <a:avLst>
              <a:gd fmla="val 3635" name="adj"/>
            </a:avLst>
          </a:prstGeom>
          <a:solidFill>
            <a:schemeClr val="accent2"/>
          </a:solidFill>
          <a:ln>
            <a:noFill/>
          </a:ln>
        </p:spPr>
      </p:sp>
      <p:sp>
        <p:nvSpPr>
          <p:cNvPr id="553" name="Google Shape;553;p62"/>
          <p:cNvSpPr txBox="1"/>
          <p:nvPr>
            <p:ph idx="3" type="body"/>
          </p:nvPr>
        </p:nvSpPr>
        <p:spPr>
          <a:xfrm>
            <a:off x="392807" y="3398436"/>
            <a:ext cx="1843200" cy="2460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5"/>
              </a:buClr>
              <a:buSzPts val="1500"/>
              <a:buFont typeface="Arial"/>
              <a:buNone/>
              <a:defRPr sz="15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554" name="Google Shape;554;p62"/>
          <p:cNvSpPr/>
          <p:nvPr>
            <p:ph idx="4" type="pic"/>
          </p:nvPr>
        </p:nvSpPr>
        <p:spPr>
          <a:xfrm>
            <a:off x="392848" y="4555724"/>
            <a:ext cx="1288200" cy="300000"/>
          </a:xfrm>
          <a:prstGeom prst="rect">
            <a:avLst/>
          </a:prstGeom>
          <a:noFill/>
          <a:ln>
            <a:noFill/>
          </a:ln>
        </p:spPr>
      </p:sp>
      <p:sp>
        <p:nvSpPr>
          <p:cNvPr id="555" name="Google Shape;555;p62"/>
          <p:cNvSpPr txBox="1"/>
          <p:nvPr>
            <p:ph idx="5" type="body"/>
          </p:nvPr>
        </p:nvSpPr>
        <p:spPr>
          <a:xfrm>
            <a:off x="392807" y="3689156"/>
            <a:ext cx="1843200" cy="2460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5"/>
              </a:buClr>
              <a:buSzPts val="1100"/>
              <a:buFont typeface="Arial"/>
              <a:buNone/>
              <a:defRPr sz="11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cxnSp>
        <p:nvCxnSpPr>
          <p:cNvPr id="556" name="Google Shape;556;p62"/>
          <p:cNvCxnSpPr/>
          <p:nvPr/>
        </p:nvCxnSpPr>
        <p:spPr>
          <a:xfrm rot="10800000">
            <a:off x="285775" y="1236581"/>
            <a:ext cx="2047500" cy="0"/>
          </a:xfrm>
          <a:prstGeom prst="straightConnector1">
            <a:avLst/>
          </a:prstGeom>
          <a:noFill/>
          <a:ln cap="flat" cmpd="sng" w="12700">
            <a:solidFill>
              <a:schemeClr val="dk1"/>
            </a:solidFill>
            <a:prstDash val="solid"/>
            <a:miter lim="800000"/>
            <a:headEnd len="sm" w="sm" type="none"/>
            <a:tailEnd len="sm" w="sm" type="none"/>
          </a:ln>
        </p:spPr>
      </p:cxnSp>
      <p:pic>
        <p:nvPicPr>
          <p:cNvPr descr="A white letter on a black background&#10;&#10;Description automatically generated" id="557" name="Google Shape;557;p62"/>
          <p:cNvPicPr preferRelativeResize="0"/>
          <p:nvPr/>
        </p:nvPicPr>
        <p:blipFill rotWithShape="1">
          <a:blip r:embed="rId2">
            <a:alphaModFix/>
          </a:blip>
          <a:srcRect b="0" l="0" r="0" t="0"/>
          <a:stretch/>
        </p:blipFill>
        <p:spPr>
          <a:xfrm>
            <a:off x="8022471" y="238125"/>
            <a:ext cx="789176" cy="202769"/>
          </a:xfrm>
          <a:prstGeom prst="rect">
            <a:avLst/>
          </a:prstGeom>
          <a:noFill/>
          <a:ln>
            <a:noFill/>
          </a:ln>
        </p:spPr>
      </p:pic>
      <p:sp>
        <p:nvSpPr>
          <p:cNvPr id="558" name="Google Shape;558;p62"/>
          <p:cNvSpPr/>
          <p:nvPr/>
        </p:nvSpPr>
        <p:spPr>
          <a:xfrm>
            <a:off x="2440067" y="3248418"/>
            <a:ext cx="2055300" cy="1704600"/>
          </a:xfrm>
          <a:prstGeom prst="roundRect">
            <a:avLst>
              <a:gd fmla="val 3669" name="adj"/>
            </a:avLst>
          </a:prstGeom>
          <a:solidFill>
            <a:srgbClr val="0B1E17"/>
          </a:solidFill>
          <a:ln cap="flat" cmpd="sng" w="9525">
            <a:solidFill>
              <a:schemeClr val="accent5"/>
            </a:solidFill>
            <a:prstDash val="solid"/>
            <a:miter lim="800000"/>
            <a:headEnd len="sm" w="sm" type="none"/>
            <a:tailEnd len="sm" w="sm" type="none"/>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559" name="Google Shape;559;p62"/>
          <p:cNvSpPr txBox="1"/>
          <p:nvPr>
            <p:ph idx="6" type="body"/>
          </p:nvPr>
        </p:nvSpPr>
        <p:spPr>
          <a:xfrm>
            <a:off x="2544800" y="4073999"/>
            <a:ext cx="1843200" cy="4173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rgbClr val="FFFFFF"/>
              </a:buClr>
              <a:buSzPts val="800"/>
              <a:buFont typeface="Arial"/>
              <a:buNone/>
              <a:defRPr sz="800">
                <a:solidFill>
                  <a:srgbClr val="FFFFFF"/>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560" name="Google Shape;560;p62"/>
          <p:cNvSpPr/>
          <p:nvPr>
            <p:ph idx="7" type="pic"/>
          </p:nvPr>
        </p:nvSpPr>
        <p:spPr>
          <a:xfrm>
            <a:off x="2447949" y="1350169"/>
            <a:ext cx="2049600" cy="1812600"/>
          </a:xfrm>
          <a:prstGeom prst="roundRect">
            <a:avLst>
              <a:gd fmla="val 3635" name="adj"/>
            </a:avLst>
          </a:prstGeom>
          <a:solidFill>
            <a:schemeClr val="accent2"/>
          </a:solidFill>
          <a:ln>
            <a:noFill/>
          </a:ln>
        </p:spPr>
      </p:sp>
      <p:sp>
        <p:nvSpPr>
          <p:cNvPr id="561" name="Google Shape;561;p62"/>
          <p:cNvSpPr txBox="1"/>
          <p:nvPr>
            <p:ph idx="8" type="body"/>
          </p:nvPr>
        </p:nvSpPr>
        <p:spPr>
          <a:xfrm>
            <a:off x="2544800" y="3398436"/>
            <a:ext cx="1843200" cy="2460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5"/>
              </a:buClr>
              <a:buSzPts val="1500"/>
              <a:buFont typeface="Arial"/>
              <a:buNone/>
              <a:defRPr sz="15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562" name="Google Shape;562;p62"/>
          <p:cNvSpPr/>
          <p:nvPr>
            <p:ph idx="9" type="pic"/>
          </p:nvPr>
        </p:nvSpPr>
        <p:spPr>
          <a:xfrm>
            <a:off x="2544841" y="4555724"/>
            <a:ext cx="1288200" cy="300000"/>
          </a:xfrm>
          <a:prstGeom prst="rect">
            <a:avLst/>
          </a:prstGeom>
          <a:noFill/>
          <a:ln>
            <a:noFill/>
          </a:ln>
        </p:spPr>
      </p:sp>
      <p:sp>
        <p:nvSpPr>
          <p:cNvPr id="563" name="Google Shape;563;p62"/>
          <p:cNvSpPr txBox="1"/>
          <p:nvPr>
            <p:ph idx="13" type="body"/>
          </p:nvPr>
        </p:nvSpPr>
        <p:spPr>
          <a:xfrm>
            <a:off x="2544800" y="3689156"/>
            <a:ext cx="1843200" cy="2460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5"/>
              </a:buClr>
              <a:buSzPts val="1100"/>
              <a:buFont typeface="Arial"/>
              <a:buNone/>
              <a:defRPr sz="11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564" name="Google Shape;564;p62"/>
          <p:cNvSpPr/>
          <p:nvPr/>
        </p:nvSpPr>
        <p:spPr>
          <a:xfrm>
            <a:off x="4597971" y="3248418"/>
            <a:ext cx="2055300" cy="1704600"/>
          </a:xfrm>
          <a:prstGeom prst="roundRect">
            <a:avLst>
              <a:gd fmla="val 3669" name="adj"/>
            </a:avLst>
          </a:prstGeom>
          <a:solidFill>
            <a:srgbClr val="0B1E17"/>
          </a:solidFill>
          <a:ln cap="flat" cmpd="sng" w="9525">
            <a:solidFill>
              <a:schemeClr val="accent5"/>
            </a:solidFill>
            <a:prstDash val="solid"/>
            <a:miter lim="800000"/>
            <a:headEnd len="sm" w="sm" type="none"/>
            <a:tailEnd len="sm" w="sm" type="none"/>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565" name="Google Shape;565;p62"/>
          <p:cNvSpPr txBox="1"/>
          <p:nvPr>
            <p:ph idx="14" type="body"/>
          </p:nvPr>
        </p:nvSpPr>
        <p:spPr>
          <a:xfrm>
            <a:off x="4702705" y="4073999"/>
            <a:ext cx="1843200" cy="4173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rgbClr val="FFFFFF"/>
              </a:buClr>
              <a:buSzPts val="800"/>
              <a:buFont typeface="Arial"/>
              <a:buNone/>
              <a:defRPr sz="800">
                <a:solidFill>
                  <a:srgbClr val="FFFFFF"/>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566" name="Google Shape;566;p62"/>
          <p:cNvSpPr/>
          <p:nvPr>
            <p:ph idx="15" type="pic"/>
          </p:nvPr>
        </p:nvSpPr>
        <p:spPr>
          <a:xfrm>
            <a:off x="4605854" y="1350169"/>
            <a:ext cx="2049600" cy="1812600"/>
          </a:xfrm>
          <a:prstGeom prst="roundRect">
            <a:avLst>
              <a:gd fmla="val 3635" name="adj"/>
            </a:avLst>
          </a:prstGeom>
          <a:solidFill>
            <a:schemeClr val="accent2"/>
          </a:solidFill>
          <a:ln>
            <a:noFill/>
          </a:ln>
        </p:spPr>
      </p:sp>
      <p:sp>
        <p:nvSpPr>
          <p:cNvPr id="567" name="Google Shape;567;p62"/>
          <p:cNvSpPr txBox="1"/>
          <p:nvPr>
            <p:ph idx="16" type="body"/>
          </p:nvPr>
        </p:nvSpPr>
        <p:spPr>
          <a:xfrm>
            <a:off x="4702705" y="3398436"/>
            <a:ext cx="1843200" cy="2460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5"/>
              </a:buClr>
              <a:buSzPts val="1500"/>
              <a:buFont typeface="Arial"/>
              <a:buNone/>
              <a:defRPr sz="15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568" name="Google Shape;568;p62"/>
          <p:cNvSpPr/>
          <p:nvPr>
            <p:ph idx="17" type="pic"/>
          </p:nvPr>
        </p:nvSpPr>
        <p:spPr>
          <a:xfrm>
            <a:off x="4702746" y="4555724"/>
            <a:ext cx="1288200" cy="300000"/>
          </a:xfrm>
          <a:prstGeom prst="rect">
            <a:avLst/>
          </a:prstGeom>
          <a:noFill/>
          <a:ln>
            <a:noFill/>
          </a:ln>
        </p:spPr>
      </p:sp>
      <p:sp>
        <p:nvSpPr>
          <p:cNvPr id="569" name="Google Shape;569;p62"/>
          <p:cNvSpPr txBox="1"/>
          <p:nvPr>
            <p:ph idx="18" type="body"/>
          </p:nvPr>
        </p:nvSpPr>
        <p:spPr>
          <a:xfrm>
            <a:off x="4702705" y="3689156"/>
            <a:ext cx="1843200" cy="2460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5"/>
              </a:buClr>
              <a:buSzPts val="1100"/>
              <a:buFont typeface="Arial"/>
              <a:buNone/>
              <a:defRPr sz="11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570" name="Google Shape;570;p62"/>
          <p:cNvSpPr/>
          <p:nvPr/>
        </p:nvSpPr>
        <p:spPr>
          <a:xfrm>
            <a:off x="6761788" y="3248418"/>
            <a:ext cx="2055300" cy="1704600"/>
          </a:xfrm>
          <a:prstGeom prst="roundRect">
            <a:avLst>
              <a:gd fmla="val 3669" name="adj"/>
            </a:avLst>
          </a:prstGeom>
          <a:solidFill>
            <a:srgbClr val="0B1E17"/>
          </a:solidFill>
          <a:ln cap="flat" cmpd="sng" w="9525">
            <a:solidFill>
              <a:schemeClr val="accent5"/>
            </a:solidFill>
            <a:prstDash val="solid"/>
            <a:miter lim="800000"/>
            <a:headEnd len="sm" w="sm" type="none"/>
            <a:tailEnd len="sm" w="sm" type="none"/>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571" name="Google Shape;571;p62"/>
          <p:cNvSpPr txBox="1"/>
          <p:nvPr>
            <p:ph idx="19" type="body"/>
          </p:nvPr>
        </p:nvSpPr>
        <p:spPr>
          <a:xfrm>
            <a:off x="6866522" y="4073999"/>
            <a:ext cx="1843200" cy="4173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rgbClr val="FFFFFF"/>
              </a:buClr>
              <a:buSzPts val="800"/>
              <a:buFont typeface="Arial"/>
              <a:buNone/>
              <a:defRPr sz="800">
                <a:solidFill>
                  <a:srgbClr val="FFFFFF"/>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572" name="Google Shape;572;p62"/>
          <p:cNvSpPr/>
          <p:nvPr>
            <p:ph idx="20" type="pic"/>
          </p:nvPr>
        </p:nvSpPr>
        <p:spPr>
          <a:xfrm>
            <a:off x="6769671" y="1350169"/>
            <a:ext cx="2049600" cy="1812600"/>
          </a:xfrm>
          <a:prstGeom prst="roundRect">
            <a:avLst>
              <a:gd fmla="val 3635" name="adj"/>
            </a:avLst>
          </a:prstGeom>
          <a:solidFill>
            <a:schemeClr val="accent2"/>
          </a:solidFill>
          <a:ln>
            <a:noFill/>
          </a:ln>
        </p:spPr>
      </p:sp>
      <p:sp>
        <p:nvSpPr>
          <p:cNvPr id="573" name="Google Shape;573;p62"/>
          <p:cNvSpPr txBox="1"/>
          <p:nvPr>
            <p:ph idx="21" type="body"/>
          </p:nvPr>
        </p:nvSpPr>
        <p:spPr>
          <a:xfrm>
            <a:off x="6866522" y="3398436"/>
            <a:ext cx="1843200" cy="2460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5"/>
              </a:buClr>
              <a:buSzPts val="1500"/>
              <a:buFont typeface="Arial"/>
              <a:buNone/>
              <a:defRPr sz="15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574" name="Google Shape;574;p62"/>
          <p:cNvSpPr/>
          <p:nvPr>
            <p:ph idx="22" type="pic"/>
          </p:nvPr>
        </p:nvSpPr>
        <p:spPr>
          <a:xfrm>
            <a:off x="6866563" y="4555724"/>
            <a:ext cx="1288200" cy="300000"/>
          </a:xfrm>
          <a:prstGeom prst="rect">
            <a:avLst/>
          </a:prstGeom>
          <a:noFill/>
          <a:ln>
            <a:noFill/>
          </a:ln>
        </p:spPr>
      </p:sp>
      <p:sp>
        <p:nvSpPr>
          <p:cNvPr id="575" name="Google Shape;575;p62"/>
          <p:cNvSpPr txBox="1"/>
          <p:nvPr>
            <p:ph idx="23" type="body"/>
          </p:nvPr>
        </p:nvSpPr>
        <p:spPr>
          <a:xfrm>
            <a:off x="6866522" y="3689156"/>
            <a:ext cx="1843200" cy="2460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5"/>
              </a:buClr>
              <a:buSzPts val="1100"/>
              <a:buFont typeface="Arial"/>
              <a:buNone/>
              <a:defRPr sz="1100">
                <a:solidFill>
                  <a:schemeClr val="accent5"/>
                </a:solidFill>
              </a:defRPr>
            </a:lvl1pPr>
            <a:lvl2pPr indent="-228600" lvl="1" marL="914400" algn="l">
              <a:lnSpc>
                <a:spcPct val="110000"/>
              </a:lnSpc>
              <a:spcBef>
                <a:spcPts val="200"/>
              </a:spcBef>
              <a:spcAft>
                <a:spcPts val="0"/>
              </a:spcAft>
              <a:buClr>
                <a:srgbClr val="1B1915"/>
              </a:buClr>
              <a:buSzPts val="500"/>
              <a:buNone/>
              <a:defRPr sz="500"/>
            </a:lvl2pPr>
            <a:lvl3pPr indent="-228600" lvl="2" marL="1371600" algn="l">
              <a:lnSpc>
                <a:spcPct val="110000"/>
              </a:lnSpc>
              <a:spcBef>
                <a:spcPts val="200"/>
              </a:spcBef>
              <a:spcAft>
                <a:spcPts val="0"/>
              </a:spcAft>
              <a:buClr>
                <a:srgbClr val="1B1915"/>
              </a:buClr>
              <a:buSzPts val="500"/>
              <a:buNone/>
              <a:defRPr sz="500"/>
            </a:lvl3pPr>
            <a:lvl4pPr indent="-228600" lvl="3" marL="1828800" algn="l">
              <a:lnSpc>
                <a:spcPct val="110000"/>
              </a:lnSpc>
              <a:spcBef>
                <a:spcPts val="200"/>
              </a:spcBef>
              <a:spcAft>
                <a:spcPts val="0"/>
              </a:spcAft>
              <a:buClr>
                <a:srgbClr val="1B1915"/>
              </a:buClr>
              <a:buSzPts val="400"/>
              <a:buNone/>
              <a:defRPr sz="400"/>
            </a:lvl4pPr>
            <a:lvl5pPr indent="-228600" lvl="4" marL="2286000" algn="l">
              <a:lnSpc>
                <a:spcPct val="11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Tree>
  </p:cSld>
  <p:clrMapOvr>
    <a:masterClrMapping/>
  </p:clrMapOvr>
  <p:extLst>
    <p:ext uri="{DCECCB84-F9BA-43D5-87BE-67443E8EF086}">
      <p15:sldGuideLst>
        <p15:guide id="1">
          <p15:clr>
            <a:srgbClr val="FBAE40"/>
          </p15:clr>
        </p15:guide>
        <p15:guide id="2" pos="5760">
          <p15:clr>
            <a:srgbClr val="FBAE40"/>
          </p15:clr>
        </p15:guide>
        <p15:guide id="3" pos="180">
          <p15:clr>
            <a:srgbClr val="FBAE40"/>
          </p15:clr>
        </p15:guide>
        <p15:guide id="4" pos="1477">
          <p15:clr>
            <a:srgbClr val="FBAE40"/>
          </p15:clr>
        </p15:guide>
        <p15:guide id="5" pos="1537">
          <p15:clr>
            <a:srgbClr val="FBAE40"/>
          </p15:clr>
        </p15:guide>
        <p15:guide id="6" pos="2835">
          <p15:clr>
            <a:srgbClr val="FBAE40"/>
          </p15:clr>
        </p15:guide>
        <p15:guide id="7" pos="2895">
          <p15:clr>
            <a:srgbClr val="FBAE40"/>
          </p15:clr>
        </p15:guide>
        <p15:guide id="8" pos="4193">
          <p15:clr>
            <a:srgbClr val="FBAE40"/>
          </p15:clr>
        </p15:guide>
        <p15:guide id="9" pos="4253">
          <p15:clr>
            <a:srgbClr val="FBAE40"/>
          </p15:clr>
        </p15:guide>
        <p15:guide id="10" pos="5550">
          <p15:clr>
            <a:srgbClr val="FBAE40"/>
          </p15:clr>
        </p15:guide>
        <p15:guide id="11" orient="horz">
          <p15:clr>
            <a:srgbClr val="FBAE40"/>
          </p15:clr>
        </p15:guide>
        <p15:guide id="12" orient="horz" pos="3240">
          <p15:clr>
            <a:srgbClr val="FBAE40"/>
          </p15:clr>
        </p15:guide>
        <p15:guide id="13" orient="horz" pos="180">
          <p15:clr>
            <a:srgbClr val="FBAE40"/>
          </p15:clr>
        </p15:guide>
        <p15:guide id="14" orient="horz" pos="1650">
          <p15:clr>
            <a:srgbClr val="FBAE40"/>
          </p15:clr>
        </p15:guide>
        <p15:guide id="15" orient="horz" pos="312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ight Image Grid">
  <p:cSld name="Eight Image Grid">
    <p:bg>
      <p:bgPr>
        <a:solidFill>
          <a:schemeClr val="dk1"/>
        </a:solidFill>
      </p:bgPr>
    </p:bg>
    <p:spTree>
      <p:nvGrpSpPr>
        <p:cNvPr id="576" name="Shape 576"/>
        <p:cNvGrpSpPr/>
        <p:nvPr/>
      </p:nvGrpSpPr>
      <p:grpSpPr>
        <a:xfrm>
          <a:off x="0" y="0"/>
          <a:ext cx="0" cy="0"/>
          <a:chOff x="0" y="0"/>
          <a:chExt cx="0" cy="0"/>
        </a:xfrm>
      </p:grpSpPr>
      <p:sp>
        <p:nvSpPr>
          <p:cNvPr id="577" name="Google Shape;577;p63"/>
          <p:cNvSpPr/>
          <p:nvPr>
            <p:ph idx="2" type="pic"/>
          </p:nvPr>
        </p:nvSpPr>
        <p:spPr>
          <a:xfrm>
            <a:off x="178594" y="187708"/>
            <a:ext cx="2107500" cy="2333700"/>
          </a:xfrm>
          <a:prstGeom prst="roundRect">
            <a:avLst>
              <a:gd fmla="val 4991" name="adj"/>
            </a:avLst>
          </a:prstGeom>
          <a:noFill/>
          <a:ln>
            <a:noFill/>
          </a:ln>
        </p:spPr>
      </p:sp>
      <p:sp>
        <p:nvSpPr>
          <p:cNvPr id="578" name="Google Shape;578;p63"/>
          <p:cNvSpPr/>
          <p:nvPr>
            <p:ph idx="3" type="pic"/>
          </p:nvPr>
        </p:nvSpPr>
        <p:spPr>
          <a:xfrm>
            <a:off x="2389230" y="187708"/>
            <a:ext cx="2107500" cy="2333700"/>
          </a:xfrm>
          <a:prstGeom prst="roundRect">
            <a:avLst>
              <a:gd fmla="val 4991" name="adj"/>
            </a:avLst>
          </a:prstGeom>
          <a:noFill/>
          <a:ln>
            <a:noFill/>
          </a:ln>
        </p:spPr>
      </p:sp>
      <p:sp>
        <p:nvSpPr>
          <p:cNvPr id="579" name="Google Shape;579;p63"/>
          <p:cNvSpPr/>
          <p:nvPr>
            <p:ph idx="4" type="pic"/>
          </p:nvPr>
        </p:nvSpPr>
        <p:spPr>
          <a:xfrm>
            <a:off x="4600862" y="187708"/>
            <a:ext cx="2107500" cy="2333700"/>
          </a:xfrm>
          <a:prstGeom prst="roundRect">
            <a:avLst>
              <a:gd fmla="val 4991" name="adj"/>
            </a:avLst>
          </a:prstGeom>
          <a:noFill/>
          <a:ln>
            <a:noFill/>
          </a:ln>
        </p:spPr>
      </p:sp>
      <p:sp>
        <p:nvSpPr>
          <p:cNvPr id="580" name="Google Shape;580;p63"/>
          <p:cNvSpPr/>
          <p:nvPr>
            <p:ph idx="5" type="pic"/>
          </p:nvPr>
        </p:nvSpPr>
        <p:spPr>
          <a:xfrm>
            <a:off x="6812495" y="187708"/>
            <a:ext cx="2107500" cy="2333700"/>
          </a:xfrm>
          <a:prstGeom prst="roundRect">
            <a:avLst>
              <a:gd fmla="val 4991" name="adj"/>
            </a:avLst>
          </a:prstGeom>
          <a:noFill/>
          <a:ln>
            <a:noFill/>
          </a:ln>
        </p:spPr>
      </p:sp>
      <p:sp>
        <p:nvSpPr>
          <p:cNvPr id="581" name="Google Shape;581;p63"/>
          <p:cNvSpPr/>
          <p:nvPr>
            <p:ph idx="6" type="pic"/>
          </p:nvPr>
        </p:nvSpPr>
        <p:spPr>
          <a:xfrm>
            <a:off x="178594" y="2621586"/>
            <a:ext cx="2107500" cy="2333700"/>
          </a:xfrm>
          <a:prstGeom prst="roundRect">
            <a:avLst>
              <a:gd fmla="val 4991" name="adj"/>
            </a:avLst>
          </a:prstGeom>
          <a:noFill/>
          <a:ln>
            <a:noFill/>
          </a:ln>
        </p:spPr>
      </p:sp>
      <p:sp>
        <p:nvSpPr>
          <p:cNvPr id="582" name="Google Shape;582;p63"/>
          <p:cNvSpPr/>
          <p:nvPr>
            <p:ph idx="7" type="pic"/>
          </p:nvPr>
        </p:nvSpPr>
        <p:spPr>
          <a:xfrm>
            <a:off x="2389230" y="2621586"/>
            <a:ext cx="2107500" cy="2333700"/>
          </a:xfrm>
          <a:prstGeom prst="roundRect">
            <a:avLst>
              <a:gd fmla="val 4991" name="adj"/>
            </a:avLst>
          </a:prstGeom>
          <a:noFill/>
          <a:ln>
            <a:noFill/>
          </a:ln>
        </p:spPr>
      </p:sp>
      <p:sp>
        <p:nvSpPr>
          <p:cNvPr id="583" name="Google Shape;583;p63"/>
          <p:cNvSpPr/>
          <p:nvPr>
            <p:ph idx="8" type="pic"/>
          </p:nvPr>
        </p:nvSpPr>
        <p:spPr>
          <a:xfrm>
            <a:off x="4600862" y="2621586"/>
            <a:ext cx="2107500" cy="2333700"/>
          </a:xfrm>
          <a:prstGeom prst="roundRect">
            <a:avLst>
              <a:gd fmla="val 4991" name="adj"/>
            </a:avLst>
          </a:prstGeom>
          <a:noFill/>
          <a:ln>
            <a:noFill/>
          </a:ln>
        </p:spPr>
      </p:sp>
      <p:sp>
        <p:nvSpPr>
          <p:cNvPr id="584" name="Google Shape;584;p63"/>
          <p:cNvSpPr/>
          <p:nvPr>
            <p:ph idx="9" type="pic"/>
          </p:nvPr>
        </p:nvSpPr>
        <p:spPr>
          <a:xfrm>
            <a:off x="6812495" y="2621586"/>
            <a:ext cx="2107500" cy="2333700"/>
          </a:xfrm>
          <a:prstGeom prst="roundRect">
            <a:avLst>
              <a:gd fmla="val 4991" name="adj"/>
            </a:avLst>
          </a:prstGeom>
          <a:noFill/>
          <a:ln>
            <a:noFill/>
          </a:ln>
        </p:spPr>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Slide_Five Columns with Images 1">
  <p:cSld name="13_Text Slide_One Column">
    <p:bg>
      <p:bgPr>
        <a:solidFill>
          <a:srgbClr val="FFFFFF"/>
        </a:solidFill>
      </p:bgPr>
    </p:bg>
    <p:spTree>
      <p:nvGrpSpPr>
        <p:cNvPr id="585" name="Shape 585"/>
        <p:cNvGrpSpPr/>
        <p:nvPr/>
      </p:nvGrpSpPr>
      <p:grpSpPr>
        <a:xfrm>
          <a:off x="0" y="0"/>
          <a:ext cx="0" cy="0"/>
          <a:chOff x="0" y="0"/>
          <a:chExt cx="0" cy="0"/>
        </a:xfrm>
      </p:grpSpPr>
      <p:sp>
        <p:nvSpPr>
          <p:cNvPr id="586" name="Google Shape;586;p64"/>
          <p:cNvSpPr txBox="1"/>
          <p:nvPr>
            <p:ph type="title"/>
          </p:nvPr>
        </p:nvSpPr>
        <p:spPr>
          <a:xfrm>
            <a:off x="295955" y="594518"/>
            <a:ext cx="7758900" cy="642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800"/>
              <a:buFont typeface="Outfit"/>
              <a:buNone/>
              <a:defRPr b="0" sz="3800">
                <a:solidFill>
                  <a:schemeClr val="dk1"/>
                </a:solidFill>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pic>
        <p:nvPicPr>
          <p:cNvPr id="587" name="Google Shape;587;p64"/>
          <p:cNvPicPr preferRelativeResize="0"/>
          <p:nvPr/>
        </p:nvPicPr>
        <p:blipFill rotWithShape="1">
          <a:blip r:embed="rId2">
            <a:alphaModFix/>
          </a:blip>
          <a:srcRect b="0" l="0" r="0" t="0"/>
          <a:stretch/>
        </p:blipFill>
        <p:spPr>
          <a:xfrm>
            <a:off x="8022471" y="238125"/>
            <a:ext cx="789176" cy="202769"/>
          </a:xfrm>
          <a:prstGeom prst="rect">
            <a:avLst/>
          </a:prstGeom>
          <a:noFill/>
          <a:ln>
            <a:noFill/>
          </a:ln>
        </p:spPr>
      </p:pic>
      <p:sp>
        <p:nvSpPr>
          <p:cNvPr id="588" name="Google Shape;588;p64"/>
          <p:cNvSpPr txBox="1"/>
          <p:nvPr>
            <p:ph idx="10" type="dt"/>
          </p:nvPr>
        </p:nvSpPr>
        <p:spPr>
          <a:xfrm>
            <a:off x="285750" y="4753346"/>
            <a:ext cx="2057400" cy="199800"/>
          </a:xfrm>
          <a:prstGeom prst="rect">
            <a:avLst/>
          </a:prstGeom>
          <a:noFill/>
          <a:ln>
            <a:noFill/>
          </a:ln>
        </p:spPr>
        <p:txBody>
          <a:bodyPr anchorCtr="0" anchor="b" bIns="0" lIns="0" spcFirstLastPara="1" rIns="0" wrap="square" tIns="0">
            <a:noAutofit/>
          </a:bodyPr>
          <a:lstStyle>
            <a:lvl1pPr lvl="0" algn="l">
              <a:lnSpc>
                <a:spcPct val="90000"/>
              </a:lnSpc>
              <a:spcBef>
                <a:spcPts val="1700"/>
              </a:spcBef>
              <a:spcAft>
                <a:spcPts val="0"/>
              </a:spcAft>
              <a:buClr>
                <a:schemeClr val="dk1"/>
              </a:buClr>
              <a:buSzPts val="700"/>
              <a:buNone/>
              <a:defRPr/>
            </a:lvl1pPr>
            <a:lvl2pPr lvl="1" algn="l">
              <a:lnSpc>
                <a:spcPct val="90000"/>
              </a:lnSpc>
              <a:spcBef>
                <a:spcPts val="1700"/>
              </a:spcBef>
              <a:spcAft>
                <a:spcPts val="0"/>
              </a:spcAft>
              <a:buClr>
                <a:srgbClr val="000000"/>
              </a:buClr>
              <a:buSzPts val="700"/>
              <a:buNone/>
              <a:defRPr/>
            </a:lvl2pPr>
            <a:lvl3pPr lvl="2" algn="l">
              <a:lnSpc>
                <a:spcPct val="90000"/>
              </a:lnSpc>
              <a:spcBef>
                <a:spcPts val="1700"/>
              </a:spcBef>
              <a:spcAft>
                <a:spcPts val="0"/>
              </a:spcAft>
              <a:buClr>
                <a:srgbClr val="000000"/>
              </a:buClr>
              <a:buSzPts val="700"/>
              <a:buNone/>
              <a:defRPr/>
            </a:lvl3pPr>
            <a:lvl4pPr lvl="3" algn="l">
              <a:lnSpc>
                <a:spcPct val="90000"/>
              </a:lnSpc>
              <a:spcBef>
                <a:spcPts val="1700"/>
              </a:spcBef>
              <a:spcAft>
                <a:spcPts val="0"/>
              </a:spcAft>
              <a:buClr>
                <a:srgbClr val="000000"/>
              </a:buClr>
              <a:buSzPts val="700"/>
              <a:buNone/>
              <a:defRPr/>
            </a:lvl4pPr>
            <a:lvl5pPr lvl="4" algn="l">
              <a:lnSpc>
                <a:spcPct val="90000"/>
              </a:lnSpc>
              <a:spcBef>
                <a:spcPts val="1700"/>
              </a:spcBef>
              <a:spcAft>
                <a:spcPts val="0"/>
              </a:spcAft>
              <a:buClr>
                <a:srgbClr val="000000"/>
              </a:buClr>
              <a:buSzPts val="700"/>
              <a:buNone/>
              <a:defRPr/>
            </a:lvl5pPr>
            <a:lvl6pPr lvl="5" algn="l">
              <a:lnSpc>
                <a:spcPct val="90000"/>
              </a:lnSpc>
              <a:spcBef>
                <a:spcPts val="1700"/>
              </a:spcBef>
              <a:spcAft>
                <a:spcPts val="0"/>
              </a:spcAft>
              <a:buClr>
                <a:srgbClr val="000000"/>
              </a:buClr>
              <a:buSzPts val="700"/>
              <a:buNone/>
              <a:defRPr/>
            </a:lvl6pPr>
            <a:lvl7pPr lvl="6" algn="l">
              <a:lnSpc>
                <a:spcPct val="90000"/>
              </a:lnSpc>
              <a:spcBef>
                <a:spcPts val="1700"/>
              </a:spcBef>
              <a:spcAft>
                <a:spcPts val="0"/>
              </a:spcAft>
              <a:buClr>
                <a:srgbClr val="000000"/>
              </a:buClr>
              <a:buSzPts val="700"/>
              <a:buNone/>
              <a:defRPr/>
            </a:lvl7pPr>
            <a:lvl8pPr lvl="7" algn="l">
              <a:lnSpc>
                <a:spcPct val="90000"/>
              </a:lnSpc>
              <a:spcBef>
                <a:spcPts val="1700"/>
              </a:spcBef>
              <a:spcAft>
                <a:spcPts val="0"/>
              </a:spcAft>
              <a:buClr>
                <a:srgbClr val="000000"/>
              </a:buClr>
              <a:buSzPts val="700"/>
              <a:buNone/>
              <a:defRPr/>
            </a:lvl8pPr>
            <a:lvl9pPr lvl="8" algn="l">
              <a:lnSpc>
                <a:spcPct val="90000"/>
              </a:lnSpc>
              <a:spcBef>
                <a:spcPts val="1700"/>
              </a:spcBef>
              <a:spcAft>
                <a:spcPts val="0"/>
              </a:spcAft>
              <a:buClr>
                <a:srgbClr val="000000"/>
              </a:buClr>
              <a:buSzPts val="700"/>
              <a:buNone/>
              <a:defRPr/>
            </a:lvl9pPr>
          </a:lstStyle>
          <a:p/>
        </p:txBody>
      </p:sp>
      <p:sp>
        <p:nvSpPr>
          <p:cNvPr id="589" name="Google Shape;589;p64"/>
          <p:cNvSpPr txBox="1"/>
          <p:nvPr>
            <p:ph idx="12" type="sldNum"/>
          </p:nvPr>
        </p:nvSpPr>
        <p:spPr>
          <a:xfrm>
            <a:off x="6753225" y="4767263"/>
            <a:ext cx="2057400" cy="185700"/>
          </a:xfrm>
          <a:prstGeom prst="rect">
            <a:avLst/>
          </a:prstGeom>
          <a:noFill/>
          <a:ln>
            <a:noFill/>
          </a:ln>
        </p:spPr>
        <p:txBody>
          <a:bodyPr anchorCtr="0" anchor="b" bIns="0" lIns="0" spcFirstLastPara="1" rIns="0" wrap="square" tIns="0">
            <a:noAutofit/>
          </a:bodyPr>
          <a:lstStyle>
            <a:lvl1pPr indent="0" lvl="0" marL="0" algn="r">
              <a:lnSpc>
                <a:spcPct val="90000"/>
              </a:lnSpc>
              <a:spcBef>
                <a:spcPts val="0"/>
              </a:spcBef>
              <a:spcAft>
                <a:spcPts val="0"/>
              </a:spcAft>
              <a:buClr>
                <a:schemeClr val="dk1"/>
              </a:buClr>
              <a:buSzPts val="500"/>
              <a:buFont typeface="Outfit"/>
              <a:buNone/>
              <a:defRPr/>
            </a:lvl1pPr>
            <a:lvl2pPr indent="0" lvl="1" marL="0" algn="r">
              <a:lnSpc>
                <a:spcPct val="90000"/>
              </a:lnSpc>
              <a:spcBef>
                <a:spcPts val="0"/>
              </a:spcBef>
              <a:spcAft>
                <a:spcPts val="0"/>
              </a:spcAft>
              <a:buClr>
                <a:schemeClr val="dk1"/>
              </a:buClr>
              <a:buSzPts val="500"/>
              <a:buFont typeface="Outfit"/>
              <a:buNone/>
              <a:defRPr/>
            </a:lvl2pPr>
            <a:lvl3pPr indent="0" lvl="2" marL="0" algn="r">
              <a:lnSpc>
                <a:spcPct val="90000"/>
              </a:lnSpc>
              <a:spcBef>
                <a:spcPts val="0"/>
              </a:spcBef>
              <a:spcAft>
                <a:spcPts val="0"/>
              </a:spcAft>
              <a:buClr>
                <a:schemeClr val="dk1"/>
              </a:buClr>
              <a:buSzPts val="500"/>
              <a:buFont typeface="Outfit"/>
              <a:buNone/>
              <a:defRPr/>
            </a:lvl3pPr>
            <a:lvl4pPr indent="0" lvl="3" marL="0" algn="r">
              <a:lnSpc>
                <a:spcPct val="90000"/>
              </a:lnSpc>
              <a:spcBef>
                <a:spcPts val="0"/>
              </a:spcBef>
              <a:spcAft>
                <a:spcPts val="0"/>
              </a:spcAft>
              <a:buClr>
                <a:schemeClr val="dk1"/>
              </a:buClr>
              <a:buSzPts val="500"/>
              <a:buFont typeface="Outfit"/>
              <a:buNone/>
              <a:defRPr/>
            </a:lvl4pPr>
            <a:lvl5pPr indent="0" lvl="4" marL="0" algn="r">
              <a:lnSpc>
                <a:spcPct val="90000"/>
              </a:lnSpc>
              <a:spcBef>
                <a:spcPts val="0"/>
              </a:spcBef>
              <a:spcAft>
                <a:spcPts val="0"/>
              </a:spcAft>
              <a:buClr>
                <a:schemeClr val="dk1"/>
              </a:buClr>
              <a:buSzPts val="500"/>
              <a:buFont typeface="Outfit"/>
              <a:buNone/>
              <a:defRPr/>
            </a:lvl5pPr>
            <a:lvl6pPr indent="0" lvl="5" marL="0" algn="r">
              <a:lnSpc>
                <a:spcPct val="90000"/>
              </a:lnSpc>
              <a:spcBef>
                <a:spcPts val="0"/>
              </a:spcBef>
              <a:spcAft>
                <a:spcPts val="0"/>
              </a:spcAft>
              <a:buClr>
                <a:schemeClr val="dk1"/>
              </a:buClr>
              <a:buSzPts val="500"/>
              <a:buFont typeface="Outfit"/>
              <a:buNone/>
              <a:defRPr/>
            </a:lvl6pPr>
            <a:lvl7pPr indent="0" lvl="6" marL="0" algn="r">
              <a:lnSpc>
                <a:spcPct val="90000"/>
              </a:lnSpc>
              <a:spcBef>
                <a:spcPts val="0"/>
              </a:spcBef>
              <a:spcAft>
                <a:spcPts val="0"/>
              </a:spcAft>
              <a:buClr>
                <a:schemeClr val="dk1"/>
              </a:buClr>
              <a:buSzPts val="500"/>
              <a:buFont typeface="Outfit"/>
              <a:buNone/>
              <a:defRPr/>
            </a:lvl7pPr>
            <a:lvl8pPr indent="0" lvl="7" marL="0" algn="r">
              <a:lnSpc>
                <a:spcPct val="90000"/>
              </a:lnSpc>
              <a:spcBef>
                <a:spcPts val="0"/>
              </a:spcBef>
              <a:spcAft>
                <a:spcPts val="0"/>
              </a:spcAft>
              <a:buClr>
                <a:schemeClr val="dk1"/>
              </a:buClr>
              <a:buSzPts val="500"/>
              <a:buFont typeface="Outfit"/>
              <a:buNone/>
              <a:defRPr/>
            </a:lvl8pPr>
            <a:lvl9pPr indent="0" lvl="8" marL="0" algn="r">
              <a:lnSpc>
                <a:spcPct val="90000"/>
              </a:lnSpc>
              <a:spcBef>
                <a:spcPts val="0"/>
              </a:spcBef>
              <a:spcAft>
                <a:spcPts val="0"/>
              </a:spcAft>
              <a:buClr>
                <a:schemeClr val="dk1"/>
              </a:buClr>
              <a:buSzPts val="500"/>
              <a:buFont typeface="Outfit"/>
              <a:buNone/>
              <a:defRPr/>
            </a:lvl9pPr>
          </a:lstStyle>
          <a:p>
            <a:pPr indent="0" lvl="0" marL="0" rtl="0" algn="r">
              <a:spcBef>
                <a:spcPts val="0"/>
              </a:spcBef>
              <a:spcAft>
                <a:spcPts val="0"/>
              </a:spcAft>
              <a:buNone/>
            </a:pPr>
            <a:fld id="{00000000-1234-1234-1234-123412341234}" type="slidenum">
              <a:rPr lang="en"/>
              <a:t>‹#›</a:t>
            </a:fld>
            <a:endParaRPr/>
          </a:p>
        </p:txBody>
      </p:sp>
      <p:sp>
        <p:nvSpPr>
          <p:cNvPr id="590" name="Google Shape;590;p64"/>
          <p:cNvSpPr txBox="1"/>
          <p:nvPr>
            <p:ph idx="1" type="body"/>
          </p:nvPr>
        </p:nvSpPr>
        <p:spPr>
          <a:xfrm>
            <a:off x="296976" y="3750469"/>
            <a:ext cx="1618500" cy="942900"/>
          </a:xfrm>
          <a:prstGeom prst="rect">
            <a:avLst/>
          </a:prstGeom>
          <a:noFill/>
          <a:ln>
            <a:noFill/>
          </a:ln>
        </p:spPr>
        <p:txBody>
          <a:bodyPr anchorCtr="0" anchor="t" bIns="0" lIns="0" spcFirstLastPara="1" rIns="0" wrap="square" tIns="0">
            <a:normAutofit/>
          </a:bodyPr>
          <a:lstStyle>
            <a:lvl1pPr indent="-228600" lvl="0" marL="457200" algn="l">
              <a:lnSpc>
                <a:spcPct val="77946"/>
              </a:lnSpc>
              <a:spcBef>
                <a:spcPts val="400"/>
              </a:spcBef>
              <a:spcAft>
                <a:spcPts val="0"/>
              </a:spcAft>
              <a:buClr>
                <a:srgbClr val="1B1915"/>
              </a:buClr>
              <a:buSzPts val="1900"/>
              <a:buNone/>
              <a:defRPr sz="1900"/>
            </a:lvl1pPr>
            <a:lvl2pPr indent="-228600" lvl="1" marL="914400" algn="l">
              <a:lnSpc>
                <a:spcPct val="142857"/>
              </a:lnSpc>
              <a:spcBef>
                <a:spcPts val="200"/>
              </a:spcBef>
              <a:spcAft>
                <a:spcPts val="0"/>
              </a:spcAft>
              <a:buClr>
                <a:srgbClr val="1B1915"/>
              </a:buClr>
              <a:buSzPts val="1100"/>
              <a:buNone/>
              <a:defRPr/>
            </a:lvl2pPr>
            <a:lvl3pPr indent="-228600" lvl="2" marL="1371600" algn="l">
              <a:lnSpc>
                <a:spcPct val="166666"/>
              </a:lnSpc>
              <a:spcBef>
                <a:spcPts val="200"/>
              </a:spcBef>
              <a:spcAft>
                <a:spcPts val="0"/>
              </a:spcAft>
              <a:buClr>
                <a:srgbClr val="1B1915"/>
              </a:buClr>
              <a:buSzPts val="900"/>
              <a:buNone/>
              <a:defRPr/>
            </a:lvl3pPr>
            <a:lvl4pPr indent="-228600" lvl="3" marL="1828800" algn="l">
              <a:lnSpc>
                <a:spcPct val="200000"/>
              </a:lnSpc>
              <a:spcBef>
                <a:spcPts val="200"/>
              </a:spcBef>
              <a:spcAft>
                <a:spcPts val="0"/>
              </a:spcAft>
              <a:buClr>
                <a:srgbClr val="1B1915"/>
              </a:buClr>
              <a:buSzPts val="800"/>
              <a:buNone/>
              <a:defRPr/>
            </a:lvl4pPr>
            <a:lvl5pPr indent="-228600" lvl="4" marL="2286000" algn="l">
              <a:lnSpc>
                <a:spcPct val="200000"/>
              </a:lnSpc>
              <a:spcBef>
                <a:spcPts val="200"/>
              </a:spcBef>
              <a:spcAft>
                <a:spcPts val="0"/>
              </a:spcAft>
              <a:buClr>
                <a:srgbClr val="1B1915"/>
              </a:buClr>
              <a:buSzPts val="800"/>
              <a:buNone/>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591" name="Google Shape;591;p64"/>
          <p:cNvSpPr txBox="1"/>
          <p:nvPr>
            <p:ph idx="2" type="body"/>
          </p:nvPr>
        </p:nvSpPr>
        <p:spPr>
          <a:xfrm>
            <a:off x="295956" y="3453788"/>
            <a:ext cx="1619100" cy="233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00"/>
              </a:spcBef>
              <a:spcAft>
                <a:spcPts val="0"/>
              </a:spcAft>
              <a:buClr>
                <a:srgbClr val="226548"/>
              </a:buClr>
              <a:buSzPts val="900"/>
              <a:buNone/>
              <a:defRPr b="0" i="0" sz="900">
                <a:solidFill>
                  <a:srgbClr val="226548"/>
                </a:solidFill>
                <a:latin typeface="Outfit"/>
                <a:ea typeface="Outfit"/>
                <a:cs typeface="Outfit"/>
                <a:sym typeface="Outfit"/>
              </a:defRPr>
            </a:lvl1pPr>
            <a:lvl2pPr indent="-273050" lvl="1" marL="914400" algn="l">
              <a:lnSpc>
                <a:spcPct val="222222"/>
              </a:lnSpc>
              <a:spcBef>
                <a:spcPts val="200"/>
              </a:spcBef>
              <a:spcAft>
                <a:spcPts val="0"/>
              </a:spcAft>
              <a:buClr>
                <a:srgbClr val="1B1915"/>
              </a:buClr>
              <a:buSzPts val="700"/>
              <a:buChar char="•"/>
              <a:defRPr/>
            </a:lvl2pPr>
            <a:lvl3pPr indent="-273050" lvl="2" marL="1371600" algn="l">
              <a:lnSpc>
                <a:spcPct val="222222"/>
              </a:lnSpc>
              <a:spcBef>
                <a:spcPts val="200"/>
              </a:spcBef>
              <a:spcAft>
                <a:spcPts val="0"/>
              </a:spcAft>
              <a:buClr>
                <a:srgbClr val="1B1915"/>
              </a:buClr>
              <a:buSzPts val="700"/>
              <a:buChar char="•"/>
              <a:defRPr/>
            </a:lvl3pPr>
            <a:lvl4pPr indent="-273050" lvl="3" marL="1828800" algn="l">
              <a:lnSpc>
                <a:spcPct val="222222"/>
              </a:lnSpc>
              <a:spcBef>
                <a:spcPts val="200"/>
              </a:spcBef>
              <a:spcAft>
                <a:spcPts val="0"/>
              </a:spcAft>
              <a:buClr>
                <a:srgbClr val="1B1915"/>
              </a:buClr>
              <a:buSzPts val="700"/>
              <a:buChar char="•"/>
              <a:defRPr/>
            </a:lvl4pPr>
            <a:lvl5pPr indent="-273050" lvl="4" marL="2286000" algn="l">
              <a:lnSpc>
                <a:spcPct val="222222"/>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592" name="Google Shape;592;p64"/>
          <p:cNvSpPr/>
          <p:nvPr>
            <p:ph idx="3" type="pic"/>
          </p:nvPr>
        </p:nvSpPr>
        <p:spPr>
          <a:xfrm>
            <a:off x="295956" y="1500188"/>
            <a:ext cx="1618500" cy="1790100"/>
          </a:xfrm>
          <a:prstGeom prst="roundRect">
            <a:avLst>
              <a:gd fmla="val 3610" name="adj"/>
            </a:avLst>
          </a:prstGeom>
          <a:noFill/>
          <a:ln>
            <a:noFill/>
          </a:ln>
        </p:spPr>
      </p:sp>
      <p:sp>
        <p:nvSpPr>
          <p:cNvPr id="593" name="Google Shape;593;p64"/>
          <p:cNvSpPr txBox="1"/>
          <p:nvPr>
            <p:ph idx="4" type="body"/>
          </p:nvPr>
        </p:nvSpPr>
        <p:spPr>
          <a:xfrm>
            <a:off x="2017388" y="3750469"/>
            <a:ext cx="1618500" cy="942900"/>
          </a:xfrm>
          <a:prstGeom prst="rect">
            <a:avLst/>
          </a:prstGeom>
          <a:noFill/>
          <a:ln>
            <a:noFill/>
          </a:ln>
        </p:spPr>
        <p:txBody>
          <a:bodyPr anchorCtr="0" anchor="t" bIns="0" lIns="0" spcFirstLastPara="1" rIns="0" wrap="square" tIns="0">
            <a:normAutofit/>
          </a:bodyPr>
          <a:lstStyle>
            <a:lvl1pPr indent="-228600" lvl="0" marL="457200" algn="l">
              <a:lnSpc>
                <a:spcPct val="77946"/>
              </a:lnSpc>
              <a:spcBef>
                <a:spcPts val="400"/>
              </a:spcBef>
              <a:spcAft>
                <a:spcPts val="0"/>
              </a:spcAft>
              <a:buClr>
                <a:srgbClr val="1B1915"/>
              </a:buClr>
              <a:buSzPts val="1900"/>
              <a:buNone/>
              <a:defRPr sz="1900"/>
            </a:lvl1pPr>
            <a:lvl2pPr indent="-228600" lvl="1" marL="914400" algn="l">
              <a:lnSpc>
                <a:spcPct val="142857"/>
              </a:lnSpc>
              <a:spcBef>
                <a:spcPts val="200"/>
              </a:spcBef>
              <a:spcAft>
                <a:spcPts val="0"/>
              </a:spcAft>
              <a:buClr>
                <a:srgbClr val="1B1915"/>
              </a:buClr>
              <a:buSzPts val="1100"/>
              <a:buNone/>
              <a:defRPr/>
            </a:lvl2pPr>
            <a:lvl3pPr indent="-228600" lvl="2" marL="1371600" algn="l">
              <a:lnSpc>
                <a:spcPct val="166666"/>
              </a:lnSpc>
              <a:spcBef>
                <a:spcPts val="200"/>
              </a:spcBef>
              <a:spcAft>
                <a:spcPts val="0"/>
              </a:spcAft>
              <a:buClr>
                <a:srgbClr val="1B1915"/>
              </a:buClr>
              <a:buSzPts val="900"/>
              <a:buNone/>
              <a:defRPr/>
            </a:lvl3pPr>
            <a:lvl4pPr indent="-228600" lvl="3" marL="1828800" algn="l">
              <a:lnSpc>
                <a:spcPct val="200000"/>
              </a:lnSpc>
              <a:spcBef>
                <a:spcPts val="200"/>
              </a:spcBef>
              <a:spcAft>
                <a:spcPts val="0"/>
              </a:spcAft>
              <a:buClr>
                <a:srgbClr val="1B1915"/>
              </a:buClr>
              <a:buSzPts val="800"/>
              <a:buNone/>
              <a:defRPr/>
            </a:lvl4pPr>
            <a:lvl5pPr indent="-228600" lvl="4" marL="2286000" algn="l">
              <a:lnSpc>
                <a:spcPct val="200000"/>
              </a:lnSpc>
              <a:spcBef>
                <a:spcPts val="200"/>
              </a:spcBef>
              <a:spcAft>
                <a:spcPts val="0"/>
              </a:spcAft>
              <a:buClr>
                <a:srgbClr val="1B1915"/>
              </a:buClr>
              <a:buSzPts val="800"/>
              <a:buNone/>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594" name="Google Shape;594;p64"/>
          <p:cNvSpPr txBox="1"/>
          <p:nvPr>
            <p:ph idx="5" type="body"/>
          </p:nvPr>
        </p:nvSpPr>
        <p:spPr>
          <a:xfrm>
            <a:off x="2016368" y="3453788"/>
            <a:ext cx="1619100" cy="233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00"/>
              </a:spcBef>
              <a:spcAft>
                <a:spcPts val="0"/>
              </a:spcAft>
              <a:buClr>
                <a:srgbClr val="226548"/>
              </a:buClr>
              <a:buSzPts val="900"/>
              <a:buNone/>
              <a:defRPr b="0" i="0" sz="900">
                <a:solidFill>
                  <a:srgbClr val="226548"/>
                </a:solidFill>
                <a:latin typeface="Outfit"/>
                <a:ea typeface="Outfit"/>
                <a:cs typeface="Outfit"/>
                <a:sym typeface="Outfit"/>
              </a:defRPr>
            </a:lvl1pPr>
            <a:lvl2pPr indent="-273050" lvl="1" marL="914400" algn="l">
              <a:lnSpc>
                <a:spcPct val="222222"/>
              </a:lnSpc>
              <a:spcBef>
                <a:spcPts val="200"/>
              </a:spcBef>
              <a:spcAft>
                <a:spcPts val="0"/>
              </a:spcAft>
              <a:buClr>
                <a:srgbClr val="1B1915"/>
              </a:buClr>
              <a:buSzPts val="700"/>
              <a:buChar char="•"/>
              <a:defRPr/>
            </a:lvl2pPr>
            <a:lvl3pPr indent="-273050" lvl="2" marL="1371600" algn="l">
              <a:lnSpc>
                <a:spcPct val="222222"/>
              </a:lnSpc>
              <a:spcBef>
                <a:spcPts val="200"/>
              </a:spcBef>
              <a:spcAft>
                <a:spcPts val="0"/>
              </a:spcAft>
              <a:buClr>
                <a:srgbClr val="1B1915"/>
              </a:buClr>
              <a:buSzPts val="700"/>
              <a:buChar char="•"/>
              <a:defRPr/>
            </a:lvl3pPr>
            <a:lvl4pPr indent="-273050" lvl="3" marL="1828800" algn="l">
              <a:lnSpc>
                <a:spcPct val="222222"/>
              </a:lnSpc>
              <a:spcBef>
                <a:spcPts val="200"/>
              </a:spcBef>
              <a:spcAft>
                <a:spcPts val="0"/>
              </a:spcAft>
              <a:buClr>
                <a:srgbClr val="1B1915"/>
              </a:buClr>
              <a:buSzPts val="700"/>
              <a:buChar char="•"/>
              <a:defRPr/>
            </a:lvl4pPr>
            <a:lvl5pPr indent="-273050" lvl="4" marL="2286000" algn="l">
              <a:lnSpc>
                <a:spcPct val="222222"/>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595" name="Google Shape;595;p64"/>
          <p:cNvSpPr/>
          <p:nvPr>
            <p:ph idx="6" type="pic"/>
          </p:nvPr>
        </p:nvSpPr>
        <p:spPr>
          <a:xfrm>
            <a:off x="2016368" y="1500188"/>
            <a:ext cx="1618500" cy="1790100"/>
          </a:xfrm>
          <a:prstGeom prst="roundRect">
            <a:avLst>
              <a:gd fmla="val 3610" name="adj"/>
            </a:avLst>
          </a:prstGeom>
          <a:noFill/>
          <a:ln>
            <a:noFill/>
          </a:ln>
        </p:spPr>
      </p:sp>
      <p:sp>
        <p:nvSpPr>
          <p:cNvPr id="596" name="Google Shape;596;p64"/>
          <p:cNvSpPr txBox="1"/>
          <p:nvPr>
            <p:ph idx="7" type="body"/>
          </p:nvPr>
        </p:nvSpPr>
        <p:spPr>
          <a:xfrm>
            <a:off x="3743712" y="3750469"/>
            <a:ext cx="1618500" cy="942900"/>
          </a:xfrm>
          <a:prstGeom prst="rect">
            <a:avLst/>
          </a:prstGeom>
          <a:noFill/>
          <a:ln>
            <a:noFill/>
          </a:ln>
        </p:spPr>
        <p:txBody>
          <a:bodyPr anchorCtr="0" anchor="t" bIns="0" lIns="0" spcFirstLastPara="1" rIns="0" wrap="square" tIns="0">
            <a:normAutofit/>
          </a:bodyPr>
          <a:lstStyle>
            <a:lvl1pPr indent="-228600" lvl="0" marL="457200" algn="l">
              <a:lnSpc>
                <a:spcPct val="77946"/>
              </a:lnSpc>
              <a:spcBef>
                <a:spcPts val="400"/>
              </a:spcBef>
              <a:spcAft>
                <a:spcPts val="0"/>
              </a:spcAft>
              <a:buClr>
                <a:srgbClr val="1B1915"/>
              </a:buClr>
              <a:buSzPts val="1900"/>
              <a:buNone/>
              <a:defRPr sz="1900"/>
            </a:lvl1pPr>
            <a:lvl2pPr indent="-228600" lvl="1" marL="914400" algn="l">
              <a:lnSpc>
                <a:spcPct val="142857"/>
              </a:lnSpc>
              <a:spcBef>
                <a:spcPts val="200"/>
              </a:spcBef>
              <a:spcAft>
                <a:spcPts val="0"/>
              </a:spcAft>
              <a:buClr>
                <a:srgbClr val="1B1915"/>
              </a:buClr>
              <a:buSzPts val="1100"/>
              <a:buNone/>
              <a:defRPr/>
            </a:lvl2pPr>
            <a:lvl3pPr indent="-228600" lvl="2" marL="1371600" algn="l">
              <a:lnSpc>
                <a:spcPct val="166666"/>
              </a:lnSpc>
              <a:spcBef>
                <a:spcPts val="200"/>
              </a:spcBef>
              <a:spcAft>
                <a:spcPts val="0"/>
              </a:spcAft>
              <a:buClr>
                <a:srgbClr val="1B1915"/>
              </a:buClr>
              <a:buSzPts val="900"/>
              <a:buNone/>
              <a:defRPr/>
            </a:lvl3pPr>
            <a:lvl4pPr indent="-228600" lvl="3" marL="1828800" algn="l">
              <a:lnSpc>
                <a:spcPct val="200000"/>
              </a:lnSpc>
              <a:spcBef>
                <a:spcPts val="200"/>
              </a:spcBef>
              <a:spcAft>
                <a:spcPts val="0"/>
              </a:spcAft>
              <a:buClr>
                <a:srgbClr val="1B1915"/>
              </a:buClr>
              <a:buSzPts val="800"/>
              <a:buNone/>
              <a:defRPr/>
            </a:lvl4pPr>
            <a:lvl5pPr indent="-228600" lvl="4" marL="2286000" algn="l">
              <a:lnSpc>
                <a:spcPct val="200000"/>
              </a:lnSpc>
              <a:spcBef>
                <a:spcPts val="200"/>
              </a:spcBef>
              <a:spcAft>
                <a:spcPts val="0"/>
              </a:spcAft>
              <a:buClr>
                <a:srgbClr val="1B1915"/>
              </a:buClr>
              <a:buSzPts val="800"/>
              <a:buNone/>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597" name="Google Shape;597;p64"/>
          <p:cNvSpPr txBox="1"/>
          <p:nvPr>
            <p:ph idx="8" type="body"/>
          </p:nvPr>
        </p:nvSpPr>
        <p:spPr>
          <a:xfrm>
            <a:off x="3742692" y="3453788"/>
            <a:ext cx="1619100" cy="233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00"/>
              </a:spcBef>
              <a:spcAft>
                <a:spcPts val="0"/>
              </a:spcAft>
              <a:buClr>
                <a:srgbClr val="226548"/>
              </a:buClr>
              <a:buSzPts val="900"/>
              <a:buNone/>
              <a:defRPr b="0" i="0" sz="900">
                <a:solidFill>
                  <a:srgbClr val="226548"/>
                </a:solidFill>
                <a:latin typeface="Outfit"/>
                <a:ea typeface="Outfit"/>
                <a:cs typeface="Outfit"/>
                <a:sym typeface="Outfit"/>
              </a:defRPr>
            </a:lvl1pPr>
            <a:lvl2pPr indent="-273050" lvl="1" marL="914400" algn="l">
              <a:lnSpc>
                <a:spcPct val="222222"/>
              </a:lnSpc>
              <a:spcBef>
                <a:spcPts val="200"/>
              </a:spcBef>
              <a:spcAft>
                <a:spcPts val="0"/>
              </a:spcAft>
              <a:buClr>
                <a:srgbClr val="1B1915"/>
              </a:buClr>
              <a:buSzPts val="700"/>
              <a:buChar char="•"/>
              <a:defRPr/>
            </a:lvl2pPr>
            <a:lvl3pPr indent="-273050" lvl="2" marL="1371600" algn="l">
              <a:lnSpc>
                <a:spcPct val="222222"/>
              </a:lnSpc>
              <a:spcBef>
                <a:spcPts val="200"/>
              </a:spcBef>
              <a:spcAft>
                <a:spcPts val="0"/>
              </a:spcAft>
              <a:buClr>
                <a:srgbClr val="1B1915"/>
              </a:buClr>
              <a:buSzPts val="700"/>
              <a:buChar char="•"/>
              <a:defRPr/>
            </a:lvl3pPr>
            <a:lvl4pPr indent="-273050" lvl="3" marL="1828800" algn="l">
              <a:lnSpc>
                <a:spcPct val="222222"/>
              </a:lnSpc>
              <a:spcBef>
                <a:spcPts val="200"/>
              </a:spcBef>
              <a:spcAft>
                <a:spcPts val="0"/>
              </a:spcAft>
              <a:buClr>
                <a:srgbClr val="1B1915"/>
              </a:buClr>
              <a:buSzPts val="700"/>
              <a:buChar char="•"/>
              <a:defRPr/>
            </a:lvl4pPr>
            <a:lvl5pPr indent="-273050" lvl="4" marL="2286000" algn="l">
              <a:lnSpc>
                <a:spcPct val="222222"/>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598" name="Google Shape;598;p64"/>
          <p:cNvSpPr/>
          <p:nvPr>
            <p:ph idx="9" type="pic"/>
          </p:nvPr>
        </p:nvSpPr>
        <p:spPr>
          <a:xfrm>
            <a:off x="3742692" y="1500188"/>
            <a:ext cx="1618500" cy="1790100"/>
          </a:xfrm>
          <a:prstGeom prst="roundRect">
            <a:avLst>
              <a:gd fmla="val 3610" name="adj"/>
            </a:avLst>
          </a:prstGeom>
          <a:noFill/>
          <a:ln>
            <a:noFill/>
          </a:ln>
        </p:spPr>
      </p:sp>
      <p:sp>
        <p:nvSpPr>
          <p:cNvPr id="599" name="Google Shape;599;p64"/>
          <p:cNvSpPr txBox="1"/>
          <p:nvPr>
            <p:ph idx="13" type="body"/>
          </p:nvPr>
        </p:nvSpPr>
        <p:spPr>
          <a:xfrm>
            <a:off x="5464125" y="3750469"/>
            <a:ext cx="1618500" cy="942900"/>
          </a:xfrm>
          <a:prstGeom prst="rect">
            <a:avLst/>
          </a:prstGeom>
          <a:noFill/>
          <a:ln>
            <a:noFill/>
          </a:ln>
        </p:spPr>
        <p:txBody>
          <a:bodyPr anchorCtr="0" anchor="t" bIns="0" lIns="0" spcFirstLastPara="1" rIns="0" wrap="square" tIns="0">
            <a:normAutofit/>
          </a:bodyPr>
          <a:lstStyle>
            <a:lvl1pPr indent="-228600" lvl="0" marL="457200" algn="l">
              <a:lnSpc>
                <a:spcPct val="77946"/>
              </a:lnSpc>
              <a:spcBef>
                <a:spcPts val="400"/>
              </a:spcBef>
              <a:spcAft>
                <a:spcPts val="0"/>
              </a:spcAft>
              <a:buClr>
                <a:srgbClr val="1B1915"/>
              </a:buClr>
              <a:buSzPts val="1900"/>
              <a:buNone/>
              <a:defRPr sz="1900"/>
            </a:lvl1pPr>
            <a:lvl2pPr indent="-228600" lvl="1" marL="914400" algn="l">
              <a:lnSpc>
                <a:spcPct val="142857"/>
              </a:lnSpc>
              <a:spcBef>
                <a:spcPts val="200"/>
              </a:spcBef>
              <a:spcAft>
                <a:spcPts val="0"/>
              </a:spcAft>
              <a:buClr>
                <a:srgbClr val="1B1915"/>
              </a:buClr>
              <a:buSzPts val="1100"/>
              <a:buNone/>
              <a:defRPr/>
            </a:lvl2pPr>
            <a:lvl3pPr indent="-228600" lvl="2" marL="1371600" algn="l">
              <a:lnSpc>
                <a:spcPct val="166666"/>
              </a:lnSpc>
              <a:spcBef>
                <a:spcPts val="200"/>
              </a:spcBef>
              <a:spcAft>
                <a:spcPts val="0"/>
              </a:spcAft>
              <a:buClr>
                <a:srgbClr val="1B1915"/>
              </a:buClr>
              <a:buSzPts val="900"/>
              <a:buNone/>
              <a:defRPr/>
            </a:lvl3pPr>
            <a:lvl4pPr indent="-228600" lvl="3" marL="1828800" algn="l">
              <a:lnSpc>
                <a:spcPct val="200000"/>
              </a:lnSpc>
              <a:spcBef>
                <a:spcPts val="200"/>
              </a:spcBef>
              <a:spcAft>
                <a:spcPts val="0"/>
              </a:spcAft>
              <a:buClr>
                <a:srgbClr val="1B1915"/>
              </a:buClr>
              <a:buSzPts val="800"/>
              <a:buNone/>
              <a:defRPr/>
            </a:lvl4pPr>
            <a:lvl5pPr indent="-228600" lvl="4" marL="2286000" algn="l">
              <a:lnSpc>
                <a:spcPct val="200000"/>
              </a:lnSpc>
              <a:spcBef>
                <a:spcPts val="200"/>
              </a:spcBef>
              <a:spcAft>
                <a:spcPts val="0"/>
              </a:spcAft>
              <a:buClr>
                <a:srgbClr val="1B1915"/>
              </a:buClr>
              <a:buSzPts val="800"/>
              <a:buNone/>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600" name="Google Shape;600;p64"/>
          <p:cNvSpPr txBox="1"/>
          <p:nvPr>
            <p:ph idx="14" type="body"/>
          </p:nvPr>
        </p:nvSpPr>
        <p:spPr>
          <a:xfrm>
            <a:off x="5463104" y="3453788"/>
            <a:ext cx="1619100" cy="233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00"/>
              </a:spcBef>
              <a:spcAft>
                <a:spcPts val="0"/>
              </a:spcAft>
              <a:buClr>
                <a:srgbClr val="226548"/>
              </a:buClr>
              <a:buSzPts val="900"/>
              <a:buNone/>
              <a:defRPr b="0" i="0" sz="900">
                <a:solidFill>
                  <a:srgbClr val="226548"/>
                </a:solidFill>
                <a:latin typeface="Outfit"/>
                <a:ea typeface="Outfit"/>
                <a:cs typeface="Outfit"/>
                <a:sym typeface="Outfit"/>
              </a:defRPr>
            </a:lvl1pPr>
            <a:lvl2pPr indent="-273050" lvl="1" marL="914400" algn="l">
              <a:lnSpc>
                <a:spcPct val="222222"/>
              </a:lnSpc>
              <a:spcBef>
                <a:spcPts val="200"/>
              </a:spcBef>
              <a:spcAft>
                <a:spcPts val="0"/>
              </a:spcAft>
              <a:buClr>
                <a:srgbClr val="1B1915"/>
              </a:buClr>
              <a:buSzPts val="700"/>
              <a:buChar char="•"/>
              <a:defRPr/>
            </a:lvl2pPr>
            <a:lvl3pPr indent="-273050" lvl="2" marL="1371600" algn="l">
              <a:lnSpc>
                <a:spcPct val="222222"/>
              </a:lnSpc>
              <a:spcBef>
                <a:spcPts val="200"/>
              </a:spcBef>
              <a:spcAft>
                <a:spcPts val="0"/>
              </a:spcAft>
              <a:buClr>
                <a:srgbClr val="1B1915"/>
              </a:buClr>
              <a:buSzPts val="700"/>
              <a:buChar char="•"/>
              <a:defRPr/>
            </a:lvl3pPr>
            <a:lvl4pPr indent="-273050" lvl="3" marL="1828800" algn="l">
              <a:lnSpc>
                <a:spcPct val="222222"/>
              </a:lnSpc>
              <a:spcBef>
                <a:spcPts val="200"/>
              </a:spcBef>
              <a:spcAft>
                <a:spcPts val="0"/>
              </a:spcAft>
              <a:buClr>
                <a:srgbClr val="1B1915"/>
              </a:buClr>
              <a:buSzPts val="700"/>
              <a:buChar char="•"/>
              <a:defRPr/>
            </a:lvl4pPr>
            <a:lvl5pPr indent="-273050" lvl="4" marL="2286000" algn="l">
              <a:lnSpc>
                <a:spcPct val="222222"/>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601" name="Google Shape;601;p64"/>
          <p:cNvSpPr/>
          <p:nvPr>
            <p:ph idx="15" type="pic"/>
          </p:nvPr>
        </p:nvSpPr>
        <p:spPr>
          <a:xfrm>
            <a:off x="5463104" y="1500188"/>
            <a:ext cx="1618500" cy="1790100"/>
          </a:xfrm>
          <a:prstGeom prst="roundRect">
            <a:avLst>
              <a:gd fmla="val 3610" name="adj"/>
            </a:avLst>
          </a:prstGeom>
          <a:noFill/>
          <a:ln>
            <a:noFill/>
          </a:ln>
        </p:spPr>
      </p:sp>
      <p:sp>
        <p:nvSpPr>
          <p:cNvPr id="602" name="Google Shape;602;p64"/>
          <p:cNvSpPr txBox="1"/>
          <p:nvPr>
            <p:ph idx="16" type="body"/>
          </p:nvPr>
        </p:nvSpPr>
        <p:spPr>
          <a:xfrm>
            <a:off x="7190449" y="3750469"/>
            <a:ext cx="1618500" cy="942900"/>
          </a:xfrm>
          <a:prstGeom prst="rect">
            <a:avLst/>
          </a:prstGeom>
          <a:noFill/>
          <a:ln>
            <a:noFill/>
          </a:ln>
        </p:spPr>
        <p:txBody>
          <a:bodyPr anchorCtr="0" anchor="t" bIns="0" lIns="0" spcFirstLastPara="1" rIns="0" wrap="square" tIns="0">
            <a:normAutofit/>
          </a:bodyPr>
          <a:lstStyle>
            <a:lvl1pPr indent="-228600" lvl="0" marL="457200" algn="l">
              <a:lnSpc>
                <a:spcPct val="77946"/>
              </a:lnSpc>
              <a:spcBef>
                <a:spcPts val="400"/>
              </a:spcBef>
              <a:spcAft>
                <a:spcPts val="0"/>
              </a:spcAft>
              <a:buClr>
                <a:srgbClr val="1B1915"/>
              </a:buClr>
              <a:buSzPts val="1900"/>
              <a:buNone/>
              <a:defRPr sz="1900"/>
            </a:lvl1pPr>
            <a:lvl2pPr indent="-228600" lvl="1" marL="914400" algn="l">
              <a:lnSpc>
                <a:spcPct val="142857"/>
              </a:lnSpc>
              <a:spcBef>
                <a:spcPts val="200"/>
              </a:spcBef>
              <a:spcAft>
                <a:spcPts val="0"/>
              </a:spcAft>
              <a:buClr>
                <a:srgbClr val="1B1915"/>
              </a:buClr>
              <a:buSzPts val="1100"/>
              <a:buNone/>
              <a:defRPr/>
            </a:lvl2pPr>
            <a:lvl3pPr indent="-228600" lvl="2" marL="1371600" algn="l">
              <a:lnSpc>
                <a:spcPct val="166666"/>
              </a:lnSpc>
              <a:spcBef>
                <a:spcPts val="200"/>
              </a:spcBef>
              <a:spcAft>
                <a:spcPts val="0"/>
              </a:spcAft>
              <a:buClr>
                <a:srgbClr val="1B1915"/>
              </a:buClr>
              <a:buSzPts val="900"/>
              <a:buNone/>
              <a:defRPr/>
            </a:lvl3pPr>
            <a:lvl4pPr indent="-228600" lvl="3" marL="1828800" algn="l">
              <a:lnSpc>
                <a:spcPct val="200000"/>
              </a:lnSpc>
              <a:spcBef>
                <a:spcPts val="200"/>
              </a:spcBef>
              <a:spcAft>
                <a:spcPts val="0"/>
              </a:spcAft>
              <a:buClr>
                <a:srgbClr val="1B1915"/>
              </a:buClr>
              <a:buSzPts val="800"/>
              <a:buNone/>
              <a:defRPr/>
            </a:lvl4pPr>
            <a:lvl5pPr indent="-228600" lvl="4" marL="2286000" algn="l">
              <a:lnSpc>
                <a:spcPct val="200000"/>
              </a:lnSpc>
              <a:spcBef>
                <a:spcPts val="200"/>
              </a:spcBef>
              <a:spcAft>
                <a:spcPts val="0"/>
              </a:spcAft>
              <a:buClr>
                <a:srgbClr val="1B1915"/>
              </a:buClr>
              <a:buSzPts val="800"/>
              <a:buNone/>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603" name="Google Shape;603;p64"/>
          <p:cNvSpPr txBox="1"/>
          <p:nvPr>
            <p:ph idx="17" type="body"/>
          </p:nvPr>
        </p:nvSpPr>
        <p:spPr>
          <a:xfrm>
            <a:off x="7189428" y="3453788"/>
            <a:ext cx="1619100" cy="233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400"/>
              </a:spcBef>
              <a:spcAft>
                <a:spcPts val="0"/>
              </a:spcAft>
              <a:buClr>
                <a:srgbClr val="226548"/>
              </a:buClr>
              <a:buSzPts val="900"/>
              <a:buNone/>
              <a:defRPr b="0" i="0" sz="900">
                <a:solidFill>
                  <a:srgbClr val="226548"/>
                </a:solidFill>
                <a:latin typeface="Outfit"/>
                <a:ea typeface="Outfit"/>
                <a:cs typeface="Outfit"/>
                <a:sym typeface="Outfit"/>
              </a:defRPr>
            </a:lvl1pPr>
            <a:lvl2pPr indent="-273050" lvl="1" marL="914400" algn="l">
              <a:lnSpc>
                <a:spcPct val="222222"/>
              </a:lnSpc>
              <a:spcBef>
                <a:spcPts val="200"/>
              </a:spcBef>
              <a:spcAft>
                <a:spcPts val="0"/>
              </a:spcAft>
              <a:buClr>
                <a:srgbClr val="1B1915"/>
              </a:buClr>
              <a:buSzPts val="700"/>
              <a:buChar char="•"/>
              <a:defRPr/>
            </a:lvl2pPr>
            <a:lvl3pPr indent="-273050" lvl="2" marL="1371600" algn="l">
              <a:lnSpc>
                <a:spcPct val="222222"/>
              </a:lnSpc>
              <a:spcBef>
                <a:spcPts val="200"/>
              </a:spcBef>
              <a:spcAft>
                <a:spcPts val="0"/>
              </a:spcAft>
              <a:buClr>
                <a:srgbClr val="1B1915"/>
              </a:buClr>
              <a:buSzPts val="700"/>
              <a:buChar char="•"/>
              <a:defRPr/>
            </a:lvl3pPr>
            <a:lvl4pPr indent="-273050" lvl="3" marL="1828800" algn="l">
              <a:lnSpc>
                <a:spcPct val="222222"/>
              </a:lnSpc>
              <a:spcBef>
                <a:spcPts val="200"/>
              </a:spcBef>
              <a:spcAft>
                <a:spcPts val="0"/>
              </a:spcAft>
              <a:buClr>
                <a:srgbClr val="1B1915"/>
              </a:buClr>
              <a:buSzPts val="700"/>
              <a:buChar char="•"/>
              <a:defRPr/>
            </a:lvl4pPr>
            <a:lvl5pPr indent="-273050" lvl="4" marL="2286000" algn="l">
              <a:lnSpc>
                <a:spcPct val="222222"/>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604" name="Google Shape;604;p64"/>
          <p:cNvSpPr/>
          <p:nvPr>
            <p:ph idx="18" type="pic"/>
          </p:nvPr>
        </p:nvSpPr>
        <p:spPr>
          <a:xfrm>
            <a:off x="7189428" y="1500188"/>
            <a:ext cx="1618500" cy="1790100"/>
          </a:xfrm>
          <a:prstGeom prst="roundRect">
            <a:avLst>
              <a:gd fmla="val 3610" name="adj"/>
            </a:avLst>
          </a:prstGeom>
          <a:noFill/>
          <a:ln>
            <a:noFill/>
          </a:ln>
        </p:spPr>
      </p:sp>
    </p:spTree>
  </p:cSld>
  <p:clrMapOvr>
    <a:masterClrMapping/>
  </p:clrMapOvr>
  <p:extLst>
    <p:ext uri="{DCECCB84-F9BA-43D5-87BE-67443E8EF086}">
      <p15:sldGuideLst>
        <p15:guide id="1">
          <p15:clr>
            <a:srgbClr val="FBAE40"/>
          </p15:clr>
        </p15:guide>
        <p15:guide id="2" pos="5760">
          <p15:clr>
            <a:srgbClr val="FBAE40"/>
          </p15:clr>
        </p15:guide>
        <p15:guide id="3" pos="180">
          <p15:clr>
            <a:srgbClr val="FBAE40"/>
          </p15:clr>
        </p15:guide>
        <p15:guide id="4" pos="1206">
          <p15:clr>
            <a:srgbClr val="FBAE40"/>
          </p15:clr>
        </p15:guide>
        <p15:guide id="5" pos="1266">
          <p15:clr>
            <a:srgbClr val="FBAE40"/>
          </p15:clr>
        </p15:guide>
        <p15:guide id="6" pos="2292">
          <p15:clr>
            <a:srgbClr val="FBAE40"/>
          </p15:clr>
        </p15:guide>
        <p15:guide id="7" pos="2352">
          <p15:clr>
            <a:srgbClr val="FBAE40"/>
          </p15:clr>
        </p15:guide>
        <p15:guide id="8" pos="3378">
          <p15:clr>
            <a:srgbClr val="FBAE40"/>
          </p15:clr>
        </p15:guide>
        <p15:guide id="9" pos="3438">
          <p15:clr>
            <a:srgbClr val="FBAE40"/>
          </p15:clr>
        </p15:guide>
        <p15:guide id="10" pos="4464">
          <p15:clr>
            <a:srgbClr val="FBAE40"/>
          </p15:clr>
        </p15:guide>
        <p15:guide id="11" pos="4524">
          <p15:clr>
            <a:srgbClr val="FBAE40"/>
          </p15:clr>
        </p15:guide>
        <p15:guide id="12" pos="5550">
          <p15:clr>
            <a:srgbClr val="FBAE40"/>
          </p15:clr>
        </p15:guide>
        <p15:guide id="13" orient="horz">
          <p15:clr>
            <a:srgbClr val="FBAE40"/>
          </p15:clr>
        </p15:guide>
        <p15:guide id="14" orient="horz" pos="3240">
          <p15:clr>
            <a:srgbClr val="FBAE40"/>
          </p15:clr>
        </p15:guide>
        <p15:guide id="15" orient="horz" pos="180">
          <p15:clr>
            <a:srgbClr val="FBAE40"/>
          </p15:clr>
        </p15:guide>
        <p15:guide id="16" orient="horz" pos="1650">
          <p15:clr>
            <a:srgbClr val="FBAE40"/>
          </p15:clr>
        </p15:guide>
        <p15:guide id="17" orient="horz" pos="312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ight Images Grid + Text">
  <p:cSld name="8 imgs grid + body">
    <p:bg>
      <p:bgPr>
        <a:solidFill>
          <a:schemeClr val="dk1"/>
        </a:solidFill>
      </p:bgPr>
    </p:bg>
    <p:spTree>
      <p:nvGrpSpPr>
        <p:cNvPr id="605" name="Shape 605"/>
        <p:cNvGrpSpPr/>
        <p:nvPr/>
      </p:nvGrpSpPr>
      <p:grpSpPr>
        <a:xfrm>
          <a:off x="0" y="0"/>
          <a:ext cx="0" cy="0"/>
          <a:chOff x="0" y="0"/>
          <a:chExt cx="0" cy="0"/>
        </a:xfrm>
      </p:grpSpPr>
      <p:sp>
        <p:nvSpPr>
          <p:cNvPr id="606" name="Google Shape;606;p65"/>
          <p:cNvSpPr/>
          <p:nvPr>
            <p:ph idx="2" type="pic"/>
          </p:nvPr>
        </p:nvSpPr>
        <p:spPr>
          <a:xfrm>
            <a:off x="178594" y="187708"/>
            <a:ext cx="2107500" cy="1505100"/>
          </a:xfrm>
          <a:prstGeom prst="roundRect">
            <a:avLst>
              <a:gd fmla="val 6731" name="adj"/>
            </a:avLst>
          </a:prstGeom>
          <a:noFill/>
          <a:ln>
            <a:noFill/>
          </a:ln>
        </p:spPr>
      </p:sp>
      <p:sp>
        <p:nvSpPr>
          <p:cNvPr id="607" name="Google Shape;607;p65"/>
          <p:cNvSpPr txBox="1"/>
          <p:nvPr>
            <p:ph idx="1" type="body"/>
          </p:nvPr>
        </p:nvSpPr>
        <p:spPr>
          <a:xfrm>
            <a:off x="187416" y="1824138"/>
            <a:ext cx="2097600" cy="4998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accent5"/>
              </a:buClr>
              <a:buSzPts val="800"/>
              <a:buFont typeface="Arial"/>
              <a:buNone/>
              <a:defRPr sz="800">
                <a:solidFill>
                  <a:schemeClr val="accent5"/>
                </a:solidFill>
              </a:defRPr>
            </a:lvl1pPr>
            <a:lvl2pPr indent="-228600" lvl="1" marL="914400" algn="l">
              <a:lnSpc>
                <a:spcPct val="285714"/>
              </a:lnSpc>
              <a:spcBef>
                <a:spcPts val="200"/>
              </a:spcBef>
              <a:spcAft>
                <a:spcPts val="0"/>
              </a:spcAft>
              <a:buClr>
                <a:srgbClr val="1B1915"/>
              </a:buClr>
              <a:buSzPts val="500"/>
              <a:buNone/>
              <a:defRPr sz="500"/>
            </a:lvl2pPr>
            <a:lvl3pPr indent="-228600" lvl="2" marL="1371600" algn="l">
              <a:lnSpc>
                <a:spcPct val="333333"/>
              </a:lnSpc>
              <a:spcBef>
                <a:spcPts val="200"/>
              </a:spcBef>
              <a:spcAft>
                <a:spcPts val="0"/>
              </a:spcAft>
              <a:buClr>
                <a:srgbClr val="1B1915"/>
              </a:buClr>
              <a:buSzPts val="500"/>
              <a:buNone/>
              <a:defRPr sz="500"/>
            </a:lvl3pPr>
            <a:lvl4pPr indent="-228600" lvl="3" marL="1828800" algn="l">
              <a:lnSpc>
                <a:spcPct val="400000"/>
              </a:lnSpc>
              <a:spcBef>
                <a:spcPts val="200"/>
              </a:spcBef>
              <a:spcAft>
                <a:spcPts val="0"/>
              </a:spcAft>
              <a:buClr>
                <a:srgbClr val="1B1915"/>
              </a:buClr>
              <a:buSzPts val="400"/>
              <a:buNone/>
              <a:defRPr sz="400"/>
            </a:lvl4pPr>
            <a:lvl5pPr indent="-228600" lvl="4" marL="2286000" algn="l">
              <a:lnSpc>
                <a:spcPct val="40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dk1"/>
              </a:buClr>
              <a:buSzPts val="400"/>
              <a:buNone/>
              <a:defRPr sz="400"/>
            </a:lvl6pPr>
            <a:lvl7pPr indent="-228600" lvl="6" marL="3200400" algn="l">
              <a:lnSpc>
                <a:spcPct val="90000"/>
              </a:lnSpc>
              <a:spcBef>
                <a:spcPts val="200"/>
              </a:spcBef>
              <a:spcAft>
                <a:spcPts val="0"/>
              </a:spcAft>
              <a:buClr>
                <a:schemeClr val="dk1"/>
              </a:buClr>
              <a:buSzPts val="400"/>
              <a:buNone/>
              <a:defRPr sz="400"/>
            </a:lvl7pPr>
            <a:lvl8pPr indent="-228600" lvl="7" marL="3657600" algn="l">
              <a:lnSpc>
                <a:spcPct val="90000"/>
              </a:lnSpc>
              <a:spcBef>
                <a:spcPts val="200"/>
              </a:spcBef>
              <a:spcAft>
                <a:spcPts val="0"/>
              </a:spcAft>
              <a:buClr>
                <a:schemeClr val="dk1"/>
              </a:buClr>
              <a:buSzPts val="400"/>
              <a:buNone/>
              <a:defRPr sz="400"/>
            </a:lvl8pPr>
            <a:lvl9pPr indent="-228600" lvl="8" marL="4114800" algn="l">
              <a:lnSpc>
                <a:spcPct val="90000"/>
              </a:lnSpc>
              <a:spcBef>
                <a:spcPts val="200"/>
              </a:spcBef>
              <a:spcAft>
                <a:spcPts val="0"/>
              </a:spcAft>
              <a:buClr>
                <a:schemeClr val="dk1"/>
              </a:buClr>
              <a:buSzPts val="400"/>
              <a:buNone/>
              <a:defRPr sz="400"/>
            </a:lvl9pPr>
          </a:lstStyle>
          <a:p/>
        </p:txBody>
      </p:sp>
      <p:sp>
        <p:nvSpPr>
          <p:cNvPr id="608" name="Google Shape;608;p65"/>
          <p:cNvSpPr txBox="1"/>
          <p:nvPr>
            <p:ph idx="3" type="body"/>
          </p:nvPr>
        </p:nvSpPr>
        <p:spPr>
          <a:xfrm>
            <a:off x="2398030" y="1824138"/>
            <a:ext cx="2097600" cy="4998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accent5"/>
              </a:buClr>
              <a:buSzPts val="800"/>
              <a:buFont typeface="Arial"/>
              <a:buNone/>
              <a:defRPr sz="800">
                <a:solidFill>
                  <a:schemeClr val="accent5"/>
                </a:solidFill>
              </a:defRPr>
            </a:lvl1pPr>
            <a:lvl2pPr indent="-228600" lvl="1" marL="914400" algn="l">
              <a:lnSpc>
                <a:spcPct val="285714"/>
              </a:lnSpc>
              <a:spcBef>
                <a:spcPts val="200"/>
              </a:spcBef>
              <a:spcAft>
                <a:spcPts val="0"/>
              </a:spcAft>
              <a:buClr>
                <a:srgbClr val="1B1915"/>
              </a:buClr>
              <a:buSzPts val="500"/>
              <a:buNone/>
              <a:defRPr sz="500"/>
            </a:lvl2pPr>
            <a:lvl3pPr indent="-228600" lvl="2" marL="1371600" algn="l">
              <a:lnSpc>
                <a:spcPct val="333333"/>
              </a:lnSpc>
              <a:spcBef>
                <a:spcPts val="200"/>
              </a:spcBef>
              <a:spcAft>
                <a:spcPts val="0"/>
              </a:spcAft>
              <a:buClr>
                <a:srgbClr val="1B1915"/>
              </a:buClr>
              <a:buSzPts val="500"/>
              <a:buNone/>
              <a:defRPr sz="500"/>
            </a:lvl3pPr>
            <a:lvl4pPr indent="-228600" lvl="3" marL="1828800" algn="l">
              <a:lnSpc>
                <a:spcPct val="400000"/>
              </a:lnSpc>
              <a:spcBef>
                <a:spcPts val="200"/>
              </a:spcBef>
              <a:spcAft>
                <a:spcPts val="0"/>
              </a:spcAft>
              <a:buClr>
                <a:srgbClr val="1B1915"/>
              </a:buClr>
              <a:buSzPts val="400"/>
              <a:buNone/>
              <a:defRPr sz="400"/>
            </a:lvl4pPr>
            <a:lvl5pPr indent="-228600" lvl="4" marL="2286000" algn="l">
              <a:lnSpc>
                <a:spcPct val="40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dk1"/>
              </a:buClr>
              <a:buSzPts val="400"/>
              <a:buNone/>
              <a:defRPr sz="400"/>
            </a:lvl6pPr>
            <a:lvl7pPr indent="-228600" lvl="6" marL="3200400" algn="l">
              <a:lnSpc>
                <a:spcPct val="90000"/>
              </a:lnSpc>
              <a:spcBef>
                <a:spcPts val="200"/>
              </a:spcBef>
              <a:spcAft>
                <a:spcPts val="0"/>
              </a:spcAft>
              <a:buClr>
                <a:schemeClr val="dk1"/>
              </a:buClr>
              <a:buSzPts val="400"/>
              <a:buNone/>
              <a:defRPr sz="400"/>
            </a:lvl7pPr>
            <a:lvl8pPr indent="-228600" lvl="7" marL="3657600" algn="l">
              <a:lnSpc>
                <a:spcPct val="90000"/>
              </a:lnSpc>
              <a:spcBef>
                <a:spcPts val="200"/>
              </a:spcBef>
              <a:spcAft>
                <a:spcPts val="0"/>
              </a:spcAft>
              <a:buClr>
                <a:schemeClr val="dk1"/>
              </a:buClr>
              <a:buSzPts val="400"/>
              <a:buNone/>
              <a:defRPr sz="400"/>
            </a:lvl8pPr>
            <a:lvl9pPr indent="-228600" lvl="8" marL="4114800" algn="l">
              <a:lnSpc>
                <a:spcPct val="90000"/>
              </a:lnSpc>
              <a:spcBef>
                <a:spcPts val="200"/>
              </a:spcBef>
              <a:spcAft>
                <a:spcPts val="0"/>
              </a:spcAft>
              <a:buClr>
                <a:schemeClr val="dk1"/>
              </a:buClr>
              <a:buSzPts val="400"/>
              <a:buNone/>
              <a:defRPr sz="400"/>
            </a:lvl9pPr>
          </a:lstStyle>
          <a:p/>
        </p:txBody>
      </p:sp>
      <p:sp>
        <p:nvSpPr>
          <p:cNvPr id="609" name="Google Shape;609;p65"/>
          <p:cNvSpPr txBox="1"/>
          <p:nvPr>
            <p:ph idx="4" type="body"/>
          </p:nvPr>
        </p:nvSpPr>
        <p:spPr>
          <a:xfrm>
            <a:off x="4608644" y="1824138"/>
            <a:ext cx="2097600" cy="4998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accent5"/>
              </a:buClr>
              <a:buSzPts val="800"/>
              <a:buFont typeface="Arial"/>
              <a:buNone/>
              <a:defRPr sz="800">
                <a:solidFill>
                  <a:schemeClr val="accent5"/>
                </a:solidFill>
              </a:defRPr>
            </a:lvl1pPr>
            <a:lvl2pPr indent="-228600" lvl="1" marL="914400" algn="l">
              <a:lnSpc>
                <a:spcPct val="285714"/>
              </a:lnSpc>
              <a:spcBef>
                <a:spcPts val="200"/>
              </a:spcBef>
              <a:spcAft>
                <a:spcPts val="0"/>
              </a:spcAft>
              <a:buClr>
                <a:srgbClr val="1B1915"/>
              </a:buClr>
              <a:buSzPts val="500"/>
              <a:buNone/>
              <a:defRPr sz="500"/>
            </a:lvl2pPr>
            <a:lvl3pPr indent="-228600" lvl="2" marL="1371600" algn="l">
              <a:lnSpc>
                <a:spcPct val="333333"/>
              </a:lnSpc>
              <a:spcBef>
                <a:spcPts val="200"/>
              </a:spcBef>
              <a:spcAft>
                <a:spcPts val="0"/>
              </a:spcAft>
              <a:buClr>
                <a:srgbClr val="1B1915"/>
              </a:buClr>
              <a:buSzPts val="500"/>
              <a:buNone/>
              <a:defRPr sz="500"/>
            </a:lvl3pPr>
            <a:lvl4pPr indent="-228600" lvl="3" marL="1828800" algn="l">
              <a:lnSpc>
                <a:spcPct val="400000"/>
              </a:lnSpc>
              <a:spcBef>
                <a:spcPts val="200"/>
              </a:spcBef>
              <a:spcAft>
                <a:spcPts val="0"/>
              </a:spcAft>
              <a:buClr>
                <a:srgbClr val="1B1915"/>
              </a:buClr>
              <a:buSzPts val="400"/>
              <a:buNone/>
              <a:defRPr sz="400"/>
            </a:lvl4pPr>
            <a:lvl5pPr indent="-228600" lvl="4" marL="2286000" algn="l">
              <a:lnSpc>
                <a:spcPct val="40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dk1"/>
              </a:buClr>
              <a:buSzPts val="400"/>
              <a:buNone/>
              <a:defRPr sz="400"/>
            </a:lvl6pPr>
            <a:lvl7pPr indent="-228600" lvl="6" marL="3200400" algn="l">
              <a:lnSpc>
                <a:spcPct val="90000"/>
              </a:lnSpc>
              <a:spcBef>
                <a:spcPts val="200"/>
              </a:spcBef>
              <a:spcAft>
                <a:spcPts val="0"/>
              </a:spcAft>
              <a:buClr>
                <a:schemeClr val="dk1"/>
              </a:buClr>
              <a:buSzPts val="400"/>
              <a:buNone/>
              <a:defRPr sz="400"/>
            </a:lvl7pPr>
            <a:lvl8pPr indent="-228600" lvl="7" marL="3657600" algn="l">
              <a:lnSpc>
                <a:spcPct val="90000"/>
              </a:lnSpc>
              <a:spcBef>
                <a:spcPts val="200"/>
              </a:spcBef>
              <a:spcAft>
                <a:spcPts val="0"/>
              </a:spcAft>
              <a:buClr>
                <a:schemeClr val="dk1"/>
              </a:buClr>
              <a:buSzPts val="400"/>
              <a:buNone/>
              <a:defRPr sz="400"/>
            </a:lvl8pPr>
            <a:lvl9pPr indent="-228600" lvl="8" marL="4114800" algn="l">
              <a:lnSpc>
                <a:spcPct val="90000"/>
              </a:lnSpc>
              <a:spcBef>
                <a:spcPts val="200"/>
              </a:spcBef>
              <a:spcAft>
                <a:spcPts val="0"/>
              </a:spcAft>
              <a:buClr>
                <a:schemeClr val="dk1"/>
              </a:buClr>
              <a:buSzPts val="400"/>
              <a:buNone/>
              <a:defRPr sz="400"/>
            </a:lvl9pPr>
          </a:lstStyle>
          <a:p/>
        </p:txBody>
      </p:sp>
      <p:sp>
        <p:nvSpPr>
          <p:cNvPr id="610" name="Google Shape;610;p65"/>
          <p:cNvSpPr txBox="1"/>
          <p:nvPr>
            <p:ph idx="5" type="body"/>
          </p:nvPr>
        </p:nvSpPr>
        <p:spPr>
          <a:xfrm>
            <a:off x="6819257" y="1824138"/>
            <a:ext cx="2097600" cy="4998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accent5"/>
              </a:buClr>
              <a:buSzPts val="800"/>
              <a:buFont typeface="Arial"/>
              <a:buNone/>
              <a:defRPr sz="800">
                <a:solidFill>
                  <a:schemeClr val="accent5"/>
                </a:solidFill>
              </a:defRPr>
            </a:lvl1pPr>
            <a:lvl2pPr indent="-228600" lvl="1" marL="914400" algn="l">
              <a:lnSpc>
                <a:spcPct val="285714"/>
              </a:lnSpc>
              <a:spcBef>
                <a:spcPts val="200"/>
              </a:spcBef>
              <a:spcAft>
                <a:spcPts val="0"/>
              </a:spcAft>
              <a:buClr>
                <a:srgbClr val="1B1915"/>
              </a:buClr>
              <a:buSzPts val="500"/>
              <a:buNone/>
              <a:defRPr sz="500"/>
            </a:lvl2pPr>
            <a:lvl3pPr indent="-228600" lvl="2" marL="1371600" algn="l">
              <a:lnSpc>
                <a:spcPct val="333333"/>
              </a:lnSpc>
              <a:spcBef>
                <a:spcPts val="200"/>
              </a:spcBef>
              <a:spcAft>
                <a:spcPts val="0"/>
              </a:spcAft>
              <a:buClr>
                <a:srgbClr val="1B1915"/>
              </a:buClr>
              <a:buSzPts val="500"/>
              <a:buNone/>
              <a:defRPr sz="500"/>
            </a:lvl3pPr>
            <a:lvl4pPr indent="-228600" lvl="3" marL="1828800" algn="l">
              <a:lnSpc>
                <a:spcPct val="400000"/>
              </a:lnSpc>
              <a:spcBef>
                <a:spcPts val="200"/>
              </a:spcBef>
              <a:spcAft>
                <a:spcPts val="0"/>
              </a:spcAft>
              <a:buClr>
                <a:srgbClr val="1B1915"/>
              </a:buClr>
              <a:buSzPts val="400"/>
              <a:buNone/>
              <a:defRPr sz="400"/>
            </a:lvl4pPr>
            <a:lvl5pPr indent="-228600" lvl="4" marL="2286000" algn="l">
              <a:lnSpc>
                <a:spcPct val="40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dk1"/>
              </a:buClr>
              <a:buSzPts val="400"/>
              <a:buNone/>
              <a:defRPr sz="400"/>
            </a:lvl6pPr>
            <a:lvl7pPr indent="-228600" lvl="6" marL="3200400" algn="l">
              <a:lnSpc>
                <a:spcPct val="90000"/>
              </a:lnSpc>
              <a:spcBef>
                <a:spcPts val="200"/>
              </a:spcBef>
              <a:spcAft>
                <a:spcPts val="0"/>
              </a:spcAft>
              <a:buClr>
                <a:schemeClr val="dk1"/>
              </a:buClr>
              <a:buSzPts val="400"/>
              <a:buNone/>
              <a:defRPr sz="400"/>
            </a:lvl7pPr>
            <a:lvl8pPr indent="-228600" lvl="7" marL="3657600" algn="l">
              <a:lnSpc>
                <a:spcPct val="90000"/>
              </a:lnSpc>
              <a:spcBef>
                <a:spcPts val="200"/>
              </a:spcBef>
              <a:spcAft>
                <a:spcPts val="0"/>
              </a:spcAft>
              <a:buClr>
                <a:schemeClr val="dk1"/>
              </a:buClr>
              <a:buSzPts val="400"/>
              <a:buNone/>
              <a:defRPr sz="400"/>
            </a:lvl8pPr>
            <a:lvl9pPr indent="-228600" lvl="8" marL="4114800" algn="l">
              <a:lnSpc>
                <a:spcPct val="90000"/>
              </a:lnSpc>
              <a:spcBef>
                <a:spcPts val="200"/>
              </a:spcBef>
              <a:spcAft>
                <a:spcPts val="0"/>
              </a:spcAft>
              <a:buClr>
                <a:schemeClr val="dk1"/>
              </a:buClr>
              <a:buSzPts val="400"/>
              <a:buNone/>
              <a:defRPr sz="400"/>
            </a:lvl9pPr>
          </a:lstStyle>
          <a:p/>
        </p:txBody>
      </p:sp>
      <p:sp>
        <p:nvSpPr>
          <p:cNvPr id="611" name="Google Shape;611;p65"/>
          <p:cNvSpPr txBox="1"/>
          <p:nvPr>
            <p:ph idx="6" type="body"/>
          </p:nvPr>
        </p:nvSpPr>
        <p:spPr>
          <a:xfrm>
            <a:off x="187416" y="4266887"/>
            <a:ext cx="2097600" cy="4998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accent5"/>
              </a:buClr>
              <a:buSzPts val="800"/>
              <a:buFont typeface="Arial"/>
              <a:buNone/>
              <a:defRPr sz="800">
                <a:solidFill>
                  <a:schemeClr val="accent5"/>
                </a:solidFill>
              </a:defRPr>
            </a:lvl1pPr>
            <a:lvl2pPr indent="-228600" lvl="1" marL="914400" algn="l">
              <a:lnSpc>
                <a:spcPct val="285714"/>
              </a:lnSpc>
              <a:spcBef>
                <a:spcPts val="200"/>
              </a:spcBef>
              <a:spcAft>
                <a:spcPts val="0"/>
              </a:spcAft>
              <a:buClr>
                <a:srgbClr val="1B1915"/>
              </a:buClr>
              <a:buSzPts val="500"/>
              <a:buNone/>
              <a:defRPr sz="500"/>
            </a:lvl2pPr>
            <a:lvl3pPr indent="-228600" lvl="2" marL="1371600" algn="l">
              <a:lnSpc>
                <a:spcPct val="333333"/>
              </a:lnSpc>
              <a:spcBef>
                <a:spcPts val="200"/>
              </a:spcBef>
              <a:spcAft>
                <a:spcPts val="0"/>
              </a:spcAft>
              <a:buClr>
                <a:srgbClr val="1B1915"/>
              </a:buClr>
              <a:buSzPts val="500"/>
              <a:buNone/>
              <a:defRPr sz="500"/>
            </a:lvl3pPr>
            <a:lvl4pPr indent="-228600" lvl="3" marL="1828800" algn="l">
              <a:lnSpc>
                <a:spcPct val="400000"/>
              </a:lnSpc>
              <a:spcBef>
                <a:spcPts val="200"/>
              </a:spcBef>
              <a:spcAft>
                <a:spcPts val="0"/>
              </a:spcAft>
              <a:buClr>
                <a:srgbClr val="1B1915"/>
              </a:buClr>
              <a:buSzPts val="400"/>
              <a:buNone/>
              <a:defRPr sz="400"/>
            </a:lvl4pPr>
            <a:lvl5pPr indent="-228600" lvl="4" marL="2286000" algn="l">
              <a:lnSpc>
                <a:spcPct val="40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dk1"/>
              </a:buClr>
              <a:buSzPts val="400"/>
              <a:buNone/>
              <a:defRPr sz="400"/>
            </a:lvl6pPr>
            <a:lvl7pPr indent="-228600" lvl="6" marL="3200400" algn="l">
              <a:lnSpc>
                <a:spcPct val="90000"/>
              </a:lnSpc>
              <a:spcBef>
                <a:spcPts val="200"/>
              </a:spcBef>
              <a:spcAft>
                <a:spcPts val="0"/>
              </a:spcAft>
              <a:buClr>
                <a:schemeClr val="dk1"/>
              </a:buClr>
              <a:buSzPts val="400"/>
              <a:buNone/>
              <a:defRPr sz="400"/>
            </a:lvl7pPr>
            <a:lvl8pPr indent="-228600" lvl="7" marL="3657600" algn="l">
              <a:lnSpc>
                <a:spcPct val="90000"/>
              </a:lnSpc>
              <a:spcBef>
                <a:spcPts val="200"/>
              </a:spcBef>
              <a:spcAft>
                <a:spcPts val="0"/>
              </a:spcAft>
              <a:buClr>
                <a:schemeClr val="dk1"/>
              </a:buClr>
              <a:buSzPts val="400"/>
              <a:buNone/>
              <a:defRPr sz="400"/>
            </a:lvl8pPr>
            <a:lvl9pPr indent="-228600" lvl="8" marL="4114800" algn="l">
              <a:lnSpc>
                <a:spcPct val="90000"/>
              </a:lnSpc>
              <a:spcBef>
                <a:spcPts val="200"/>
              </a:spcBef>
              <a:spcAft>
                <a:spcPts val="0"/>
              </a:spcAft>
              <a:buClr>
                <a:schemeClr val="dk1"/>
              </a:buClr>
              <a:buSzPts val="400"/>
              <a:buNone/>
              <a:defRPr sz="400"/>
            </a:lvl9pPr>
          </a:lstStyle>
          <a:p/>
        </p:txBody>
      </p:sp>
      <p:sp>
        <p:nvSpPr>
          <p:cNvPr id="612" name="Google Shape;612;p65"/>
          <p:cNvSpPr txBox="1"/>
          <p:nvPr>
            <p:ph idx="7" type="body"/>
          </p:nvPr>
        </p:nvSpPr>
        <p:spPr>
          <a:xfrm>
            <a:off x="2398030" y="4266887"/>
            <a:ext cx="2097600" cy="4998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accent5"/>
              </a:buClr>
              <a:buSzPts val="800"/>
              <a:buFont typeface="Arial"/>
              <a:buNone/>
              <a:defRPr sz="800">
                <a:solidFill>
                  <a:schemeClr val="accent5"/>
                </a:solidFill>
              </a:defRPr>
            </a:lvl1pPr>
            <a:lvl2pPr indent="-228600" lvl="1" marL="914400" algn="l">
              <a:lnSpc>
                <a:spcPct val="285714"/>
              </a:lnSpc>
              <a:spcBef>
                <a:spcPts val="200"/>
              </a:spcBef>
              <a:spcAft>
                <a:spcPts val="0"/>
              </a:spcAft>
              <a:buClr>
                <a:srgbClr val="1B1915"/>
              </a:buClr>
              <a:buSzPts val="500"/>
              <a:buNone/>
              <a:defRPr sz="500"/>
            </a:lvl2pPr>
            <a:lvl3pPr indent="-228600" lvl="2" marL="1371600" algn="l">
              <a:lnSpc>
                <a:spcPct val="333333"/>
              </a:lnSpc>
              <a:spcBef>
                <a:spcPts val="200"/>
              </a:spcBef>
              <a:spcAft>
                <a:spcPts val="0"/>
              </a:spcAft>
              <a:buClr>
                <a:srgbClr val="1B1915"/>
              </a:buClr>
              <a:buSzPts val="500"/>
              <a:buNone/>
              <a:defRPr sz="500"/>
            </a:lvl3pPr>
            <a:lvl4pPr indent="-228600" lvl="3" marL="1828800" algn="l">
              <a:lnSpc>
                <a:spcPct val="400000"/>
              </a:lnSpc>
              <a:spcBef>
                <a:spcPts val="200"/>
              </a:spcBef>
              <a:spcAft>
                <a:spcPts val="0"/>
              </a:spcAft>
              <a:buClr>
                <a:srgbClr val="1B1915"/>
              </a:buClr>
              <a:buSzPts val="400"/>
              <a:buNone/>
              <a:defRPr sz="400"/>
            </a:lvl4pPr>
            <a:lvl5pPr indent="-228600" lvl="4" marL="2286000" algn="l">
              <a:lnSpc>
                <a:spcPct val="40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dk1"/>
              </a:buClr>
              <a:buSzPts val="400"/>
              <a:buNone/>
              <a:defRPr sz="400"/>
            </a:lvl6pPr>
            <a:lvl7pPr indent="-228600" lvl="6" marL="3200400" algn="l">
              <a:lnSpc>
                <a:spcPct val="90000"/>
              </a:lnSpc>
              <a:spcBef>
                <a:spcPts val="200"/>
              </a:spcBef>
              <a:spcAft>
                <a:spcPts val="0"/>
              </a:spcAft>
              <a:buClr>
                <a:schemeClr val="dk1"/>
              </a:buClr>
              <a:buSzPts val="400"/>
              <a:buNone/>
              <a:defRPr sz="400"/>
            </a:lvl7pPr>
            <a:lvl8pPr indent="-228600" lvl="7" marL="3657600" algn="l">
              <a:lnSpc>
                <a:spcPct val="90000"/>
              </a:lnSpc>
              <a:spcBef>
                <a:spcPts val="200"/>
              </a:spcBef>
              <a:spcAft>
                <a:spcPts val="0"/>
              </a:spcAft>
              <a:buClr>
                <a:schemeClr val="dk1"/>
              </a:buClr>
              <a:buSzPts val="400"/>
              <a:buNone/>
              <a:defRPr sz="400"/>
            </a:lvl8pPr>
            <a:lvl9pPr indent="-228600" lvl="8" marL="4114800" algn="l">
              <a:lnSpc>
                <a:spcPct val="90000"/>
              </a:lnSpc>
              <a:spcBef>
                <a:spcPts val="200"/>
              </a:spcBef>
              <a:spcAft>
                <a:spcPts val="0"/>
              </a:spcAft>
              <a:buClr>
                <a:schemeClr val="dk1"/>
              </a:buClr>
              <a:buSzPts val="400"/>
              <a:buNone/>
              <a:defRPr sz="400"/>
            </a:lvl9pPr>
          </a:lstStyle>
          <a:p/>
        </p:txBody>
      </p:sp>
      <p:sp>
        <p:nvSpPr>
          <p:cNvPr id="613" name="Google Shape;613;p65"/>
          <p:cNvSpPr txBox="1"/>
          <p:nvPr>
            <p:ph idx="8" type="body"/>
          </p:nvPr>
        </p:nvSpPr>
        <p:spPr>
          <a:xfrm>
            <a:off x="4608644" y="4266887"/>
            <a:ext cx="2097600" cy="4998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accent5"/>
              </a:buClr>
              <a:buSzPts val="800"/>
              <a:buFont typeface="Arial"/>
              <a:buNone/>
              <a:defRPr sz="800">
                <a:solidFill>
                  <a:schemeClr val="accent5"/>
                </a:solidFill>
              </a:defRPr>
            </a:lvl1pPr>
            <a:lvl2pPr indent="-228600" lvl="1" marL="914400" algn="l">
              <a:lnSpc>
                <a:spcPct val="285714"/>
              </a:lnSpc>
              <a:spcBef>
                <a:spcPts val="200"/>
              </a:spcBef>
              <a:spcAft>
                <a:spcPts val="0"/>
              </a:spcAft>
              <a:buClr>
                <a:srgbClr val="1B1915"/>
              </a:buClr>
              <a:buSzPts val="500"/>
              <a:buNone/>
              <a:defRPr sz="500"/>
            </a:lvl2pPr>
            <a:lvl3pPr indent="-228600" lvl="2" marL="1371600" algn="l">
              <a:lnSpc>
                <a:spcPct val="333333"/>
              </a:lnSpc>
              <a:spcBef>
                <a:spcPts val="200"/>
              </a:spcBef>
              <a:spcAft>
                <a:spcPts val="0"/>
              </a:spcAft>
              <a:buClr>
                <a:srgbClr val="1B1915"/>
              </a:buClr>
              <a:buSzPts val="500"/>
              <a:buNone/>
              <a:defRPr sz="500"/>
            </a:lvl3pPr>
            <a:lvl4pPr indent="-228600" lvl="3" marL="1828800" algn="l">
              <a:lnSpc>
                <a:spcPct val="400000"/>
              </a:lnSpc>
              <a:spcBef>
                <a:spcPts val="200"/>
              </a:spcBef>
              <a:spcAft>
                <a:spcPts val="0"/>
              </a:spcAft>
              <a:buClr>
                <a:srgbClr val="1B1915"/>
              </a:buClr>
              <a:buSzPts val="400"/>
              <a:buNone/>
              <a:defRPr sz="400"/>
            </a:lvl4pPr>
            <a:lvl5pPr indent="-228600" lvl="4" marL="2286000" algn="l">
              <a:lnSpc>
                <a:spcPct val="40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dk1"/>
              </a:buClr>
              <a:buSzPts val="400"/>
              <a:buNone/>
              <a:defRPr sz="400"/>
            </a:lvl6pPr>
            <a:lvl7pPr indent="-228600" lvl="6" marL="3200400" algn="l">
              <a:lnSpc>
                <a:spcPct val="90000"/>
              </a:lnSpc>
              <a:spcBef>
                <a:spcPts val="200"/>
              </a:spcBef>
              <a:spcAft>
                <a:spcPts val="0"/>
              </a:spcAft>
              <a:buClr>
                <a:schemeClr val="dk1"/>
              </a:buClr>
              <a:buSzPts val="400"/>
              <a:buNone/>
              <a:defRPr sz="400"/>
            </a:lvl7pPr>
            <a:lvl8pPr indent="-228600" lvl="7" marL="3657600" algn="l">
              <a:lnSpc>
                <a:spcPct val="90000"/>
              </a:lnSpc>
              <a:spcBef>
                <a:spcPts val="200"/>
              </a:spcBef>
              <a:spcAft>
                <a:spcPts val="0"/>
              </a:spcAft>
              <a:buClr>
                <a:schemeClr val="dk1"/>
              </a:buClr>
              <a:buSzPts val="400"/>
              <a:buNone/>
              <a:defRPr sz="400"/>
            </a:lvl8pPr>
            <a:lvl9pPr indent="-228600" lvl="8" marL="4114800" algn="l">
              <a:lnSpc>
                <a:spcPct val="90000"/>
              </a:lnSpc>
              <a:spcBef>
                <a:spcPts val="200"/>
              </a:spcBef>
              <a:spcAft>
                <a:spcPts val="0"/>
              </a:spcAft>
              <a:buClr>
                <a:schemeClr val="dk1"/>
              </a:buClr>
              <a:buSzPts val="400"/>
              <a:buNone/>
              <a:defRPr sz="400"/>
            </a:lvl9pPr>
          </a:lstStyle>
          <a:p/>
        </p:txBody>
      </p:sp>
      <p:sp>
        <p:nvSpPr>
          <p:cNvPr id="614" name="Google Shape;614;p65"/>
          <p:cNvSpPr txBox="1"/>
          <p:nvPr>
            <p:ph idx="9" type="body"/>
          </p:nvPr>
        </p:nvSpPr>
        <p:spPr>
          <a:xfrm>
            <a:off x="6819257" y="4266887"/>
            <a:ext cx="2097600" cy="4998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accent5"/>
              </a:buClr>
              <a:buSzPts val="800"/>
              <a:buFont typeface="Arial"/>
              <a:buNone/>
              <a:defRPr sz="800">
                <a:solidFill>
                  <a:schemeClr val="accent5"/>
                </a:solidFill>
              </a:defRPr>
            </a:lvl1pPr>
            <a:lvl2pPr indent="-228600" lvl="1" marL="914400" algn="l">
              <a:lnSpc>
                <a:spcPct val="285714"/>
              </a:lnSpc>
              <a:spcBef>
                <a:spcPts val="200"/>
              </a:spcBef>
              <a:spcAft>
                <a:spcPts val="0"/>
              </a:spcAft>
              <a:buClr>
                <a:srgbClr val="1B1915"/>
              </a:buClr>
              <a:buSzPts val="500"/>
              <a:buNone/>
              <a:defRPr sz="500"/>
            </a:lvl2pPr>
            <a:lvl3pPr indent="-228600" lvl="2" marL="1371600" algn="l">
              <a:lnSpc>
                <a:spcPct val="333333"/>
              </a:lnSpc>
              <a:spcBef>
                <a:spcPts val="200"/>
              </a:spcBef>
              <a:spcAft>
                <a:spcPts val="0"/>
              </a:spcAft>
              <a:buClr>
                <a:srgbClr val="1B1915"/>
              </a:buClr>
              <a:buSzPts val="500"/>
              <a:buNone/>
              <a:defRPr sz="500"/>
            </a:lvl3pPr>
            <a:lvl4pPr indent="-228600" lvl="3" marL="1828800" algn="l">
              <a:lnSpc>
                <a:spcPct val="400000"/>
              </a:lnSpc>
              <a:spcBef>
                <a:spcPts val="200"/>
              </a:spcBef>
              <a:spcAft>
                <a:spcPts val="0"/>
              </a:spcAft>
              <a:buClr>
                <a:srgbClr val="1B1915"/>
              </a:buClr>
              <a:buSzPts val="400"/>
              <a:buNone/>
              <a:defRPr sz="400"/>
            </a:lvl4pPr>
            <a:lvl5pPr indent="-228600" lvl="4" marL="2286000" algn="l">
              <a:lnSpc>
                <a:spcPct val="40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dk1"/>
              </a:buClr>
              <a:buSzPts val="400"/>
              <a:buNone/>
              <a:defRPr sz="400"/>
            </a:lvl6pPr>
            <a:lvl7pPr indent="-228600" lvl="6" marL="3200400" algn="l">
              <a:lnSpc>
                <a:spcPct val="90000"/>
              </a:lnSpc>
              <a:spcBef>
                <a:spcPts val="200"/>
              </a:spcBef>
              <a:spcAft>
                <a:spcPts val="0"/>
              </a:spcAft>
              <a:buClr>
                <a:schemeClr val="dk1"/>
              </a:buClr>
              <a:buSzPts val="400"/>
              <a:buNone/>
              <a:defRPr sz="400"/>
            </a:lvl7pPr>
            <a:lvl8pPr indent="-228600" lvl="7" marL="3657600" algn="l">
              <a:lnSpc>
                <a:spcPct val="90000"/>
              </a:lnSpc>
              <a:spcBef>
                <a:spcPts val="200"/>
              </a:spcBef>
              <a:spcAft>
                <a:spcPts val="0"/>
              </a:spcAft>
              <a:buClr>
                <a:schemeClr val="dk1"/>
              </a:buClr>
              <a:buSzPts val="400"/>
              <a:buNone/>
              <a:defRPr sz="400"/>
            </a:lvl8pPr>
            <a:lvl9pPr indent="-228600" lvl="8" marL="4114800" algn="l">
              <a:lnSpc>
                <a:spcPct val="90000"/>
              </a:lnSpc>
              <a:spcBef>
                <a:spcPts val="200"/>
              </a:spcBef>
              <a:spcAft>
                <a:spcPts val="0"/>
              </a:spcAft>
              <a:buClr>
                <a:schemeClr val="dk1"/>
              </a:buClr>
              <a:buSzPts val="400"/>
              <a:buNone/>
              <a:defRPr sz="400"/>
            </a:lvl9pPr>
          </a:lstStyle>
          <a:p/>
        </p:txBody>
      </p:sp>
      <p:sp>
        <p:nvSpPr>
          <p:cNvPr id="615" name="Google Shape;615;p65"/>
          <p:cNvSpPr/>
          <p:nvPr>
            <p:ph idx="13" type="pic"/>
          </p:nvPr>
        </p:nvSpPr>
        <p:spPr>
          <a:xfrm>
            <a:off x="2389894" y="187708"/>
            <a:ext cx="2107500" cy="1505100"/>
          </a:xfrm>
          <a:prstGeom prst="roundRect">
            <a:avLst>
              <a:gd fmla="val 6731" name="adj"/>
            </a:avLst>
          </a:prstGeom>
          <a:noFill/>
          <a:ln>
            <a:noFill/>
          </a:ln>
        </p:spPr>
      </p:sp>
      <p:sp>
        <p:nvSpPr>
          <p:cNvPr id="616" name="Google Shape;616;p65"/>
          <p:cNvSpPr/>
          <p:nvPr>
            <p:ph idx="14" type="pic"/>
          </p:nvPr>
        </p:nvSpPr>
        <p:spPr>
          <a:xfrm>
            <a:off x="4601194" y="187708"/>
            <a:ext cx="2107500" cy="1505100"/>
          </a:xfrm>
          <a:prstGeom prst="roundRect">
            <a:avLst>
              <a:gd fmla="val 6731" name="adj"/>
            </a:avLst>
          </a:prstGeom>
          <a:noFill/>
          <a:ln>
            <a:noFill/>
          </a:ln>
        </p:spPr>
      </p:sp>
      <p:sp>
        <p:nvSpPr>
          <p:cNvPr id="617" name="Google Shape;617;p65"/>
          <p:cNvSpPr/>
          <p:nvPr>
            <p:ph idx="15" type="pic"/>
          </p:nvPr>
        </p:nvSpPr>
        <p:spPr>
          <a:xfrm>
            <a:off x="6812495" y="187708"/>
            <a:ext cx="2107500" cy="1505100"/>
          </a:xfrm>
          <a:prstGeom prst="roundRect">
            <a:avLst>
              <a:gd fmla="val 6731" name="adj"/>
            </a:avLst>
          </a:prstGeom>
          <a:noFill/>
          <a:ln>
            <a:noFill/>
          </a:ln>
        </p:spPr>
      </p:sp>
      <p:sp>
        <p:nvSpPr>
          <p:cNvPr id="618" name="Google Shape;618;p65"/>
          <p:cNvSpPr/>
          <p:nvPr>
            <p:ph idx="16" type="pic"/>
          </p:nvPr>
        </p:nvSpPr>
        <p:spPr>
          <a:xfrm>
            <a:off x="178594" y="2631348"/>
            <a:ext cx="2107500" cy="1505100"/>
          </a:xfrm>
          <a:prstGeom prst="roundRect">
            <a:avLst>
              <a:gd fmla="val 6731" name="adj"/>
            </a:avLst>
          </a:prstGeom>
          <a:noFill/>
          <a:ln>
            <a:noFill/>
          </a:ln>
        </p:spPr>
      </p:sp>
      <p:sp>
        <p:nvSpPr>
          <p:cNvPr id="619" name="Google Shape;619;p65"/>
          <p:cNvSpPr/>
          <p:nvPr>
            <p:ph idx="17" type="pic"/>
          </p:nvPr>
        </p:nvSpPr>
        <p:spPr>
          <a:xfrm>
            <a:off x="2389894" y="2631348"/>
            <a:ext cx="2107500" cy="1505100"/>
          </a:xfrm>
          <a:prstGeom prst="roundRect">
            <a:avLst>
              <a:gd fmla="val 6731" name="adj"/>
            </a:avLst>
          </a:prstGeom>
          <a:noFill/>
          <a:ln>
            <a:noFill/>
          </a:ln>
        </p:spPr>
      </p:sp>
      <p:sp>
        <p:nvSpPr>
          <p:cNvPr id="620" name="Google Shape;620;p65"/>
          <p:cNvSpPr/>
          <p:nvPr>
            <p:ph idx="18" type="pic"/>
          </p:nvPr>
        </p:nvSpPr>
        <p:spPr>
          <a:xfrm>
            <a:off x="4601194" y="2631348"/>
            <a:ext cx="2107500" cy="1505100"/>
          </a:xfrm>
          <a:prstGeom prst="roundRect">
            <a:avLst>
              <a:gd fmla="val 6731" name="adj"/>
            </a:avLst>
          </a:prstGeom>
          <a:noFill/>
          <a:ln>
            <a:noFill/>
          </a:ln>
        </p:spPr>
      </p:sp>
      <p:sp>
        <p:nvSpPr>
          <p:cNvPr id="621" name="Google Shape;621;p65"/>
          <p:cNvSpPr/>
          <p:nvPr>
            <p:ph idx="19" type="pic"/>
          </p:nvPr>
        </p:nvSpPr>
        <p:spPr>
          <a:xfrm>
            <a:off x="6812495" y="2631348"/>
            <a:ext cx="2107500" cy="1505100"/>
          </a:xfrm>
          <a:prstGeom prst="roundRect">
            <a:avLst>
              <a:gd fmla="val 6731" name="adj"/>
            </a:avLst>
          </a:prstGeom>
          <a:noFill/>
          <a:ln>
            <a:noFill/>
          </a:ln>
        </p:spPr>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_Blue 1">
  <p:cSld name="8_Quote highlight + img">
    <p:bg>
      <p:bgPr>
        <a:solidFill>
          <a:schemeClr val="lt1"/>
        </a:solidFill>
      </p:bgPr>
    </p:bg>
    <p:spTree>
      <p:nvGrpSpPr>
        <p:cNvPr id="622" name="Shape 622"/>
        <p:cNvGrpSpPr/>
        <p:nvPr/>
      </p:nvGrpSpPr>
      <p:grpSpPr>
        <a:xfrm>
          <a:off x="0" y="0"/>
          <a:ext cx="0" cy="0"/>
          <a:chOff x="0" y="0"/>
          <a:chExt cx="0" cy="0"/>
        </a:xfrm>
      </p:grpSpPr>
      <p:sp>
        <p:nvSpPr>
          <p:cNvPr id="623" name="Google Shape;623;p66"/>
          <p:cNvSpPr txBox="1"/>
          <p:nvPr>
            <p:ph idx="1" type="body"/>
          </p:nvPr>
        </p:nvSpPr>
        <p:spPr>
          <a:xfrm>
            <a:off x="300038" y="293270"/>
            <a:ext cx="8304600" cy="33306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2"/>
              </a:buClr>
              <a:buSzPts val="2800"/>
              <a:buFont typeface="Arial"/>
              <a:buNone/>
              <a:defRPr sz="2800">
                <a:solidFill>
                  <a:schemeClr val="accent2"/>
                </a:solidFill>
              </a:defRPr>
            </a:lvl1pPr>
            <a:lvl2pPr indent="-228600" lvl="1" marL="914400" algn="l">
              <a:lnSpc>
                <a:spcPct val="285714"/>
              </a:lnSpc>
              <a:spcBef>
                <a:spcPts val="200"/>
              </a:spcBef>
              <a:spcAft>
                <a:spcPts val="0"/>
              </a:spcAft>
              <a:buClr>
                <a:srgbClr val="1B1915"/>
              </a:buClr>
              <a:buSzPts val="500"/>
              <a:buNone/>
              <a:defRPr sz="500"/>
            </a:lvl2pPr>
            <a:lvl3pPr indent="-228600" lvl="2" marL="1371600" algn="l">
              <a:lnSpc>
                <a:spcPct val="333333"/>
              </a:lnSpc>
              <a:spcBef>
                <a:spcPts val="200"/>
              </a:spcBef>
              <a:spcAft>
                <a:spcPts val="0"/>
              </a:spcAft>
              <a:buClr>
                <a:srgbClr val="1B1915"/>
              </a:buClr>
              <a:buSzPts val="500"/>
              <a:buNone/>
              <a:defRPr sz="500"/>
            </a:lvl3pPr>
            <a:lvl4pPr indent="-228600" lvl="3" marL="1828800" algn="l">
              <a:lnSpc>
                <a:spcPct val="400000"/>
              </a:lnSpc>
              <a:spcBef>
                <a:spcPts val="200"/>
              </a:spcBef>
              <a:spcAft>
                <a:spcPts val="0"/>
              </a:spcAft>
              <a:buClr>
                <a:srgbClr val="1B1915"/>
              </a:buClr>
              <a:buSzPts val="400"/>
              <a:buNone/>
              <a:defRPr sz="400"/>
            </a:lvl4pPr>
            <a:lvl5pPr indent="-228600" lvl="4" marL="2286000" algn="l">
              <a:lnSpc>
                <a:spcPct val="40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dk1"/>
              </a:buClr>
              <a:buSzPts val="400"/>
              <a:buNone/>
              <a:defRPr sz="400"/>
            </a:lvl6pPr>
            <a:lvl7pPr indent="-228600" lvl="6" marL="3200400" algn="l">
              <a:lnSpc>
                <a:spcPct val="90000"/>
              </a:lnSpc>
              <a:spcBef>
                <a:spcPts val="200"/>
              </a:spcBef>
              <a:spcAft>
                <a:spcPts val="0"/>
              </a:spcAft>
              <a:buClr>
                <a:schemeClr val="dk1"/>
              </a:buClr>
              <a:buSzPts val="400"/>
              <a:buNone/>
              <a:defRPr sz="400"/>
            </a:lvl7pPr>
            <a:lvl8pPr indent="-228600" lvl="7" marL="3657600" algn="l">
              <a:lnSpc>
                <a:spcPct val="90000"/>
              </a:lnSpc>
              <a:spcBef>
                <a:spcPts val="200"/>
              </a:spcBef>
              <a:spcAft>
                <a:spcPts val="0"/>
              </a:spcAft>
              <a:buClr>
                <a:schemeClr val="dk1"/>
              </a:buClr>
              <a:buSzPts val="400"/>
              <a:buNone/>
              <a:defRPr sz="400"/>
            </a:lvl8pPr>
            <a:lvl9pPr indent="-228600" lvl="8" marL="4114800" algn="l">
              <a:lnSpc>
                <a:spcPct val="90000"/>
              </a:lnSpc>
              <a:spcBef>
                <a:spcPts val="200"/>
              </a:spcBef>
              <a:spcAft>
                <a:spcPts val="0"/>
              </a:spcAft>
              <a:buClr>
                <a:schemeClr val="dk1"/>
              </a:buClr>
              <a:buSzPts val="400"/>
              <a:buNone/>
              <a:defRPr sz="400"/>
            </a:lvl9pPr>
          </a:lstStyle>
          <a:p/>
        </p:txBody>
      </p:sp>
      <p:sp>
        <p:nvSpPr>
          <p:cNvPr id="624" name="Google Shape;624;p66"/>
          <p:cNvSpPr txBox="1"/>
          <p:nvPr>
            <p:ph idx="2" type="body"/>
          </p:nvPr>
        </p:nvSpPr>
        <p:spPr>
          <a:xfrm>
            <a:off x="300038" y="4238078"/>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chemeClr val="accent2"/>
              </a:buClr>
              <a:buSzPts val="1100"/>
              <a:buFont typeface="Arial"/>
              <a:buNone/>
              <a:defRPr b="0" sz="1100">
                <a:solidFill>
                  <a:schemeClr val="accent2"/>
                </a:solidFill>
              </a:defRPr>
            </a:lvl1pPr>
            <a:lvl2pPr indent="-273050" lvl="1" marL="914400" algn="l">
              <a:lnSpc>
                <a:spcPct val="222222"/>
              </a:lnSpc>
              <a:spcBef>
                <a:spcPts val="200"/>
              </a:spcBef>
              <a:spcAft>
                <a:spcPts val="0"/>
              </a:spcAft>
              <a:buClr>
                <a:srgbClr val="1B1915"/>
              </a:buClr>
              <a:buSzPts val="700"/>
              <a:buChar char="•"/>
              <a:defRPr/>
            </a:lvl2pPr>
            <a:lvl3pPr indent="-273050" lvl="2" marL="1371600" algn="l">
              <a:lnSpc>
                <a:spcPct val="222222"/>
              </a:lnSpc>
              <a:spcBef>
                <a:spcPts val="200"/>
              </a:spcBef>
              <a:spcAft>
                <a:spcPts val="0"/>
              </a:spcAft>
              <a:buClr>
                <a:srgbClr val="1B1915"/>
              </a:buClr>
              <a:buSzPts val="700"/>
              <a:buChar char="•"/>
              <a:defRPr/>
            </a:lvl3pPr>
            <a:lvl4pPr indent="-273050" lvl="3" marL="1828800" algn="l">
              <a:lnSpc>
                <a:spcPct val="222222"/>
              </a:lnSpc>
              <a:spcBef>
                <a:spcPts val="200"/>
              </a:spcBef>
              <a:spcAft>
                <a:spcPts val="0"/>
              </a:spcAft>
              <a:buClr>
                <a:srgbClr val="1B1915"/>
              </a:buClr>
              <a:buSzPts val="700"/>
              <a:buChar char="•"/>
              <a:defRPr/>
            </a:lvl4pPr>
            <a:lvl5pPr indent="-273050" lvl="4" marL="2286000" algn="l">
              <a:lnSpc>
                <a:spcPct val="222222"/>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625" name="Google Shape;625;p66"/>
          <p:cNvSpPr txBox="1"/>
          <p:nvPr>
            <p:ph idx="3" type="body"/>
          </p:nvPr>
        </p:nvSpPr>
        <p:spPr>
          <a:xfrm>
            <a:off x="300038" y="4483003"/>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rgbClr val="82B2D8"/>
              </a:buClr>
              <a:buSzPts val="1100"/>
              <a:buFont typeface="Arial"/>
              <a:buNone/>
              <a:defRPr b="0" sz="1100">
                <a:solidFill>
                  <a:srgbClr val="82B2D8"/>
                </a:solidFill>
              </a:defRPr>
            </a:lvl1pPr>
            <a:lvl2pPr indent="-273050" lvl="1" marL="914400" algn="l">
              <a:lnSpc>
                <a:spcPct val="222222"/>
              </a:lnSpc>
              <a:spcBef>
                <a:spcPts val="200"/>
              </a:spcBef>
              <a:spcAft>
                <a:spcPts val="0"/>
              </a:spcAft>
              <a:buClr>
                <a:srgbClr val="1B1915"/>
              </a:buClr>
              <a:buSzPts val="700"/>
              <a:buChar char="•"/>
              <a:defRPr/>
            </a:lvl2pPr>
            <a:lvl3pPr indent="-273050" lvl="2" marL="1371600" algn="l">
              <a:lnSpc>
                <a:spcPct val="222222"/>
              </a:lnSpc>
              <a:spcBef>
                <a:spcPts val="200"/>
              </a:spcBef>
              <a:spcAft>
                <a:spcPts val="0"/>
              </a:spcAft>
              <a:buClr>
                <a:srgbClr val="1B1915"/>
              </a:buClr>
              <a:buSzPts val="700"/>
              <a:buChar char="•"/>
              <a:defRPr/>
            </a:lvl3pPr>
            <a:lvl4pPr indent="-273050" lvl="3" marL="1828800" algn="l">
              <a:lnSpc>
                <a:spcPct val="222222"/>
              </a:lnSpc>
              <a:spcBef>
                <a:spcPts val="200"/>
              </a:spcBef>
              <a:spcAft>
                <a:spcPts val="0"/>
              </a:spcAft>
              <a:buClr>
                <a:srgbClr val="1B1915"/>
              </a:buClr>
              <a:buSzPts val="700"/>
              <a:buChar char="•"/>
              <a:defRPr/>
            </a:lvl4pPr>
            <a:lvl5pPr indent="-273050" lvl="4" marL="2286000" algn="l">
              <a:lnSpc>
                <a:spcPct val="222222"/>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626" name="Google Shape;626;p66"/>
          <p:cNvSpPr txBox="1"/>
          <p:nvPr>
            <p:ph idx="4" type="body"/>
          </p:nvPr>
        </p:nvSpPr>
        <p:spPr>
          <a:xfrm>
            <a:off x="300038" y="4727928"/>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rgbClr val="82B2D8"/>
              </a:buClr>
              <a:buSzPts val="1100"/>
              <a:buFont typeface="Arial"/>
              <a:buNone/>
              <a:defRPr b="0" sz="1100">
                <a:solidFill>
                  <a:srgbClr val="82B2D8"/>
                </a:solidFill>
              </a:defRPr>
            </a:lvl1pPr>
            <a:lvl2pPr indent="-273050" lvl="1" marL="914400" algn="l">
              <a:lnSpc>
                <a:spcPct val="222222"/>
              </a:lnSpc>
              <a:spcBef>
                <a:spcPts val="200"/>
              </a:spcBef>
              <a:spcAft>
                <a:spcPts val="0"/>
              </a:spcAft>
              <a:buClr>
                <a:srgbClr val="1B1915"/>
              </a:buClr>
              <a:buSzPts val="700"/>
              <a:buChar char="•"/>
              <a:defRPr/>
            </a:lvl2pPr>
            <a:lvl3pPr indent="-273050" lvl="2" marL="1371600" algn="l">
              <a:lnSpc>
                <a:spcPct val="222222"/>
              </a:lnSpc>
              <a:spcBef>
                <a:spcPts val="200"/>
              </a:spcBef>
              <a:spcAft>
                <a:spcPts val="0"/>
              </a:spcAft>
              <a:buClr>
                <a:srgbClr val="1B1915"/>
              </a:buClr>
              <a:buSzPts val="700"/>
              <a:buChar char="•"/>
              <a:defRPr/>
            </a:lvl3pPr>
            <a:lvl4pPr indent="-273050" lvl="3" marL="1828800" algn="l">
              <a:lnSpc>
                <a:spcPct val="222222"/>
              </a:lnSpc>
              <a:spcBef>
                <a:spcPts val="200"/>
              </a:spcBef>
              <a:spcAft>
                <a:spcPts val="0"/>
              </a:spcAft>
              <a:buClr>
                <a:srgbClr val="1B1915"/>
              </a:buClr>
              <a:buSzPts val="700"/>
              <a:buChar char="•"/>
              <a:defRPr/>
            </a:lvl4pPr>
            <a:lvl5pPr indent="-273050" lvl="4" marL="2286000" algn="l">
              <a:lnSpc>
                <a:spcPct val="222222"/>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pic>
        <p:nvPicPr>
          <p:cNvPr id="627" name="Google Shape;627;p66"/>
          <p:cNvPicPr preferRelativeResize="0"/>
          <p:nvPr/>
        </p:nvPicPr>
        <p:blipFill rotWithShape="1">
          <a:blip r:embed="rId2">
            <a:alphaModFix/>
          </a:blip>
          <a:srcRect b="0" l="0" r="0" t="0"/>
          <a:stretch/>
        </p:blipFill>
        <p:spPr>
          <a:xfrm>
            <a:off x="8202613" y="4798835"/>
            <a:ext cx="608014" cy="156221"/>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_Orange 1">
  <p:cSld name="5_Quote highlight + img">
    <p:bg>
      <p:bgPr>
        <a:solidFill>
          <a:schemeClr val="lt2"/>
        </a:solidFill>
      </p:bgPr>
    </p:bg>
    <p:spTree>
      <p:nvGrpSpPr>
        <p:cNvPr id="628" name="Shape 628"/>
        <p:cNvGrpSpPr/>
        <p:nvPr/>
      </p:nvGrpSpPr>
      <p:grpSpPr>
        <a:xfrm>
          <a:off x="0" y="0"/>
          <a:ext cx="0" cy="0"/>
          <a:chOff x="0" y="0"/>
          <a:chExt cx="0" cy="0"/>
        </a:xfrm>
      </p:grpSpPr>
      <p:sp>
        <p:nvSpPr>
          <p:cNvPr id="629" name="Google Shape;629;p67"/>
          <p:cNvSpPr txBox="1"/>
          <p:nvPr>
            <p:ph idx="1" type="body"/>
          </p:nvPr>
        </p:nvSpPr>
        <p:spPr>
          <a:xfrm>
            <a:off x="300038" y="293270"/>
            <a:ext cx="8304600" cy="33306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4"/>
              </a:buClr>
              <a:buSzPts val="2800"/>
              <a:buFont typeface="Arial"/>
              <a:buNone/>
              <a:defRPr sz="2800">
                <a:solidFill>
                  <a:schemeClr val="accent4"/>
                </a:solidFill>
              </a:defRPr>
            </a:lvl1pPr>
            <a:lvl2pPr indent="-228600" lvl="1" marL="914400" algn="l">
              <a:lnSpc>
                <a:spcPct val="285714"/>
              </a:lnSpc>
              <a:spcBef>
                <a:spcPts val="200"/>
              </a:spcBef>
              <a:spcAft>
                <a:spcPts val="0"/>
              </a:spcAft>
              <a:buClr>
                <a:srgbClr val="1B1915"/>
              </a:buClr>
              <a:buSzPts val="500"/>
              <a:buNone/>
              <a:defRPr sz="500"/>
            </a:lvl2pPr>
            <a:lvl3pPr indent="-228600" lvl="2" marL="1371600" algn="l">
              <a:lnSpc>
                <a:spcPct val="333333"/>
              </a:lnSpc>
              <a:spcBef>
                <a:spcPts val="200"/>
              </a:spcBef>
              <a:spcAft>
                <a:spcPts val="0"/>
              </a:spcAft>
              <a:buClr>
                <a:srgbClr val="1B1915"/>
              </a:buClr>
              <a:buSzPts val="500"/>
              <a:buNone/>
              <a:defRPr sz="500"/>
            </a:lvl3pPr>
            <a:lvl4pPr indent="-228600" lvl="3" marL="1828800" algn="l">
              <a:lnSpc>
                <a:spcPct val="400000"/>
              </a:lnSpc>
              <a:spcBef>
                <a:spcPts val="200"/>
              </a:spcBef>
              <a:spcAft>
                <a:spcPts val="0"/>
              </a:spcAft>
              <a:buClr>
                <a:srgbClr val="1B1915"/>
              </a:buClr>
              <a:buSzPts val="400"/>
              <a:buNone/>
              <a:defRPr sz="400"/>
            </a:lvl4pPr>
            <a:lvl5pPr indent="-228600" lvl="4" marL="2286000" algn="l">
              <a:lnSpc>
                <a:spcPct val="40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dk1"/>
              </a:buClr>
              <a:buSzPts val="400"/>
              <a:buNone/>
              <a:defRPr sz="400"/>
            </a:lvl6pPr>
            <a:lvl7pPr indent="-228600" lvl="6" marL="3200400" algn="l">
              <a:lnSpc>
                <a:spcPct val="90000"/>
              </a:lnSpc>
              <a:spcBef>
                <a:spcPts val="200"/>
              </a:spcBef>
              <a:spcAft>
                <a:spcPts val="0"/>
              </a:spcAft>
              <a:buClr>
                <a:schemeClr val="dk1"/>
              </a:buClr>
              <a:buSzPts val="400"/>
              <a:buNone/>
              <a:defRPr sz="400"/>
            </a:lvl7pPr>
            <a:lvl8pPr indent="-228600" lvl="7" marL="3657600" algn="l">
              <a:lnSpc>
                <a:spcPct val="90000"/>
              </a:lnSpc>
              <a:spcBef>
                <a:spcPts val="200"/>
              </a:spcBef>
              <a:spcAft>
                <a:spcPts val="0"/>
              </a:spcAft>
              <a:buClr>
                <a:schemeClr val="dk1"/>
              </a:buClr>
              <a:buSzPts val="400"/>
              <a:buNone/>
              <a:defRPr sz="400"/>
            </a:lvl8pPr>
            <a:lvl9pPr indent="-228600" lvl="8" marL="4114800" algn="l">
              <a:lnSpc>
                <a:spcPct val="90000"/>
              </a:lnSpc>
              <a:spcBef>
                <a:spcPts val="200"/>
              </a:spcBef>
              <a:spcAft>
                <a:spcPts val="0"/>
              </a:spcAft>
              <a:buClr>
                <a:schemeClr val="dk1"/>
              </a:buClr>
              <a:buSzPts val="400"/>
              <a:buNone/>
              <a:defRPr sz="400"/>
            </a:lvl9pPr>
          </a:lstStyle>
          <a:p/>
        </p:txBody>
      </p:sp>
      <p:sp>
        <p:nvSpPr>
          <p:cNvPr id="630" name="Google Shape;630;p67"/>
          <p:cNvSpPr txBox="1"/>
          <p:nvPr>
            <p:ph idx="2" type="body"/>
          </p:nvPr>
        </p:nvSpPr>
        <p:spPr>
          <a:xfrm>
            <a:off x="300038" y="4238078"/>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chemeClr val="accent4"/>
              </a:buClr>
              <a:buSzPts val="1100"/>
              <a:buFont typeface="Arial"/>
              <a:buNone/>
              <a:defRPr b="0" sz="1100">
                <a:solidFill>
                  <a:schemeClr val="accent4"/>
                </a:solidFill>
              </a:defRPr>
            </a:lvl1pPr>
            <a:lvl2pPr indent="-273050" lvl="1" marL="914400" algn="l">
              <a:lnSpc>
                <a:spcPct val="222222"/>
              </a:lnSpc>
              <a:spcBef>
                <a:spcPts val="200"/>
              </a:spcBef>
              <a:spcAft>
                <a:spcPts val="0"/>
              </a:spcAft>
              <a:buClr>
                <a:srgbClr val="1B1915"/>
              </a:buClr>
              <a:buSzPts val="700"/>
              <a:buChar char="•"/>
              <a:defRPr/>
            </a:lvl2pPr>
            <a:lvl3pPr indent="-273050" lvl="2" marL="1371600" algn="l">
              <a:lnSpc>
                <a:spcPct val="222222"/>
              </a:lnSpc>
              <a:spcBef>
                <a:spcPts val="200"/>
              </a:spcBef>
              <a:spcAft>
                <a:spcPts val="0"/>
              </a:spcAft>
              <a:buClr>
                <a:srgbClr val="1B1915"/>
              </a:buClr>
              <a:buSzPts val="700"/>
              <a:buChar char="•"/>
              <a:defRPr/>
            </a:lvl3pPr>
            <a:lvl4pPr indent="-273050" lvl="3" marL="1828800" algn="l">
              <a:lnSpc>
                <a:spcPct val="222222"/>
              </a:lnSpc>
              <a:spcBef>
                <a:spcPts val="200"/>
              </a:spcBef>
              <a:spcAft>
                <a:spcPts val="0"/>
              </a:spcAft>
              <a:buClr>
                <a:srgbClr val="1B1915"/>
              </a:buClr>
              <a:buSzPts val="700"/>
              <a:buChar char="•"/>
              <a:defRPr/>
            </a:lvl4pPr>
            <a:lvl5pPr indent="-273050" lvl="4" marL="2286000" algn="l">
              <a:lnSpc>
                <a:spcPct val="222222"/>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631" name="Google Shape;631;p67"/>
          <p:cNvSpPr txBox="1"/>
          <p:nvPr>
            <p:ph idx="3" type="body"/>
          </p:nvPr>
        </p:nvSpPr>
        <p:spPr>
          <a:xfrm>
            <a:off x="300038" y="4483003"/>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rgbClr val="F9B379"/>
              </a:buClr>
              <a:buSzPts val="1100"/>
              <a:buFont typeface="Arial"/>
              <a:buNone/>
              <a:defRPr b="0" sz="1100">
                <a:solidFill>
                  <a:srgbClr val="F9B379"/>
                </a:solidFill>
              </a:defRPr>
            </a:lvl1pPr>
            <a:lvl2pPr indent="-273050" lvl="1" marL="914400" algn="l">
              <a:lnSpc>
                <a:spcPct val="222222"/>
              </a:lnSpc>
              <a:spcBef>
                <a:spcPts val="200"/>
              </a:spcBef>
              <a:spcAft>
                <a:spcPts val="0"/>
              </a:spcAft>
              <a:buClr>
                <a:srgbClr val="1B1915"/>
              </a:buClr>
              <a:buSzPts val="700"/>
              <a:buChar char="•"/>
              <a:defRPr/>
            </a:lvl2pPr>
            <a:lvl3pPr indent="-273050" lvl="2" marL="1371600" algn="l">
              <a:lnSpc>
                <a:spcPct val="222222"/>
              </a:lnSpc>
              <a:spcBef>
                <a:spcPts val="200"/>
              </a:spcBef>
              <a:spcAft>
                <a:spcPts val="0"/>
              </a:spcAft>
              <a:buClr>
                <a:srgbClr val="1B1915"/>
              </a:buClr>
              <a:buSzPts val="700"/>
              <a:buChar char="•"/>
              <a:defRPr/>
            </a:lvl3pPr>
            <a:lvl4pPr indent="-273050" lvl="3" marL="1828800" algn="l">
              <a:lnSpc>
                <a:spcPct val="222222"/>
              </a:lnSpc>
              <a:spcBef>
                <a:spcPts val="200"/>
              </a:spcBef>
              <a:spcAft>
                <a:spcPts val="0"/>
              </a:spcAft>
              <a:buClr>
                <a:srgbClr val="1B1915"/>
              </a:buClr>
              <a:buSzPts val="700"/>
              <a:buChar char="•"/>
              <a:defRPr/>
            </a:lvl4pPr>
            <a:lvl5pPr indent="-273050" lvl="4" marL="2286000" algn="l">
              <a:lnSpc>
                <a:spcPct val="222222"/>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sp>
        <p:nvSpPr>
          <p:cNvPr id="632" name="Google Shape;632;p67"/>
          <p:cNvSpPr txBox="1"/>
          <p:nvPr>
            <p:ph idx="4" type="body"/>
          </p:nvPr>
        </p:nvSpPr>
        <p:spPr>
          <a:xfrm>
            <a:off x="300038" y="4727928"/>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rgbClr val="F9B379"/>
              </a:buClr>
              <a:buSzPts val="1100"/>
              <a:buFont typeface="Arial"/>
              <a:buNone/>
              <a:defRPr b="0" sz="1100">
                <a:solidFill>
                  <a:srgbClr val="F9B379"/>
                </a:solidFill>
              </a:defRPr>
            </a:lvl1pPr>
            <a:lvl2pPr indent="-273050" lvl="1" marL="914400" algn="l">
              <a:lnSpc>
                <a:spcPct val="222222"/>
              </a:lnSpc>
              <a:spcBef>
                <a:spcPts val="200"/>
              </a:spcBef>
              <a:spcAft>
                <a:spcPts val="0"/>
              </a:spcAft>
              <a:buClr>
                <a:srgbClr val="1B1915"/>
              </a:buClr>
              <a:buSzPts val="700"/>
              <a:buChar char="•"/>
              <a:defRPr/>
            </a:lvl2pPr>
            <a:lvl3pPr indent="-273050" lvl="2" marL="1371600" algn="l">
              <a:lnSpc>
                <a:spcPct val="222222"/>
              </a:lnSpc>
              <a:spcBef>
                <a:spcPts val="200"/>
              </a:spcBef>
              <a:spcAft>
                <a:spcPts val="0"/>
              </a:spcAft>
              <a:buClr>
                <a:srgbClr val="1B1915"/>
              </a:buClr>
              <a:buSzPts val="700"/>
              <a:buChar char="•"/>
              <a:defRPr/>
            </a:lvl3pPr>
            <a:lvl4pPr indent="-273050" lvl="3" marL="1828800" algn="l">
              <a:lnSpc>
                <a:spcPct val="222222"/>
              </a:lnSpc>
              <a:spcBef>
                <a:spcPts val="200"/>
              </a:spcBef>
              <a:spcAft>
                <a:spcPts val="0"/>
              </a:spcAft>
              <a:buClr>
                <a:srgbClr val="1B1915"/>
              </a:buClr>
              <a:buSzPts val="700"/>
              <a:buChar char="•"/>
              <a:defRPr/>
            </a:lvl4pPr>
            <a:lvl5pPr indent="-273050" lvl="4" marL="2286000" algn="l">
              <a:lnSpc>
                <a:spcPct val="222222"/>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dk1"/>
              </a:buClr>
              <a:buSzPts val="700"/>
              <a:buChar char="•"/>
              <a:defRPr/>
            </a:lvl6pPr>
            <a:lvl7pPr indent="-273050" lvl="6" marL="3200400" algn="l">
              <a:lnSpc>
                <a:spcPct val="90000"/>
              </a:lnSpc>
              <a:spcBef>
                <a:spcPts val="200"/>
              </a:spcBef>
              <a:spcAft>
                <a:spcPts val="0"/>
              </a:spcAft>
              <a:buClr>
                <a:schemeClr val="dk1"/>
              </a:buClr>
              <a:buSzPts val="700"/>
              <a:buChar char="•"/>
              <a:defRPr/>
            </a:lvl7pPr>
            <a:lvl8pPr indent="-273050" lvl="7" marL="3657600" algn="l">
              <a:lnSpc>
                <a:spcPct val="90000"/>
              </a:lnSpc>
              <a:spcBef>
                <a:spcPts val="200"/>
              </a:spcBef>
              <a:spcAft>
                <a:spcPts val="0"/>
              </a:spcAft>
              <a:buClr>
                <a:schemeClr val="dk1"/>
              </a:buClr>
              <a:buSzPts val="700"/>
              <a:buChar char="•"/>
              <a:defRPr/>
            </a:lvl8pPr>
            <a:lvl9pPr indent="-273050" lvl="8" marL="4114800" algn="l">
              <a:lnSpc>
                <a:spcPct val="90000"/>
              </a:lnSpc>
              <a:spcBef>
                <a:spcPts val="200"/>
              </a:spcBef>
              <a:spcAft>
                <a:spcPts val="0"/>
              </a:spcAft>
              <a:buClr>
                <a:schemeClr val="dk1"/>
              </a:buClr>
              <a:buSzPts val="700"/>
              <a:buChar char="•"/>
              <a:defRPr/>
            </a:lvl9pPr>
          </a:lstStyle>
          <a:p/>
        </p:txBody>
      </p:sp>
      <p:pic>
        <p:nvPicPr>
          <p:cNvPr id="633" name="Google Shape;633;p67"/>
          <p:cNvPicPr preferRelativeResize="0"/>
          <p:nvPr/>
        </p:nvPicPr>
        <p:blipFill rotWithShape="1">
          <a:blip r:embed="rId2">
            <a:alphaModFix/>
          </a:blip>
          <a:srcRect b="0" l="0" r="0" t="0"/>
          <a:stretch/>
        </p:blipFill>
        <p:spPr>
          <a:xfrm>
            <a:off x="8202613" y="4798835"/>
            <a:ext cx="608014" cy="156221"/>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_Purple 1">
  <p:cSld name="6_Quote highlight + img">
    <p:bg>
      <p:bgPr>
        <a:solidFill>
          <a:schemeClr val="dk2"/>
        </a:solidFill>
      </p:bgPr>
    </p:bg>
    <p:spTree>
      <p:nvGrpSpPr>
        <p:cNvPr id="634" name="Shape 634"/>
        <p:cNvGrpSpPr/>
        <p:nvPr/>
      </p:nvGrpSpPr>
      <p:grpSpPr>
        <a:xfrm>
          <a:off x="0" y="0"/>
          <a:ext cx="0" cy="0"/>
          <a:chOff x="0" y="0"/>
          <a:chExt cx="0" cy="0"/>
        </a:xfrm>
      </p:grpSpPr>
      <p:sp>
        <p:nvSpPr>
          <p:cNvPr id="635" name="Google Shape;635;p68"/>
          <p:cNvSpPr txBox="1"/>
          <p:nvPr>
            <p:ph idx="1" type="body"/>
          </p:nvPr>
        </p:nvSpPr>
        <p:spPr>
          <a:xfrm>
            <a:off x="300038" y="293270"/>
            <a:ext cx="8304600" cy="33306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3"/>
              </a:buClr>
              <a:buSzPts val="2800"/>
              <a:buFont typeface="Arial"/>
              <a:buNone/>
              <a:defRPr sz="2800">
                <a:solidFill>
                  <a:schemeClr val="accent3"/>
                </a:solidFill>
              </a:defRPr>
            </a:lvl1pPr>
            <a:lvl2pPr indent="-228600" lvl="1" marL="914400" algn="l">
              <a:lnSpc>
                <a:spcPct val="285714"/>
              </a:lnSpc>
              <a:spcBef>
                <a:spcPts val="200"/>
              </a:spcBef>
              <a:spcAft>
                <a:spcPts val="0"/>
              </a:spcAft>
              <a:buClr>
                <a:srgbClr val="1B1915"/>
              </a:buClr>
              <a:buSzPts val="500"/>
              <a:buNone/>
              <a:defRPr sz="500"/>
            </a:lvl2pPr>
            <a:lvl3pPr indent="-228600" lvl="2" marL="1371600" algn="l">
              <a:lnSpc>
                <a:spcPct val="333333"/>
              </a:lnSpc>
              <a:spcBef>
                <a:spcPts val="200"/>
              </a:spcBef>
              <a:spcAft>
                <a:spcPts val="0"/>
              </a:spcAft>
              <a:buClr>
                <a:srgbClr val="1B1915"/>
              </a:buClr>
              <a:buSzPts val="500"/>
              <a:buNone/>
              <a:defRPr sz="500"/>
            </a:lvl3pPr>
            <a:lvl4pPr indent="-228600" lvl="3" marL="1828800" algn="l">
              <a:lnSpc>
                <a:spcPct val="400000"/>
              </a:lnSpc>
              <a:spcBef>
                <a:spcPts val="200"/>
              </a:spcBef>
              <a:spcAft>
                <a:spcPts val="0"/>
              </a:spcAft>
              <a:buClr>
                <a:srgbClr val="1B1915"/>
              </a:buClr>
              <a:buSzPts val="400"/>
              <a:buNone/>
              <a:defRPr sz="400"/>
            </a:lvl4pPr>
            <a:lvl5pPr indent="-228600" lvl="4" marL="2286000" algn="l">
              <a:lnSpc>
                <a:spcPct val="40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636" name="Google Shape;636;p68"/>
          <p:cNvSpPr txBox="1"/>
          <p:nvPr>
            <p:ph idx="2" type="body"/>
          </p:nvPr>
        </p:nvSpPr>
        <p:spPr>
          <a:xfrm>
            <a:off x="300038" y="4238078"/>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chemeClr val="accent3"/>
              </a:buClr>
              <a:buSzPts val="1100"/>
              <a:buFont typeface="Arial"/>
              <a:buNone/>
              <a:defRPr b="0" sz="1100">
                <a:solidFill>
                  <a:schemeClr val="accent3"/>
                </a:solidFill>
              </a:defRPr>
            </a:lvl1pPr>
            <a:lvl2pPr indent="-273050" lvl="1" marL="914400" algn="l">
              <a:lnSpc>
                <a:spcPct val="222222"/>
              </a:lnSpc>
              <a:spcBef>
                <a:spcPts val="200"/>
              </a:spcBef>
              <a:spcAft>
                <a:spcPts val="0"/>
              </a:spcAft>
              <a:buClr>
                <a:srgbClr val="1B1915"/>
              </a:buClr>
              <a:buSzPts val="700"/>
              <a:buChar char="•"/>
              <a:defRPr/>
            </a:lvl2pPr>
            <a:lvl3pPr indent="-273050" lvl="2" marL="1371600" algn="l">
              <a:lnSpc>
                <a:spcPct val="222222"/>
              </a:lnSpc>
              <a:spcBef>
                <a:spcPts val="200"/>
              </a:spcBef>
              <a:spcAft>
                <a:spcPts val="0"/>
              </a:spcAft>
              <a:buClr>
                <a:srgbClr val="1B1915"/>
              </a:buClr>
              <a:buSzPts val="700"/>
              <a:buChar char="•"/>
              <a:defRPr/>
            </a:lvl3pPr>
            <a:lvl4pPr indent="-273050" lvl="3" marL="1828800" algn="l">
              <a:lnSpc>
                <a:spcPct val="222222"/>
              </a:lnSpc>
              <a:spcBef>
                <a:spcPts val="200"/>
              </a:spcBef>
              <a:spcAft>
                <a:spcPts val="0"/>
              </a:spcAft>
              <a:buClr>
                <a:srgbClr val="1B1915"/>
              </a:buClr>
              <a:buSzPts val="700"/>
              <a:buChar char="•"/>
              <a:defRPr/>
            </a:lvl4pPr>
            <a:lvl5pPr indent="-273050" lvl="4" marL="2286000" algn="l">
              <a:lnSpc>
                <a:spcPct val="222222"/>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sp>
        <p:nvSpPr>
          <p:cNvPr id="637" name="Google Shape;637;p68"/>
          <p:cNvSpPr txBox="1"/>
          <p:nvPr>
            <p:ph idx="3" type="body"/>
          </p:nvPr>
        </p:nvSpPr>
        <p:spPr>
          <a:xfrm>
            <a:off x="300038" y="4483003"/>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rgbClr val="C39ADA"/>
              </a:buClr>
              <a:buSzPts val="1100"/>
              <a:buFont typeface="Arial"/>
              <a:buNone/>
              <a:defRPr b="0" sz="1100">
                <a:solidFill>
                  <a:srgbClr val="C39ADA"/>
                </a:solidFill>
              </a:defRPr>
            </a:lvl1pPr>
            <a:lvl2pPr indent="-273050" lvl="1" marL="914400" algn="l">
              <a:lnSpc>
                <a:spcPct val="222222"/>
              </a:lnSpc>
              <a:spcBef>
                <a:spcPts val="200"/>
              </a:spcBef>
              <a:spcAft>
                <a:spcPts val="0"/>
              </a:spcAft>
              <a:buClr>
                <a:srgbClr val="1B1915"/>
              </a:buClr>
              <a:buSzPts val="700"/>
              <a:buChar char="•"/>
              <a:defRPr/>
            </a:lvl2pPr>
            <a:lvl3pPr indent="-273050" lvl="2" marL="1371600" algn="l">
              <a:lnSpc>
                <a:spcPct val="222222"/>
              </a:lnSpc>
              <a:spcBef>
                <a:spcPts val="200"/>
              </a:spcBef>
              <a:spcAft>
                <a:spcPts val="0"/>
              </a:spcAft>
              <a:buClr>
                <a:srgbClr val="1B1915"/>
              </a:buClr>
              <a:buSzPts val="700"/>
              <a:buChar char="•"/>
              <a:defRPr/>
            </a:lvl3pPr>
            <a:lvl4pPr indent="-273050" lvl="3" marL="1828800" algn="l">
              <a:lnSpc>
                <a:spcPct val="222222"/>
              </a:lnSpc>
              <a:spcBef>
                <a:spcPts val="200"/>
              </a:spcBef>
              <a:spcAft>
                <a:spcPts val="0"/>
              </a:spcAft>
              <a:buClr>
                <a:srgbClr val="1B1915"/>
              </a:buClr>
              <a:buSzPts val="700"/>
              <a:buChar char="•"/>
              <a:defRPr/>
            </a:lvl4pPr>
            <a:lvl5pPr indent="-273050" lvl="4" marL="2286000" algn="l">
              <a:lnSpc>
                <a:spcPct val="222222"/>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sp>
        <p:nvSpPr>
          <p:cNvPr id="638" name="Google Shape;638;p68"/>
          <p:cNvSpPr txBox="1"/>
          <p:nvPr>
            <p:ph idx="4" type="body"/>
          </p:nvPr>
        </p:nvSpPr>
        <p:spPr>
          <a:xfrm>
            <a:off x="300038" y="4727928"/>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rgbClr val="C39ADA"/>
              </a:buClr>
              <a:buSzPts val="1100"/>
              <a:buFont typeface="Arial"/>
              <a:buNone/>
              <a:defRPr b="0" sz="1100">
                <a:solidFill>
                  <a:srgbClr val="C39ADA"/>
                </a:solidFill>
              </a:defRPr>
            </a:lvl1pPr>
            <a:lvl2pPr indent="-273050" lvl="1" marL="914400" algn="l">
              <a:lnSpc>
                <a:spcPct val="222222"/>
              </a:lnSpc>
              <a:spcBef>
                <a:spcPts val="200"/>
              </a:spcBef>
              <a:spcAft>
                <a:spcPts val="0"/>
              </a:spcAft>
              <a:buClr>
                <a:srgbClr val="1B1915"/>
              </a:buClr>
              <a:buSzPts val="700"/>
              <a:buChar char="•"/>
              <a:defRPr/>
            </a:lvl2pPr>
            <a:lvl3pPr indent="-273050" lvl="2" marL="1371600" algn="l">
              <a:lnSpc>
                <a:spcPct val="222222"/>
              </a:lnSpc>
              <a:spcBef>
                <a:spcPts val="200"/>
              </a:spcBef>
              <a:spcAft>
                <a:spcPts val="0"/>
              </a:spcAft>
              <a:buClr>
                <a:srgbClr val="1B1915"/>
              </a:buClr>
              <a:buSzPts val="700"/>
              <a:buChar char="•"/>
              <a:defRPr/>
            </a:lvl3pPr>
            <a:lvl4pPr indent="-273050" lvl="3" marL="1828800" algn="l">
              <a:lnSpc>
                <a:spcPct val="222222"/>
              </a:lnSpc>
              <a:spcBef>
                <a:spcPts val="200"/>
              </a:spcBef>
              <a:spcAft>
                <a:spcPts val="0"/>
              </a:spcAft>
              <a:buClr>
                <a:srgbClr val="1B1915"/>
              </a:buClr>
              <a:buSzPts val="700"/>
              <a:buChar char="•"/>
              <a:defRPr/>
            </a:lvl4pPr>
            <a:lvl5pPr indent="-273050" lvl="4" marL="2286000" algn="l">
              <a:lnSpc>
                <a:spcPct val="222222"/>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pic>
        <p:nvPicPr>
          <p:cNvPr id="639" name="Google Shape;639;p68"/>
          <p:cNvPicPr preferRelativeResize="0"/>
          <p:nvPr/>
        </p:nvPicPr>
        <p:blipFill rotWithShape="1">
          <a:blip r:embed="rId2">
            <a:alphaModFix/>
          </a:blip>
          <a:srcRect b="0" l="0" r="0" t="0"/>
          <a:stretch/>
        </p:blipFill>
        <p:spPr>
          <a:xfrm>
            <a:off x="8202613" y="4798835"/>
            <a:ext cx="608014" cy="156221"/>
          </a:xfrm>
          <a:prstGeom prst="rect">
            <a:avLst/>
          </a:prstGeom>
          <a:noFill/>
          <a:ln>
            <a:noFill/>
          </a:ln>
        </p:spPr>
      </p:pic>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_Green 1">
  <p:cSld name="7_Quote highlight + img">
    <p:bg>
      <p:bgPr>
        <a:solidFill>
          <a:schemeClr val="dk1"/>
        </a:solidFill>
      </p:bgPr>
    </p:bg>
    <p:spTree>
      <p:nvGrpSpPr>
        <p:cNvPr id="640" name="Shape 640"/>
        <p:cNvGrpSpPr/>
        <p:nvPr/>
      </p:nvGrpSpPr>
      <p:grpSpPr>
        <a:xfrm>
          <a:off x="0" y="0"/>
          <a:ext cx="0" cy="0"/>
          <a:chOff x="0" y="0"/>
          <a:chExt cx="0" cy="0"/>
        </a:xfrm>
      </p:grpSpPr>
      <p:sp>
        <p:nvSpPr>
          <p:cNvPr id="641" name="Google Shape;641;p69"/>
          <p:cNvSpPr txBox="1"/>
          <p:nvPr>
            <p:ph idx="1" type="body"/>
          </p:nvPr>
        </p:nvSpPr>
        <p:spPr>
          <a:xfrm>
            <a:off x="300038" y="299286"/>
            <a:ext cx="8304600" cy="33306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accent1"/>
              </a:buClr>
              <a:buSzPts val="2800"/>
              <a:buFont typeface="Arial"/>
              <a:buNone/>
              <a:defRPr sz="2800">
                <a:solidFill>
                  <a:schemeClr val="accent1"/>
                </a:solidFill>
              </a:defRPr>
            </a:lvl1pPr>
            <a:lvl2pPr indent="-228600" lvl="1" marL="914400" algn="l">
              <a:lnSpc>
                <a:spcPct val="285714"/>
              </a:lnSpc>
              <a:spcBef>
                <a:spcPts val="200"/>
              </a:spcBef>
              <a:spcAft>
                <a:spcPts val="0"/>
              </a:spcAft>
              <a:buClr>
                <a:srgbClr val="1B1915"/>
              </a:buClr>
              <a:buSzPts val="500"/>
              <a:buNone/>
              <a:defRPr sz="500"/>
            </a:lvl2pPr>
            <a:lvl3pPr indent="-228600" lvl="2" marL="1371600" algn="l">
              <a:lnSpc>
                <a:spcPct val="333333"/>
              </a:lnSpc>
              <a:spcBef>
                <a:spcPts val="200"/>
              </a:spcBef>
              <a:spcAft>
                <a:spcPts val="0"/>
              </a:spcAft>
              <a:buClr>
                <a:srgbClr val="1B1915"/>
              </a:buClr>
              <a:buSzPts val="500"/>
              <a:buNone/>
              <a:defRPr sz="500"/>
            </a:lvl3pPr>
            <a:lvl4pPr indent="-228600" lvl="3" marL="1828800" algn="l">
              <a:lnSpc>
                <a:spcPct val="400000"/>
              </a:lnSpc>
              <a:spcBef>
                <a:spcPts val="200"/>
              </a:spcBef>
              <a:spcAft>
                <a:spcPts val="0"/>
              </a:spcAft>
              <a:buClr>
                <a:srgbClr val="1B1915"/>
              </a:buClr>
              <a:buSzPts val="400"/>
              <a:buNone/>
              <a:defRPr sz="400"/>
            </a:lvl4pPr>
            <a:lvl5pPr indent="-228600" lvl="4" marL="2286000" algn="l">
              <a:lnSpc>
                <a:spcPct val="400000"/>
              </a:lnSpc>
              <a:spcBef>
                <a:spcPts val="200"/>
              </a:spcBef>
              <a:spcAft>
                <a:spcPts val="0"/>
              </a:spcAft>
              <a:buClr>
                <a:srgbClr val="1B1915"/>
              </a:buClr>
              <a:buSzPts val="400"/>
              <a:buNone/>
              <a:defRPr sz="400"/>
            </a:lvl5pPr>
            <a:lvl6pPr indent="-228600" lvl="5" marL="2743200" algn="l">
              <a:lnSpc>
                <a:spcPct val="90000"/>
              </a:lnSpc>
              <a:spcBef>
                <a:spcPts val="200"/>
              </a:spcBef>
              <a:spcAft>
                <a:spcPts val="0"/>
              </a:spcAft>
              <a:buClr>
                <a:schemeClr val="lt1"/>
              </a:buClr>
              <a:buSzPts val="400"/>
              <a:buNone/>
              <a:defRPr sz="400"/>
            </a:lvl6pPr>
            <a:lvl7pPr indent="-228600" lvl="6" marL="3200400" algn="l">
              <a:lnSpc>
                <a:spcPct val="90000"/>
              </a:lnSpc>
              <a:spcBef>
                <a:spcPts val="200"/>
              </a:spcBef>
              <a:spcAft>
                <a:spcPts val="0"/>
              </a:spcAft>
              <a:buClr>
                <a:schemeClr val="lt1"/>
              </a:buClr>
              <a:buSzPts val="400"/>
              <a:buNone/>
              <a:defRPr sz="400"/>
            </a:lvl7pPr>
            <a:lvl8pPr indent="-228600" lvl="7" marL="3657600" algn="l">
              <a:lnSpc>
                <a:spcPct val="90000"/>
              </a:lnSpc>
              <a:spcBef>
                <a:spcPts val="200"/>
              </a:spcBef>
              <a:spcAft>
                <a:spcPts val="0"/>
              </a:spcAft>
              <a:buClr>
                <a:schemeClr val="lt1"/>
              </a:buClr>
              <a:buSzPts val="400"/>
              <a:buNone/>
              <a:defRPr sz="400"/>
            </a:lvl8pPr>
            <a:lvl9pPr indent="-228600" lvl="8" marL="4114800" algn="l">
              <a:lnSpc>
                <a:spcPct val="90000"/>
              </a:lnSpc>
              <a:spcBef>
                <a:spcPts val="200"/>
              </a:spcBef>
              <a:spcAft>
                <a:spcPts val="0"/>
              </a:spcAft>
              <a:buClr>
                <a:schemeClr val="lt1"/>
              </a:buClr>
              <a:buSzPts val="400"/>
              <a:buNone/>
              <a:defRPr sz="400"/>
            </a:lvl9pPr>
          </a:lstStyle>
          <a:p/>
        </p:txBody>
      </p:sp>
      <p:sp>
        <p:nvSpPr>
          <p:cNvPr id="642" name="Google Shape;642;p69"/>
          <p:cNvSpPr txBox="1"/>
          <p:nvPr>
            <p:ph idx="2" type="body"/>
          </p:nvPr>
        </p:nvSpPr>
        <p:spPr>
          <a:xfrm>
            <a:off x="300038" y="4238078"/>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chemeClr val="accent1"/>
              </a:buClr>
              <a:buSzPts val="1100"/>
              <a:buFont typeface="Arial"/>
              <a:buNone/>
              <a:defRPr b="0" sz="1100">
                <a:solidFill>
                  <a:schemeClr val="accent1"/>
                </a:solidFill>
              </a:defRPr>
            </a:lvl1pPr>
            <a:lvl2pPr indent="-273050" lvl="1" marL="914400" algn="l">
              <a:lnSpc>
                <a:spcPct val="222222"/>
              </a:lnSpc>
              <a:spcBef>
                <a:spcPts val="200"/>
              </a:spcBef>
              <a:spcAft>
                <a:spcPts val="0"/>
              </a:spcAft>
              <a:buClr>
                <a:srgbClr val="1B1915"/>
              </a:buClr>
              <a:buSzPts val="700"/>
              <a:buChar char="•"/>
              <a:defRPr/>
            </a:lvl2pPr>
            <a:lvl3pPr indent="-273050" lvl="2" marL="1371600" algn="l">
              <a:lnSpc>
                <a:spcPct val="222222"/>
              </a:lnSpc>
              <a:spcBef>
                <a:spcPts val="200"/>
              </a:spcBef>
              <a:spcAft>
                <a:spcPts val="0"/>
              </a:spcAft>
              <a:buClr>
                <a:srgbClr val="1B1915"/>
              </a:buClr>
              <a:buSzPts val="700"/>
              <a:buChar char="•"/>
              <a:defRPr/>
            </a:lvl3pPr>
            <a:lvl4pPr indent="-273050" lvl="3" marL="1828800" algn="l">
              <a:lnSpc>
                <a:spcPct val="222222"/>
              </a:lnSpc>
              <a:spcBef>
                <a:spcPts val="200"/>
              </a:spcBef>
              <a:spcAft>
                <a:spcPts val="0"/>
              </a:spcAft>
              <a:buClr>
                <a:srgbClr val="1B1915"/>
              </a:buClr>
              <a:buSzPts val="700"/>
              <a:buChar char="•"/>
              <a:defRPr/>
            </a:lvl4pPr>
            <a:lvl5pPr indent="-273050" lvl="4" marL="2286000" algn="l">
              <a:lnSpc>
                <a:spcPct val="222222"/>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sp>
        <p:nvSpPr>
          <p:cNvPr id="643" name="Google Shape;643;p69"/>
          <p:cNvSpPr txBox="1"/>
          <p:nvPr>
            <p:ph idx="3" type="body"/>
          </p:nvPr>
        </p:nvSpPr>
        <p:spPr>
          <a:xfrm>
            <a:off x="300038" y="4483003"/>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rgbClr val="6AA185"/>
              </a:buClr>
              <a:buSzPts val="1100"/>
              <a:buFont typeface="Arial"/>
              <a:buNone/>
              <a:defRPr b="0" sz="1100">
                <a:solidFill>
                  <a:srgbClr val="6AA185"/>
                </a:solidFill>
              </a:defRPr>
            </a:lvl1pPr>
            <a:lvl2pPr indent="-273050" lvl="1" marL="914400" algn="l">
              <a:lnSpc>
                <a:spcPct val="222222"/>
              </a:lnSpc>
              <a:spcBef>
                <a:spcPts val="200"/>
              </a:spcBef>
              <a:spcAft>
                <a:spcPts val="0"/>
              </a:spcAft>
              <a:buClr>
                <a:srgbClr val="1B1915"/>
              </a:buClr>
              <a:buSzPts val="700"/>
              <a:buChar char="•"/>
              <a:defRPr/>
            </a:lvl2pPr>
            <a:lvl3pPr indent="-273050" lvl="2" marL="1371600" algn="l">
              <a:lnSpc>
                <a:spcPct val="222222"/>
              </a:lnSpc>
              <a:spcBef>
                <a:spcPts val="200"/>
              </a:spcBef>
              <a:spcAft>
                <a:spcPts val="0"/>
              </a:spcAft>
              <a:buClr>
                <a:srgbClr val="1B1915"/>
              </a:buClr>
              <a:buSzPts val="700"/>
              <a:buChar char="•"/>
              <a:defRPr/>
            </a:lvl3pPr>
            <a:lvl4pPr indent="-273050" lvl="3" marL="1828800" algn="l">
              <a:lnSpc>
                <a:spcPct val="222222"/>
              </a:lnSpc>
              <a:spcBef>
                <a:spcPts val="200"/>
              </a:spcBef>
              <a:spcAft>
                <a:spcPts val="0"/>
              </a:spcAft>
              <a:buClr>
                <a:srgbClr val="1B1915"/>
              </a:buClr>
              <a:buSzPts val="700"/>
              <a:buChar char="•"/>
              <a:defRPr/>
            </a:lvl4pPr>
            <a:lvl5pPr indent="-273050" lvl="4" marL="2286000" algn="l">
              <a:lnSpc>
                <a:spcPct val="222222"/>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sp>
        <p:nvSpPr>
          <p:cNvPr id="644" name="Google Shape;644;p69"/>
          <p:cNvSpPr txBox="1"/>
          <p:nvPr>
            <p:ph idx="4" type="body"/>
          </p:nvPr>
        </p:nvSpPr>
        <p:spPr>
          <a:xfrm>
            <a:off x="300038" y="4727928"/>
            <a:ext cx="4968600" cy="213300"/>
          </a:xfrm>
          <a:prstGeom prst="rect">
            <a:avLst/>
          </a:prstGeom>
          <a:noFill/>
          <a:ln>
            <a:noFill/>
          </a:ln>
        </p:spPr>
        <p:txBody>
          <a:bodyPr anchorCtr="0" anchor="t" bIns="17150" lIns="0" spcFirstLastPara="1" rIns="0" wrap="square" tIns="17150">
            <a:normAutofit/>
          </a:bodyPr>
          <a:lstStyle>
            <a:lvl1pPr indent="-228600" lvl="0" marL="457200" algn="l">
              <a:lnSpc>
                <a:spcPct val="90000"/>
              </a:lnSpc>
              <a:spcBef>
                <a:spcPts val="400"/>
              </a:spcBef>
              <a:spcAft>
                <a:spcPts val="0"/>
              </a:spcAft>
              <a:buClr>
                <a:srgbClr val="6AA185"/>
              </a:buClr>
              <a:buSzPts val="1100"/>
              <a:buFont typeface="Arial"/>
              <a:buNone/>
              <a:defRPr b="0" sz="1100">
                <a:solidFill>
                  <a:srgbClr val="6AA185"/>
                </a:solidFill>
              </a:defRPr>
            </a:lvl1pPr>
            <a:lvl2pPr indent="-273050" lvl="1" marL="914400" algn="l">
              <a:lnSpc>
                <a:spcPct val="222222"/>
              </a:lnSpc>
              <a:spcBef>
                <a:spcPts val="200"/>
              </a:spcBef>
              <a:spcAft>
                <a:spcPts val="0"/>
              </a:spcAft>
              <a:buClr>
                <a:srgbClr val="1B1915"/>
              </a:buClr>
              <a:buSzPts val="700"/>
              <a:buChar char="•"/>
              <a:defRPr/>
            </a:lvl2pPr>
            <a:lvl3pPr indent="-273050" lvl="2" marL="1371600" algn="l">
              <a:lnSpc>
                <a:spcPct val="222222"/>
              </a:lnSpc>
              <a:spcBef>
                <a:spcPts val="200"/>
              </a:spcBef>
              <a:spcAft>
                <a:spcPts val="0"/>
              </a:spcAft>
              <a:buClr>
                <a:srgbClr val="1B1915"/>
              </a:buClr>
              <a:buSzPts val="700"/>
              <a:buChar char="•"/>
              <a:defRPr/>
            </a:lvl3pPr>
            <a:lvl4pPr indent="-273050" lvl="3" marL="1828800" algn="l">
              <a:lnSpc>
                <a:spcPct val="222222"/>
              </a:lnSpc>
              <a:spcBef>
                <a:spcPts val="200"/>
              </a:spcBef>
              <a:spcAft>
                <a:spcPts val="0"/>
              </a:spcAft>
              <a:buClr>
                <a:srgbClr val="1B1915"/>
              </a:buClr>
              <a:buSzPts val="700"/>
              <a:buChar char="•"/>
              <a:defRPr/>
            </a:lvl4pPr>
            <a:lvl5pPr indent="-273050" lvl="4" marL="2286000" algn="l">
              <a:lnSpc>
                <a:spcPct val="222222"/>
              </a:lnSpc>
              <a:spcBef>
                <a:spcPts val="200"/>
              </a:spcBef>
              <a:spcAft>
                <a:spcPts val="0"/>
              </a:spcAft>
              <a:buClr>
                <a:srgbClr val="1B1915"/>
              </a:buClr>
              <a:buSzPts val="700"/>
              <a:buChar char="•"/>
              <a:defRPr/>
            </a:lvl5pPr>
            <a:lvl6pPr indent="-273050" lvl="5" marL="2743200" algn="l">
              <a:lnSpc>
                <a:spcPct val="90000"/>
              </a:lnSpc>
              <a:spcBef>
                <a:spcPts val="200"/>
              </a:spcBef>
              <a:spcAft>
                <a:spcPts val="0"/>
              </a:spcAft>
              <a:buClr>
                <a:schemeClr val="lt1"/>
              </a:buClr>
              <a:buSzPts val="700"/>
              <a:buChar char="•"/>
              <a:defRPr/>
            </a:lvl6pPr>
            <a:lvl7pPr indent="-273050" lvl="6" marL="3200400" algn="l">
              <a:lnSpc>
                <a:spcPct val="90000"/>
              </a:lnSpc>
              <a:spcBef>
                <a:spcPts val="200"/>
              </a:spcBef>
              <a:spcAft>
                <a:spcPts val="0"/>
              </a:spcAft>
              <a:buClr>
                <a:schemeClr val="lt1"/>
              </a:buClr>
              <a:buSzPts val="700"/>
              <a:buChar char="•"/>
              <a:defRPr/>
            </a:lvl7pPr>
            <a:lvl8pPr indent="-273050" lvl="7" marL="3657600" algn="l">
              <a:lnSpc>
                <a:spcPct val="90000"/>
              </a:lnSpc>
              <a:spcBef>
                <a:spcPts val="200"/>
              </a:spcBef>
              <a:spcAft>
                <a:spcPts val="0"/>
              </a:spcAft>
              <a:buClr>
                <a:schemeClr val="lt1"/>
              </a:buClr>
              <a:buSzPts val="700"/>
              <a:buChar char="•"/>
              <a:defRPr/>
            </a:lvl8pPr>
            <a:lvl9pPr indent="-273050" lvl="8" marL="4114800" algn="l">
              <a:lnSpc>
                <a:spcPct val="90000"/>
              </a:lnSpc>
              <a:spcBef>
                <a:spcPts val="200"/>
              </a:spcBef>
              <a:spcAft>
                <a:spcPts val="0"/>
              </a:spcAft>
              <a:buClr>
                <a:schemeClr val="lt1"/>
              </a:buClr>
              <a:buSzPts val="700"/>
              <a:buChar char="•"/>
              <a:defRPr/>
            </a:lvl9pPr>
          </a:lstStyle>
          <a:p/>
        </p:txBody>
      </p:sp>
      <p:pic>
        <p:nvPicPr>
          <p:cNvPr id="645" name="Google Shape;645;p69"/>
          <p:cNvPicPr preferRelativeResize="0"/>
          <p:nvPr/>
        </p:nvPicPr>
        <p:blipFill rotWithShape="1">
          <a:blip r:embed="rId2">
            <a:alphaModFix/>
          </a:blip>
          <a:srcRect b="0" l="0" r="0" t="0"/>
          <a:stretch/>
        </p:blipFill>
        <p:spPr>
          <a:xfrm>
            <a:off x="8202613" y="4798835"/>
            <a:ext cx="608014" cy="156221"/>
          </a:xfrm>
          <a:prstGeom prst="rect">
            <a:avLst/>
          </a:prstGeom>
          <a:noFill/>
          <a:ln>
            <a:noFill/>
          </a:ln>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1">
  <p:cSld name="Img">
    <p:bg>
      <p:bgPr>
        <a:solidFill>
          <a:schemeClr val="accent6"/>
        </a:solidFill>
      </p:bgPr>
    </p:bg>
    <p:spTree>
      <p:nvGrpSpPr>
        <p:cNvPr id="646" name="Shape 646"/>
        <p:cNvGrpSpPr/>
        <p:nvPr/>
      </p:nvGrpSpPr>
      <p:grpSpPr>
        <a:xfrm>
          <a:off x="0" y="0"/>
          <a:ext cx="0" cy="0"/>
          <a:chOff x="0" y="0"/>
          <a:chExt cx="0" cy="0"/>
        </a:xfrm>
      </p:grpSpPr>
      <p:sp>
        <p:nvSpPr>
          <p:cNvPr id="647" name="Google Shape;647;p70"/>
          <p:cNvSpPr/>
          <p:nvPr>
            <p:ph idx="2" type="pic"/>
          </p:nvPr>
        </p:nvSpPr>
        <p:spPr>
          <a:xfrm>
            <a:off x="178594" y="190500"/>
            <a:ext cx="8741400" cy="4764600"/>
          </a:xfrm>
          <a:prstGeom prst="roundRect">
            <a:avLst>
              <a:gd fmla="val 2162" name="adj"/>
            </a:avLst>
          </a:prstGeom>
          <a:noFill/>
          <a:ln>
            <a:noFill/>
          </a:ln>
        </p:spPr>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Images Grid">
  <p:cSld name="4 imgs grid">
    <p:bg>
      <p:bgPr>
        <a:solidFill>
          <a:schemeClr val="accent6"/>
        </a:solidFill>
      </p:bgPr>
    </p:bg>
    <p:spTree>
      <p:nvGrpSpPr>
        <p:cNvPr id="648" name="Shape 648"/>
        <p:cNvGrpSpPr/>
        <p:nvPr/>
      </p:nvGrpSpPr>
      <p:grpSpPr>
        <a:xfrm>
          <a:off x="0" y="0"/>
          <a:ext cx="0" cy="0"/>
          <a:chOff x="0" y="0"/>
          <a:chExt cx="0" cy="0"/>
        </a:xfrm>
      </p:grpSpPr>
      <p:sp>
        <p:nvSpPr>
          <p:cNvPr id="649" name="Google Shape;649;p71"/>
          <p:cNvSpPr/>
          <p:nvPr>
            <p:ph idx="2" type="pic"/>
          </p:nvPr>
        </p:nvSpPr>
        <p:spPr>
          <a:xfrm>
            <a:off x="6812495" y="2620976"/>
            <a:ext cx="2107500" cy="2334900"/>
          </a:xfrm>
          <a:prstGeom prst="roundRect">
            <a:avLst>
              <a:gd fmla="val 3438" name="adj"/>
            </a:avLst>
          </a:prstGeom>
          <a:noFill/>
          <a:ln>
            <a:noFill/>
          </a:ln>
        </p:spPr>
      </p:sp>
      <p:sp>
        <p:nvSpPr>
          <p:cNvPr id="650" name="Google Shape;650;p71"/>
          <p:cNvSpPr/>
          <p:nvPr>
            <p:ph idx="3" type="pic"/>
          </p:nvPr>
        </p:nvSpPr>
        <p:spPr>
          <a:xfrm>
            <a:off x="4602497" y="2620976"/>
            <a:ext cx="2107500" cy="2334900"/>
          </a:xfrm>
          <a:prstGeom prst="roundRect">
            <a:avLst>
              <a:gd fmla="val 3438" name="adj"/>
            </a:avLst>
          </a:prstGeom>
          <a:noFill/>
          <a:ln>
            <a:noFill/>
          </a:ln>
        </p:spPr>
      </p:sp>
      <p:sp>
        <p:nvSpPr>
          <p:cNvPr id="651" name="Google Shape;651;p71"/>
          <p:cNvSpPr/>
          <p:nvPr>
            <p:ph idx="4" type="pic"/>
          </p:nvPr>
        </p:nvSpPr>
        <p:spPr>
          <a:xfrm>
            <a:off x="178594" y="187708"/>
            <a:ext cx="4317300" cy="4768200"/>
          </a:xfrm>
          <a:prstGeom prst="roundRect">
            <a:avLst>
              <a:gd fmla="val 1663" name="adj"/>
            </a:avLst>
          </a:prstGeom>
          <a:noFill/>
          <a:ln>
            <a:noFill/>
          </a:ln>
        </p:spPr>
      </p:sp>
      <p:sp>
        <p:nvSpPr>
          <p:cNvPr id="652" name="Google Shape;652;p71"/>
          <p:cNvSpPr/>
          <p:nvPr>
            <p:ph idx="5" type="pic"/>
          </p:nvPr>
        </p:nvSpPr>
        <p:spPr>
          <a:xfrm>
            <a:off x="4602497" y="187708"/>
            <a:ext cx="4317300" cy="2334900"/>
          </a:xfrm>
          <a:prstGeom prst="roundRect">
            <a:avLst>
              <a:gd fmla="val 3438" name="adj"/>
            </a:avLst>
          </a:prstGeom>
          <a:noFill/>
          <a:ln>
            <a:noFill/>
          </a:ln>
        </p:spPr>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Grid">
  <p:cSld name="3 imgs grid">
    <p:bg>
      <p:bgPr>
        <a:solidFill>
          <a:schemeClr val="accent6"/>
        </a:solidFill>
      </p:bgPr>
    </p:bg>
    <p:spTree>
      <p:nvGrpSpPr>
        <p:cNvPr id="653" name="Shape 653"/>
        <p:cNvGrpSpPr/>
        <p:nvPr/>
      </p:nvGrpSpPr>
      <p:grpSpPr>
        <a:xfrm>
          <a:off x="0" y="0"/>
          <a:ext cx="0" cy="0"/>
          <a:chOff x="0" y="0"/>
          <a:chExt cx="0" cy="0"/>
        </a:xfrm>
      </p:grpSpPr>
      <p:sp>
        <p:nvSpPr>
          <p:cNvPr id="654" name="Google Shape;654;p72"/>
          <p:cNvSpPr/>
          <p:nvPr>
            <p:ph idx="2" type="pic"/>
          </p:nvPr>
        </p:nvSpPr>
        <p:spPr>
          <a:xfrm>
            <a:off x="178594" y="187708"/>
            <a:ext cx="4317300" cy="4768200"/>
          </a:xfrm>
          <a:prstGeom prst="roundRect">
            <a:avLst>
              <a:gd fmla="val 1663" name="adj"/>
            </a:avLst>
          </a:prstGeom>
          <a:noFill/>
          <a:ln>
            <a:noFill/>
          </a:ln>
        </p:spPr>
      </p:sp>
      <p:sp>
        <p:nvSpPr>
          <p:cNvPr id="655" name="Google Shape;655;p72"/>
          <p:cNvSpPr/>
          <p:nvPr>
            <p:ph idx="3" type="pic"/>
          </p:nvPr>
        </p:nvSpPr>
        <p:spPr>
          <a:xfrm>
            <a:off x="6812495" y="187636"/>
            <a:ext cx="2107500" cy="4768200"/>
          </a:xfrm>
          <a:prstGeom prst="roundRect">
            <a:avLst>
              <a:gd fmla="val 3438" name="adj"/>
            </a:avLst>
          </a:prstGeom>
          <a:noFill/>
          <a:ln>
            <a:noFill/>
          </a:ln>
        </p:spPr>
      </p:sp>
      <p:sp>
        <p:nvSpPr>
          <p:cNvPr id="656" name="Google Shape;656;p72"/>
          <p:cNvSpPr/>
          <p:nvPr>
            <p:ph idx="4" type="pic"/>
          </p:nvPr>
        </p:nvSpPr>
        <p:spPr>
          <a:xfrm>
            <a:off x="4602497" y="187636"/>
            <a:ext cx="2107500" cy="4768200"/>
          </a:xfrm>
          <a:prstGeom prst="roundRect">
            <a:avLst>
              <a:gd fmla="val 3438" name="adj"/>
            </a:avLst>
          </a:prstGeom>
          <a:noFill/>
          <a:ln>
            <a:noFill/>
          </a:ln>
        </p:spPr>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Images Grid">
  <p:cSld name="6 imgs grid">
    <p:bg>
      <p:bgPr>
        <a:solidFill>
          <a:schemeClr val="accent6"/>
        </a:solidFill>
      </p:bgPr>
    </p:bg>
    <p:spTree>
      <p:nvGrpSpPr>
        <p:cNvPr id="657" name="Shape 657"/>
        <p:cNvGrpSpPr/>
        <p:nvPr/>
      </p:nvGrpSpPr>
      <p:grpSpPr>
        <a:xfrm>
          <a:off x="0" y="0"/>
          <a:ext cx="0" cy="0"/>
          <a:chOff x="0" y="0"/>
          <a:chExt cx="0" cy="0"/>
        </a:xfrm>
      </p:grpSpPr>
      <p:sp>
        <p:nvSpPr>
          <p:cNvPr id="658" name="Google Shape;658;p73"/>
          <p:cNvSpPr/>
          <p:nvPr>
            <p:ph idx="2" type="pic"/>
          </p:nvPr>
        </p:nvSpPr>
        <p:spPr>
          <a:xfrm>
            <a:off x="178594" y="185497"/>
            <a:ext cx="2844900" cy="2333700"/>
          </a:xfrm>
          <a:prstGeom prst="roundRect">
            <a:avLst>
              <a:gd fmla="val 4415" name="adj"/>
            </a:avLst>
          </a:prstGeom>
          <a:noFill/>
          <a:ln>
            <a:noFill/>
          </a:ln>
        </p:spPr>
      </p:sp>
      <p:sp>
        <p:nvSpPr>
          <p:cNvPr id="659" name="Google Shape;659;p73"/>
          <p:cNvSpPr/>
          <p:nvPr>
            <p:ph idx="3" type="pic"/>
          </p:nvPr>
        </p:nvSpPr>
        <p:spPr>
          <a:xfrm>
            <a:off x="3126823" y="185497"/>
            <a:ext cx="2844900" cy="2333700"/>
          </a:xfrm>
          <a:prstGeom prst="roundRect">
            <a:avLst>
              <a:gd fmla="val 4415" name="adj"/>
            </a:avLst>
          </a:prstGeom>
          <a:noFill/>
          <a:ln>
            <a:noFill/>
          </a:ln>
        </p:spPr>
      </p:sp>
      <p:sp>
        <p:nvSpPr>
          <p:cNvPr id="660" name="Google Shape;660;p73"/>
          <p:cNvSpPr/>
          <p:nvPr>
            <p:ph idx="4" type="pic"/>
          </p:nvPr>
        </p:nvSpPr>
        <p:spPr>
          <a:xfrm>
            <a:off x="6075052" y="185497"/>
            <a:ext cx="2844900" cy="2333700"/>
          </a:xfrm>
          <a:prstGeom prst="roundRect">
            <a:avLst>
              <a:gd fmla="val 4415" name="adj"/>
            </a:avLst>
          </a:prstGeom>
          <a:noFill/>
          <a:ln>
            <a:noFill/>
          </a:ln>
        </p:spPr>
      </p:sp>
      <p:sp>
        <p:nvSpPr>
          <p:cNvPr id="661" name="Google Shape;661;p73"/>
          <p:cNvSpPr/>
          <p:nvPr>
            <p:ph idx="5" type="pic"/>
          </p:nvPr>
        </p:nvSpPr>
        <p:spPr>
          <a:xfrm>
            <a:off x="178594" y="2619375"/>
            <a:ext cx="2844900" cy="2333700"/>
          </a:xfrm>
          <a:prstGeom prst="roundRect">
            <a:avLst>
              <a:gd fmla="val 4415" name="adj"/>
            </a:avLst>
          </a:prstGeom>
          <a:noFill/>
          <a:ln>
            <a:noFill/>
          </a:ln>
        </p:spPr>
      </p:sp>
      <p:sp>
        <p:nvSpPr>
          <p:cNvPr id="662" name="Google Shape;662;p73"/>
          <p:cNvSpPr/>
          <p:nvPr>
            <p:ph idx="6" type="pic"/>
          </p:nvPr>
        </p:nvSpPr>
        <p:spPr>
          <a:xfrm>
            <a:off x="3126823" y="2619375"/>
            <a:ext cx="2844900" cy="2333700"/>
          </a:xfrm>
          <a:prstGeom prst="roundRect">
            <a:avLst>
              <a:gd fmla="val 4415" name="adj"/>
            </a:avLst>
          </a:prstGeom>
          <a:noFill/>
          <a:ln>
            <a:noFill/>
          </a:ln>
        </p:spPr>
      </p:sp>
      <p:sp>
        <p:nvSpPr>
          <p:cNvPr id="663" name="Google Shape;663;p73"/>
          <p:cNvSpPr/>
          <p:nvPr>
            <p:ph idx="7" type="pic"/>
          </p:nvPr>
        </p:nvSpPr>
        <p:spPr>
          <a:xfrm>
            <a:off x="6075052" y="2619375"/>
            <a:ext cx="2844900" cy="2333700"/>
          </a:xfrm>
          <a:prstGeom prst="roundRect">
            <a:avLst>
              <a:gd fmla="val 4415" name="adj"/>
            </a:avLst>
          </a:prstGeom>
          <a:noFill/>
          <a:ln>
            <a:noFill/>
          </a:ln>
        </p:spPr>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ight Images Grid">
  <p:cSld name="8 imgs grid">
    <p:bg>
      <p:bgPr>
        <a:solidFill>
          <a:schemeClr val="dk1"/>
        </a:solidFill>
      </p:bgPr>
    </p:bg>
    <p:spTree>
      <p:nvGrpSpPr>
        <p:cNvPr id="664" name="Shape 664"/>
        <p:cNvGrpSpPr/>
        <p:nvPr/>
      </p:nvGrpSpPr>
      <p:grpSpPr>
        <a:xfrm>
          <a:off x="0" y="0"/>
          <a:ext cx="0" cy="0"/>
          <a:chOff x="0" y="0"/>
          <a:chExt cx="0" cy="0"/>
        </a:xfrm>
      </p:grpSpPr>
      <p:sp>
        <p:nvSpPr>
          <p:cNvPr id="665" name="Google Shape;665;p74"/>
          <p:cNvSpPr/>
          <p:nvPr>
            <p:ph idx="2" type="pic"/>
          </p:nvPr>
        </p:nvSpPr>
        <p:spPr>
          <a:xfrm>
            <a:off x="178594" y="187708"/>
            <a:ext cx="2107500" cy="2333700"/>
          </a:xfrm>
          <a:prstGeom prst="roundRect">
            <a:avLst>
              <a:gd fmla="val 4991" name="adj"/>
            </a:avLst>
          </a:prstGeom>
          <a:noFill/>
          <a:ln>
            <a:noFill/>
          </a:ln>
        </p:spPr>
      </p:sp>
      <p:sp>
        <p:nvSpPr>
          <p:cNvPr id="666" name="Google Shape;666;p74"/>
          <p:cNvSpPr/>
          <p:nvPr>
            <p:ph idx="3" type="pic"/>
          </p:nvPr>
        </p:nvSpPr>
        <p:spPr>
          <a:xfrm>
            <a:off x="2389230" y="187708"/>
            <a:ext cx="2107500" cy="2333700"/>
          </a:xfrm>
          <a:prstGeom prst="roundRect">
            <a:avLst>
              <a:gd fmla="val 4991" name="adj"/>
            </a:avLst>
          </a:prstGeom>
          <a:noFill/>
          <a:ln>
            <a:noFill/>
          </a:ln>
        </p:spPr>
      </p:sp>
      <p:sp>
        <p:nvSpPr>
          <p:cNvPr id="667" name="Google Shape;667;p74"/>
          <p:cNvSpPr/>
          <p:nvPr>
            <p:ph idx="4" type="pic"/>
          </p:nvPr>
        </p:nvSpPr>
        <p:spPr>
          <a:xfrm>
            <a:off x="4600862" y="187708"/>
            <a:ext cx="2107500" cy="2333700"/>
          </a:xfrm>
          <a:prstGeom prst="roundRect">
            <a:avLst>
              <a:gd fmla="val 4991" name="adj"/>
            </a:avLst>
          </a:prstGeom>
          <a:noFill/>
          <a:ln>
            <a:noFill/>
          </a:ln>
        </p:spPr>
      </p:sp>
      <p:sp>
        <p:nvSpPr>
          <p:cNvPr id="668" name="Google Shape;668;p74"/>
          <p:cNvSpPr/>
          <p:nvPr>
            <p:ph idx="5" type="pic"/>
          </p:nvPr>
        </p:nvSpPr>
        <p:spPr>
          <a:xfrm>
            <a:off x="6812495" y="187708"/>
            <a:ext cx="2107500" cy="2333700"/>
          </a:xfrm>
          <a:prstGeom prst="roundRect">
            <a:avLst>
              <a:gd fmla="val 4991" name="adj"/>
            </a:avLst>
          </a:prstGeom>
          <a:noFill/>
          <a:ln>
            <a:noFill/>
          </a:ln>
        </p:spPr>
      </p:sp>
      <p:sp>
        <p:nvSpPr>
          <p:cNvPr id="669" name="Google Shape;669;p74"/>
          <p:cNvSpPr/>
          <p:nvPr>
            <p:ph idx="6" type="pic"/>
          </p:nvPr>
        </p:nvSpPr>
        <p:spPr>
          <a:xfrm>
            <a:off x="178594" y="2621586"/>
            <a:ext cx="2107500" cy="2333700"/>
          </a:xfrm>
          <a:prstGeom prst="roundRect">
            <a:avLst>
              <a:gd fmla="val 4991" name="adj"/>
            </a:avLst>
          </a:prstGeom>
          <a:noFill/>
          <a:ln>
            <a:noFill/>
          </a:ln>
        </p:spPr>
      </p:sp>
      <p:sp>
        <p:nvSpPr>
          <p:cNvPr id="670" name="Google Shape;670;p74"/>
          <p:cNvSpPr/>
          <p:nvPr>
            <p:ph idx="7" type="pic"/>
          </p:nvPr>
        </p:nvSpPr>
        <p:spPr>
          <a:xfrm>
            <a:off x="2389230" y="2621586"/>
            <a:ext cx="2107500" cy="2333700"/>
          </a:xfrm>
          <a:prstGeom prst="roundRect">
            <a:avLst>
              <a:gd fmla="val 4991" name="adj"/>
            </a:avLst>
          </a:prstGeom>
          <a:noFill/>
          <a:ln>
            <a:noFill/>
          </a:ln>
        </p:spPr>
      </p:sp>
      <p:sp>
        <p:nvSpPr>
          <p:cNvPr id="671" name="Google Shape;671;p74"/>
          <p:cNvSpPr/>
          <p:nvPr>
            <p:ph idx="8" type="pic"/>
          </p:nvPr>
        </p:nvSpPr>
        <p:spPr>
          <a:xfrm>
            <a:off x="4600862" y="2621586"/>
            <a:ext cx="2107500" cy="2333700"/>
          </a:xfrm>
          <a:prstGeom prst="roundRect">
            <a:avLst>
              <a:gd fmla="val 4991" name="adj"/>
            </a:avLst>
          </a:prstGeom>
          <a:noFill/>
          <a:ln>
            <a:noFill/>
          </a:ln>
        </p:spPr>
      </p:sp>
      <p:sp>
        <p:nvSpPr>
          <p:cNvPr id="672" name="Google Shape;672;p74"/>
          <p:cNvSpPr/>
          <p:nvPr>
            <p:ph idx="9" type="pic"/>
          </p:nvPr>
        </p:nvSpPr>
        <p:spPr>
          <a:xfrm>
            <a:off x="6812495" y="2621586"/>
            <a:ext cx="2107500" cy="2333700"/>
          </a:xfrm>
          <a:prstGeom prst="roundRect">
            <a:avLst>
              <a:gd fmla="val 4991" name="adj"/>
            </a:avLst>
          </a:prstGeom>
          <a:noFill/>
          <a:ln>
            <a:noFill/>
          </a:ln>
        </p:spPr>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Statement Slide_1_1">
    <p:bg>
      <p:bgPr>
        <a:blipFill>
          <a:blip r:embed="rId2">
            <a:alphaModFix/>
          </a:blip>
          <a:stretch>
            <a:fillRect/>
          </a:stretch>
        </a:blipFill>
      </p:bgPr>
    </p:bg>
    <p:spTree>
      <p:nvGrpSpPr>
        <p:cNvPr id="673" name="Shape 673"/>
        <p:cNvGrpSpPr/>
        <p:nvPr/>
      </p:nvGrpSpPr>
      <p:grpSpPr>
        <a:xfrm>
          <a:off x="0" y="0"/>
          <a:ext cx="0" cy="0"/>
          <a:chOff x="0" y="0"/>
          <a:chExt cx="0" cy="0"/>
        </a:xfrm>
      </p:grpSpPr>
      <p:pic>
        <p:nvPicPr>
          <p:cNvPr descr="A white letter on a black background&#10;&#10;Description automatically generated" id="674" name="Google Shape;674;p75"/>
          <p:cNvPicPr preferRelativeResize="0"/>
          <p:nvPr/>
        </p:nvPicPr>
        <p:blipFill rotWithShape="1">
          <a:blip r:embed="rId3">
            <a:alphaModFix/>
          </a:blip>
          <a:srcRect b="0" l="0" r="0" t="0"/>
          <a:stretch/>
        </p:blipFill>
        <p:spPr>
          <a:xfrm>
            <a:off x="8022471" y="238125"/>
            <a:ext cx="789176" cy="202769"/>
          </a:xfrm>
          <a:prstGeom prst="rect">
            <a:avLst/>
          </a:prstGeom>
          <a:noFill/>
          <a:ln>
            <a:noFill/>
          </a:ln>
        </p:spPr>
      </p:pic>
      <p:sp>
        <p:nvSpPr>
          <p:cNvPr id="675" name="Google Shape;675;p75"/>
          <p:cNvSpPr txBox="1"/>
          <p:nvPr/>
        </p:nvSpPr>
        <p:spPr>
          <a:xfrm>
            <a:off x="285750" y="3125777"/>
            <a:ext cx="3648000" cy="865800"/>
          </a:xfrm>
          <a:prstGeom prst="rect">
            <a:avLst/>
          </a:prstGeom>
          <a:noFill/>
          <a:ln>
            <a:noFill/>
          </a:ln>
        </p:spPr>
        <p:txBody>
          <a:bodyPr anchorCtr="0" anchor="t" bIns="17150" lIns="34275" spcFirstLastPara="1" rIns="34275" wrap="square" tIns="17150">
            <a:spAutoFit/>
          </a:bodyPr>
          <a:lstStyle/>
          <a:p>
            <a:pPr indent="0" lvl="0" marL="0" marR="0" rtl="0" algn="l">
              <a:lnSpc>
                <a:spcPct val="90000"/>
              </a:lnSpc>
              <a:spcBef>
                <a:spcPts val="0"/>
              </a:spcBef>
              <a:spcAft>
                <a:spcPts val="0"/>
              </a:spcAft>
              <a:buClr>
                <a:schemeClr val="accent5"/>
              </a:buClr>
              <a:buSzPts val="6000"/>
              <a:buFont typeface="Outfit"/>
              <a:buNone/>
            </a:pPr>
            <a:r>
              <a:rPr lang="en" sz="6000">
                <a:solidFill>
                  <a:schemeClr val="accent5"/>
                </a:solidFill>
                <a:latin typeface="Outfit"/>
                <a:ea typeface="Outfit"/>
                <a:cs typeface="Outfit"/>
                <a:sym typeface="Outfit"/>
              </a:rPr>
              <a:t>Thank you</a:t>
            </a:r>
            <a:endParaRPr sz="500"/>
          </a:p>
        </p:txBody>
      </p:sp>
      <p:sp>
        <p:nvSpPr>
          <p:cNvPr id="676" name="Google Shape;676;p75"/>
          <p:cNvSpPr txBox="1"/>
          <p:nvPr/>
        </p:nvSpPr>
        <p:spPr>
          <a:xfrm>
            <a:off x="482675" y="4436025"/>
            <a:ext cx="1414800" cy="199500"/>
          </a:xfrm>
          <a:prstGeom prst="rect">
            <a:avLst/>
          </a:prstGeom>
          <a:noFill/>
          <a:ln>
            <a:noFill/>
          </a:ln>
        </p:spPr>
        <p:txBody>
          <a:bodyPr anchorCtr="0" anchor="b" bIns="0" lIns="0" spcFirstLastPara="1" rIns="0" wrap="square" tIns="0">
            <a:normAutofit/>
          </a:bodyPr>
          <a:lstStyle/>
          <a:p>
            <a:pPr indent="0" lvl="0" marL="0" rtl="0" algn="l">
              <a:lnSpc>
                <a:spcPct val="28571"/>
              </a:lnSpc>
              <a:spcBef>
                <a:spcPts val="0"/>
              </a:spcBef>
              <a:spcAft>
                <a:spcPts val="0"/>
              </a:spcAft>
              <a:buNone/>
            </a:pPr>
            <a:r>
              <a:rPr lang="en">
                <a:solidFill>
                  <a:srgbClr val="FFFFFF"/>
                </a:solidFill>
                <a:latin typeface="Outfit Light"/>
                <a:ea typeface="Outfit Light"/>
                <a:cs typeface="Outfit Light"/>
                <a:sym typeface="Outfit Light"/>
              </a:rPr>
              <a:t>www.floqast.com</a:t>
            </a:r>
            <a:endParaRPr>
              <a:solidFill>
                <a:srgbClr val="FFFFFF"/>
              </a:solidFill>
              <a:latin typeface="Outfit Light"/>
              <a:ea typeface="Outfit Light"/>
              <a:cs typeface="Outfit Light"/>
              <a:sym typeface="Outfit Light"/>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spTree>
      <p:nvGrpSpPr>
        <p:cNvPr id="677" name="Shape 677"/>
        <p:cNvGrpSpPr/>
        <p:nvPr/>
      </p:nvGrpSpPr>
      <p:grpSpPr>
        <a:xfrm>
          <a:off x="0" y="0"/>
          <a:ext cx="0" cy="0"/>
          <a:chOff x="0" y="0"/>
          <a:chExt cx="0" cy="0"/>
        </a:xfrm>
      </p:grpSpPr>
      <p:pic>
        <p:nvPicPr>
          <p:cNvPr id="678" name="Google Shape;678;p76"/>
          <p:cNvPicPr preferRelativeResize="0"/>
          <p:nvPr/>
        </p:nvPicPr>
        <p:blipFill rotWithShape="1">
          <a:blip r:embed="rId2">
            <a:alphaModFix/>
          </a:blip>
          <a:srcRect b="0" l="0" r="0" t="0"/>
          <a:stretch/>
        </p:blipFill>
        <p:spPr>
          <a:xfrm>
            <a:off x="8022471" y="238125"/>
            <a:ext cx="789176" cy="202769"/>
          </a:xfrm>
          <a:prstGeom prst="rect">
            <a:avLst/>
          </a:prstGeom>
          <a:noFill/>
          <a:ln>
            <a:noFill/>
          </a:ln>
        </p:spPr>
      </p:pic>
      <p:sp>
        <p:nvSpPr>
          <p:cNvPr id="679" name="Google Shape;679;p76"/>
          <p:cNvSpPr txBox="1"/>
          <p:nvPr>
            <p:ph type="title"/>
          </p:nvPr>
        </p:nvSpPr>
        <p:spPr>
          <a:xfrm>
            <a:off x="295955" y="594518"/>
            <a:ext cx="7758900" cy="642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800"/>
              <a:buFont typeface="Outfit"/>
              <a:buNone/>
              <a:defRPr b="0" sz="3800">
                <a:solidFill>
                  <a:schemeClr val="dk1"/>
                </a:solidFill>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85750" y="292100"/>
            <a:ext cx="8524800" cy="994200"/>
          </a:xfrm>
          <a:prstGeom prst="rect">
            <a:avLst/>
          </a:prstGeom>
          <a:noFill/>
          <a:ln>
            <a:noFill/>
          </a:ln>
        </p:spPr>
        <p:txBody>
          <a:bodyPr anchorCtr="0" anchor="ctr" bIns="0" lIns="0" spcFirstLastPara="1" rIns="0" wrap="square" tIns="0">
            <a:normAutofit/>
          </a:bodyPr>
          <a:lstStyle>
            <a:lvl1pPr lvl="0" marR="0" rtl="0" algn="l">
              <a:lnSpc>
                <a:spcPct val="90000"/>
              </a:lnSpc>
              <a:spcBef>
                <a:spcPts val="0"/>
              </a:spcBef>
              <a:spcAft>
                <a:spcPts val="0"/>
              </a:spcAft>
              <a:buClr>
                <a:schemeClr val="dk1"/>
              </a:buClr>
              <a:buSzPts val="3800"/>
              <a:buFont typeface="Outfit"/>
              <a:buNone/>
              <a:defRPr b="0" i="0" sz="3800" u="none" cap="none" strike="noStrike">
                <a:solidFill>
                  <a:schemeClr val="dk1"/>
                </a:solidFill>
                <a:latin typeface="Outfit"/>
                <a:ea typeface="Outfit"/>
                <a:cs typeface="Outfit"/>
                <a:sym typeface="Outfit"/>
              </a:defRPr>
            </a:lvl1pPr>
            <a:lvl2pPr lvl="1">
              <a:spcBef>
                <a:spcPts val="0"/>
              </a:spcBef>
              <a:spcAft>
                <a:spcPts val="0"/>
              </a:spcAft>
              <a:buSzPts val="500"/>
              <a:buNone/>
              <a:defRPr sz="700"/>
            </a:lvl2pPr>
            <a:lvl3pPr lvl="2">
              <a:spcBef>
                <a:spcPts val="0"/>
              </a:spcBef>
              <a:spcAft>
                <a:spcPts val="0"/>
              </a:spcAft>
              <a:buSzPts val="500"/>
              <a:buNone/>
              <a:defRPr sz="700"/>
            </a:lvl3pPr>
            <a:lvl4pPr lvl="3">
              <a:spcBef>
                <a:spcPts val="0"/>
              </a:spcBef>
              <a:spcAft>
                <a:spcPts val="0"/>
              </a:spcAft>
              <a:buSzPts val="500"/>
              <a:buNone/>
              <a:defRPr sz="700"/>
            </a:lvl4pPr>
            <a:lvl5pPr lvl="4">
              <a:spcBef>
                <a:spcPts val="0"/>
              </a:spcBef>
              <a:spcAft>
                <a:spcPts val="0"/>
              </a:spcAft>
              <a:buSzPts val="500"/>
              <a:buNone/>
              <a:defRPr sz="700"/>
            </a:lvl5pPr>
            <a:lvl6pPr lvl="5">
              <a:spcBef>
                <a:spcPts val="0"/>
              </a:spcBef>
              <a:spcAft>
                <a:spcPts val="0"/>
              </a:spcAft>
              <a:buSzPts val="500"/>
              <a:buNone/>
              <a:defRPr sz="700"/>
            </a:lvl6pPr>
            <a:lvl7pPr lvl="6">
              <a:spcBef>
                <a:spcPts val="0"/>
              </a:spcBef>
              <a:spcAft>
                <a:spcPts val="0"/>
              </a:spcAft>
              <a:buSzPts val="500"/>
              <a:buNone/>
              <a:defRPr sz="700"/>
            </a:lvl7pPr>
            <a:lvl8pPr lvl="7">
              <a:spcBef>
                <a:spcPts val="0"/>
              </a:spcBef>
              <a:spcAft>
                <a:spcPts val="0"/>
              </a:spcAft>
              <a:buSzPts val="500"/>
              <a:buNone/>
              <a:defRPr sz="700"/>
            </a:lvl8pPr>
            <a:lvl9pPr lvl="8">
              <a:spcBef>
                <a:spcPts val="0"/>
              </a:spcBef>
              <a:spcAft>
                <a:spcPts val="0"/>
              </a:spcAft>
              <a:buSzPts val="500"/>
              <a:buNone/>
              <a:defRPr sz="700"/>
            </a:lvl9pPr>
          </a:lstStyle>
          <a:p/>
        </p:txBody>
      </p:sp>
      <p:sp>
        <p:nvSpPr>
          <p:cNvPr id="7" name="Google Shape;7;p1"/>
          <p:cNvSpPr txBox="1"/>
          <p:nvPr>
            <p:ph idx="1" type="body"/>
          </p:nvPr>
        </p:nvSpPr>
        <p:spPr>
          <a:xfrm>
            <a:off x="285750" y="1387475"/>
            <a:ext cx="8524800" cy="3263400"/>
          </a:xfrm>
          <a:prstGeom prst="rect">
            <a:avLst/>
          </a:prstGeom>
          <a:noFill/>
          <a:ln>
            <a:noFill/>
          </a:ln>
        </p:spPr>
        <p:txBody>
          <a:bodyPr anchorCtr="0" anchor="t" bIns="0" lIns="0" spcFirstLastPara="1" rIns="0" wrap="square" tIns="0">
            <a:normAutofit/>
          </a:bodyPr>
          <a:lstStyle>
            <a:lvl1pPr indent="-298450" lvl="0" marL="457200" marR="0" rtl="0" algn="l">
              <a:lnSpc>
                <a:spcPct val="110000"/>
              </a:lnSpc>
              <a:spcBef>
                <a:spcPts val="400"/>
              </a:spcBef>
              <a:spcAft>
                <a:spcPts val="0"/>
              </a:spcAft>
              <a:buClr>
                <a:srgbClr val="1B1915"/>
              </a:buClr>
              <a:buSzPts val="1100"/>
              <a:buFont typeface="Arial"/>
              <a:buChar char="•"/>
              <a:defRPr b="0" i="0" sz="1100" u="none" cap="none" strike="noStrike">
                <a:solidFill>
                  <a:srgbClr val="1B1915"/>
                </a:solidFill>
                <a:latin typeface="Outfit Light"/>
                <a:ea typeface="Outfit Light"/>
                <a:cs typeface="Outfit Light"/>
                <a:sym typeface="Outfit Light"/>
              </a:defRPr>
            </a:lvl1pPr>
            <a:lvl2pPr indent="-298450" lvl="1" marL="914400" marR="0" rtl="0" algn="l">
              <a:lnSpc>
                <a:spcPct val="110000"/>
              </a:lnSpc>
              <a:spcBef>
                <a:spcPts val="200"/>
              </a:spcBef>
              <a:spcAft>
                <a:spcPts val="0"/>
              </a:spcAft>
              <a:buClr>
                <a:srgbClr val="1B1915"/>
              </a:buClr>
              <a:buSzPts val="1100"/>
              <a:buFont typeface="Arial"/>
              <a:buChar char="•"/>
              <a:defRPr b="0" i="0" sz="1100" u="none" cap="none" strike="noStrike">
                <a:solidFill>
                  <a:srgbClr val="1B1915"/>
                </a:solidFill>
                <a:latin typeface="Outfit Light"/>
                <a:ea typeface="Outfit Light"/>
                <a:cs typeface="Outfit Light"/>
                <a:sym typeface="Outfit Light"/>
              </a:defRPr>
            </a:lvl2pPr>
            <a:lvl3pPr indent="-285750" lvl="2" marL="1371600" marR="0" rtl="0" algn="l">
              <a:lnSpc>
                <a:spcPct val="110000"/>
              </a:lnSpc>
              <a:spcBef>
                <a:spcPts val="200"/>
              </a:spcBef>
              <a:spcAft>
                <a:spcPts val="0"/>
              </a:spcAft>
              <a:buClr>
                <a:srgbClr val="1B1915"/>
              </a:buClr>
              <a:buSzPts val="900"/>
              <a:buFont typeface="Arial"/>
              <a:buChar char="•"/>
              <a:defRPr b="0" i="0" sz="900" u="none" cap="none" strike="noStrike">
                <a:solidFill>
                  <a:srgbClr val="1B1915"/>
                </a:solidFill>
                <a:latin typeface="Outfit Light"/>
                <a:ea typeface="Outfit Light"/>
                <a:cs typeface="Outfit Light"/>
                <a:sym typeface="Outfit Light"/>
              </a:defRPr>
            </a:lvl3pPr>
            <a:lvl4pPr indent="-279400" lvl="3" marL="1828800" marR="0" rtl="0" algn="l">
              <a:lnSpc>
                <a:spcPct val="110000"/>
              </a:lnSpc>
              <a:spcBef>
                <a:spcPts val="200"/>
              </a:spcBef>
              <a:spcAft>
                <a:spcPts val="0"/>
              </a:spcAft>
              <a:buClr>
                <a:srgbClr val="1B1915"/>
              </a:buClr>
              <a:buSzPts val="800"/>
              <a:buFont typeface="Arial"/>
              <a:buChar char="•"/>
              <a:defRPr b="0" i="0" sz="800" u="none" cap="none" strike="noStrike">
                <a:solidFill>
                  <a:srgbClr val="1B1915"/>
                </a:solidFill>
                <a:latin typeface="Outfit Light"/>
                <a:ea typeface="Outfit Light"/>
                <a:cs typeface="Outfit Light"/>
                <a:sym typeface="Outfit Light"/>
              </a:defRPr>
            </a:lvl4pPr>
            <a:lvl5pPr indent="-279400" lvl="4" marL="2286000" marR="0" rtl="0" algn="l">
              <a:lnSpc>
                <a:spcPct val="110000"/>
              </a:lnSpc>
              <a:spcBef>
                <a:spcPts val="200"/>
              </a:spcBef>
              <a:spcAft>
                <a:spcPts val="0"/>
              </a:spcAft>
              <a:buClr>
                <a:srgbClr val="1B1915"/>
              </a:buClr>
              <a:buSzPts val="800"/>
              <a:buFont typeface="Arial"/>
              <a:buChar char="•"/>
              <a:defRPr b="0" i="0" sz="800" u="none" cap="none" strike="noStrike">
                <a:solidFill>
                  <a:srgbClr val="1B1915"/>
                </a:solidFill>
                <a:latin typeface="Outfit Light"/>
                <a:ea typeface="Outfit Light"/>
                <a:cs typeface="Outfit Light"/>
                <a:sym typeface="Outfit Light"/>
              </a:defRPr>
            </a:lvl5pPr>
            <a:lvl6pPr indent="-273050" lvl="5" marL="2743200" marR="0" rtl="0" algn="l">
              <a:lnSpc>
                <a:spcPct val="90000"/>
              </a:lnSpc>
              <a:spcBef>
                <a:spcPts val="200"/>
              </a:spcBef>
              <a:spcAft>
                <a:spcPts val="0"/>
              </a:spcAft>
              <a:buClr>
                <a:schemeClr val="dk1"/>
              </a:buClr>
              <a:buSzPts val="700"/>
              <a:buFont typeface="Arial"/>
              <a:buChar char="•"/>
              <a:defRPr b="0" i="0" sz="700" u="none" cap="none" strike="noStrike">
                <a:solidFill>
                  <a:schemeClr val="dk1"/>
                </a:solidFill>
                <a:latin typeface="Outfit"/>
                <a:ea typeface="Outfit"/>
                <a:cs typeface="Outfit"/>
                <a:sym typeface="Outfit"/>
              </a:defRPr>
            </a:lvl6pPr>
            <a:lvl7pPr indent="-273050" lvl="6" marL="3200400" marR="0" rtl="0" algn="l">
              <a:lnSpc>
                <a:spcPct val="90000"/>
              </a:lnSpc>
              <a:spcBef>
                <a:spcPts val="200"/>
              </a:spcBef>
              <a:spcAft>
                <a:spcPts val="0"/>
              </a:spcAft>
              <a:buClr>
                <a:schemeClr val="dk1"/>
              </a:buClr>
              <a:buSzPts val="700"/>
              <a:buFont typeface="Arial"/>
              <a:buChar char="•"/>
              <a:defRPr b="0" i="0" sz="700" u="none" cap="none" strike="noStrike">
                <a:solidFill>
                  <a:schemeClr val="dk1"/>
                </a:solidFill>
                <a:latin typeface="Outfit"/>
                <a:ea typeface="Outfit"/>
                <a:cs typeface="Outfit"/>
                <a:sym typeface="Outfit"/>
              </a:defRPr>
            </a:lvl7pPr>
            <a:lvl8pPr indent="-273050" lvl="7" marL="3657600" marR="0" rtl="0" algn="l">
              <a:lnSpc>
                <a:spcPct val="90000"/>
              </a:lnSpc>
              <a:spcBef>
                <a:spcPts val="200"/>
              </a:spcBef>
              <a:spcAft>
                <a:spcPts val="0"/>
              </a:spcAft>
              <a:buClr>
                <a:schemeClr val="dk1"/>
              </a:buClr>
              <a:buSzPts val="700"/>
              <a:buFont typeface="Arial"/>
              <a:buChar char="•"/>
              <a:defRPr b="0" i="0" sz="700" u="none" cap="none" strike="noStrike">
                <a:solidFill>
                  <a:schemeClr val="dk1"/>
                </a:solidFill>
                <a:latin typeface="Outfit"/>
                <a:ea typeface="Outfit"/>
                <a:cs typeface="Outfit"/>
                <a:sym typeface="Outfit"/>
              </a:defRPr>
            </a:lvl8pPr>
            <a:lvl9pPr indent="-273050" lvl="8" marL="4114800" marR="0" rtl="0" algn="l">
              <a:lnSpc>
                <a:spcPct val="90000"/>
              </a:lnSpc>
              <a:spcBef>
                <a:spcPts val="200"/>
              </a:spcBef>
              <a:spcAft>
                <a:spcPts val="0"/>
              </a:spcAft>
              <a:buClr>
                <a:schemeClr val="dk1"/>
              </a:buClr>
              <a:buSzPts val="700"/>
              <a:buFont typeface="Arial"/>
              <a:buChar char="•"/>
              <a:defRPr b="0" i="0" sz="700" u="none" cap="none" strike="noStrike">
                <a:solidFill>
                  <a:schemeClr val="dk1"/>
                </a:solidFill>
                <a:latin typeface="Outfit"/>
                <a:ea typeface="Outfit"/>
                <a:cs typeface="Outfit"/>
                <a:sym typeface="Outfit"/>
              </a:defRPr>
            </a:lvl9pPr>
          </a:lstStyle>
          <a:p/>
        </p:txBody>
      </p:sp>
      <p:sp>
        <p:nvSpPr>
          <p:cNvPr id="8" name="Google Shape;8;p1"/>
          <p:cNvSpPr txBox="1"/>
          <p:nvPr/>
        </p:nvSpPr>
        <p:spPr>
          <a:xfrm>
            <a:off x="5932817" y="3545457"/>
            <a:ext cx="69300" cy="284100"/>
          </a:xfrm>
          <a:prstGeom prst="rect">
            <a:avLst/>
          </a:prstGeom>
          <a:noFill/>
          <a:ln>
            <a:noFill/>
          </a:ln>
        </p:spPr>
        <p:txBody>
          <a:bodyPr anchorCtr="0" anchor="t" bIns="17150" lIns="34275" spcFirstLastPara="1" rIns="34275" wrap="square" tIns="17150">
            <a:spAutoFit/>
          </a:bodyPr>
          <a:lstStyle/>
          <a:p>
            <a:pPr indent="0" lvl="0" marL="0" marR="0" rtl="0" algn="l">
              <a:lnSpc>
                <a:spcPct val="90000"/>
              </a:lnSpc>
              <a:spcBef>
                <a:spcPts val="0"/>
              </a:spcBef>
              <a:spcAft>
                <a:spcPts val="0"/>
              </a:spcAft>
              <a:buClr>
                <a:srgbClr val="000000"/>
              </a:buClr>
              <a:buSzPts val="1800"/>
              <a:buFont typeface="Outfit"/>
              <a:buNone/>
            </a:pPr>
            <a:r>
              <a:t/>
            </a:r>
            <a:endParaRPr b="0" i="0" sz="1800" u="none" cap="none" strike="noStrike">
              <a:solidFill>
                <a:srgbClr val="000000"/>
              </a:solidFill>
              <a:latin typeface="Outfit"/>
              <a:ea typeface="Outfit"/>
              <a:cs typeface="Outfit"/>
              <a:sym typeface="Outfit"/>
            </a:endParaRPr>
          </a:p>
        </p:txBody>
      </p:sp>
      <p:sp>
        <p:nvSpPr>
          <p:cNvPr id="9" name="Google Shape;9;p1"/>
          <p:cNvSpPr txBox="1"/>
          <p:nvPr>
            <p:ph idx="12" type="sldNum"/>
          </p:nvPr>
        </p:nvSpPr>
        <p:spPr>
          <a:xfrm>
            <a:off x="6753225" y="4767263"/>
            <a:ext cx="2057400" cy="185700"/>
          </a:xfrm>
          <a:prstGeom prst="rect">
            <a:avLst/>
          </a:prstGeom>
          <a:noFill/>
          <a:ln>
            <a:noFill/>
          </a:ln>
        </p:spPr>
        <p:txBody>
          <a:bodyPr anchorCtr="0" anchor="b" bIns="0" lIns="0" spcFirstLastPara="1" rIns="0" wrap="square" tIns="0">
            <a:noAutofit/>
          </a:bodyPr>
          <a:lstStyle>
            <a:lvl1pPr indent="0" lvl="0" marL="0" marR="0" rtl="0" algn="r">
              <a:lnSpc>
                <a:spcPct val="90000"/>
              </a:lnSpc>
              <a:spcBef>
                <a:spcPts val="0"/>
              </a:spcBef>
              <a:spcAft>
                <a:spcPts val="0"/>
              </a:spcAft>
              <a:buClr>
                <a:schemeClr val="dk1"/>
              </a:buClr>
              <a:buSzPts val="500"/>
              <a:buFont typeface="Outfit"/>
              <a:buNone/>
              <a:defRPr b="0" i="0" sz="500" u="none" cap="none" strike="noStrike">
                <a:solidFill>
                  <a:schemeClr val="dk1"/>
                </a:solidFill>
                <a:latin typeface="Outfit"/>
                <a:ea typeface="Outfit"/>
                <a:cs typeface="Outfit"/>
                <a:sym typeface="Outfit"/>
              </a:defRPr>
            </a:lvl1pPr>
            <a:lvl2pPr indent="0" lvl="1" marL="0" marR="0" rtl="0" algn="r">
              <a:lnSpc>
                <a:spcPct val="90000"/>
              </a:lnSpc>
              <a:spcBef>
                <a:spcPts val="0"/>
              </a:spcBef>
              <a:spcAft>
                <a:spcPts val="0"/>
              </a:spcAft>
              <a:buClr>
                <a:schemeClr val="dk1"/>
              </a:buClr>
              <a:buSzPts val="500"/>
              <a:buFont typeface="Outfit"/>
              <a:buNone/>
              <a:defRPr b="0" i="0" sz="500" u="none" cap="none" strike="noStrike">
                <a:solidFill>
                  <a:schemeClr val="dk1"/>
                </a:solidFill>
                <a:latin typeface="Outfit"/>
                <a:ea typeface="Outfit"/>
                <a:cs typeface="Outfit"/>
                <a:sym typeface="Outfit"/>
              </a:defRPr>
            </a:lvl2pPr>
            <a:lvl3pPr indent="0" lvl="2" marL="0" marR="0" rtl="0" algn="r">
              <a:lnSpc>
                <a:spcPct val="90000"/>
              </a:lnSpc>
              <a:spcBef>
                <a:spcPts val="0"/>
              </a:spcBef>
              <a:spcAft>
                <a:spcPts val="0"/>
              </a:spcAft>
              <a:buClr>
                <a:schemeClr val="dk1"/>
              </a:buClr>
              <a:buSzPts val="500"/>
              <a:buFont typeface="Outfit"/>
              <a:buNone/>
              <a:defRPr b="0" i="0" sz="500" u="none" cap="none" strike="noStrike">
                <a:solidFill>
                  <a:schemeClr val="dk1"/>
                </a:solidFill>
                <a:latin typeface="Outfit"/>
                <a:ea typeface="Outfit"/>
                <a:cs typeface="Outfit"/>
                <a:sym typeface="Outfit"/>
              </a:defRPr>
            </a:lvl3pPr>
            <a:lvl4pPr indent="0" lvl="3" marL="0" marR="0" rtl="0" algn="r">
              <a:lnSpc>
                <a:spcPct val="90000"/>
              </a:lnSpc>
              <a:spcBef>
                <a:spcPts val="0"/>
              </a:spcBef>
              <a:spcAft>
                <a:spcPts val="0"/>
              </a:spcAft>
              <a:buClr>
                <a:schemeClr val="dk1"/>
              </a:buClr>
              <a:buSzPts val="500"/>
              <a:buFont typeface="Outfit"/>
              <a:buNone/>
              <a:defRPr b="0" i="0" sz="500" u="none" cap="none" strike="noStrike">
                <a:solidFill>
                  <a:schemeClr val="dk1"/>
                </a:solidFill>
                <a:latin typeface="Outfit"/>
                <a:ea typeface="Outfit"/>
                <a:cs typeface="Outfit"/>
                <a:sym typeface="Outfit"/>
              </a:defRPr>
            </a:lvl4pPr>
            <a:lvl5pPr indent="0" lvl="4" marL="0" marR="0" rtl="0" algn="r">
              <a:lnSpc>
                <a:spcPct val="90000"/>
              </a:lnSpc>
              <a:spcBef>
                <a:spcPts val="0"/>
              </a:spcBef>
              <a:spcAft>
                <a:spcPts val="0"/>
              </a:spcAft>
              <a:buClr>
                <a:schemeClr val="dk1"/>
              </a:buClr>
              <a:buSzPts val="500"/>
              <a:buFont typeface="Outfit"/>
              <a:buNone/>
              <a:defRPr b="0" i="0" sz="500" u="none" cap="none" strike="noStrike">
                <a:solidFill>
                  <a:schemeClr val="dk1"/>
                </a:solidFill>
                <a:latin typeface="Outfit"/>
                <a:ea typeface="Outfit"/>
                <a:cs typeface="Outfit"/>
                <a:sym typeface="Outfit"/>
              </a:defRPr>
            </a:lvl5pPr>
            <a:lvl6pPr indent="0" lvl="5" marL="0" marR="0" rtl="0" algn="r">
              <a:lnSpc>
                <a:spcPct val="90000"/>
              </a:lnSpc>
              <a:spcBef>
                <a:spcPts val="0"/>
              </a:spcBef>
              <a:spcAft>
                <a:spcPts val="0"/>
              </a:spcAft>
              <a:buClr>
                <a:schemeClr val="dk1"/>
              </a:buClr>
              <a:buSzPts val="500"/>
              <a:buFont typeface="Outfit"/>
              <a:buNone/>
              <a:defRPr b="0" i="0" sz="500" u="none" cap="none" strike="noStrike">
                <a:solidFill>
                  <a:schemeClr val="dk1"/>
                </a:solidFill>
                <a:latin typeface="Outfit"/>
                <a:ea typeface="Outfit"/>
                <a:cs typeface="Outfit"/>
                <a:sym typeface="Outfit"/>
              </a:defRPr>
            </a:lvl6pPr>
            <a:lvl7pPr indent="0" lvl="6" marL="0" marR="0" rtl="0" algn="r">
              <a:lnSpc>
                <a:spcPct val="90000"/>
              </a:lnSpc>
              <a:spcBef>
                <a:spcPts val="0"/>
              </a:spcBef>
              <a:spcAft>
                <a:spcPts val="0"/>
              </a:spcAft>
              <a:buClr>
                <a:schemeClr val="dk1"/>
              </a:buClr>
              <a:buSzPts val="500"/>
              <a:buFont typeface="Outfit"/>
              <a:buNone/>
              <a:defRPr b="0" i="0" sz="500" u="none" cap="none" strike="noStrike">
                <a:solidFill>
                  <a:schemeClr val="dk1"/>
                </a:solidFill>
                <a:latin typeface="Outfit"/>
                <a:ea typeface="Outfit"/>
                <a:cs typeface="Outfit"/>
                <a:sym typeface="Outfit"/>
              </a:defRPr>
            </a:lvl7pPr>
            <a:lvl8pPr indent="0" lvl="7" marL="0" marR="0" rtl="0" algn="r">
              <a:lnSpc>
                <a:spcPct val="90000"/>
              </a:lnSpc>
              <a:spcBef>
                <a:spcPts val="0"/>
              </a:spcBef>
              <a:spcAft>
                <a:spcPts val="0"/>
              </a:spcAft>
              <a:buClr>
                <a:schemeClr val="dk1"/>
              </a:buClr>
              <a:buSzPts val="500"/>
              <a:buFont typeface="Outfit"/>
              <a:buNone/>
              <a:defRPr b="0" i="0" sz="500" u="none" cap="none" strike="noStrike">
                <a:solidFill>
                  <a:schemeClr val="dk1"/>
                </a:solidFill>
                <a:latin typeface="Outfit"/>
                <a:ea typeface="Outfit"/>
                <a:cs typeface="Outfit"/>
                <a:sym typeface="Outfit"/>
              </a:defRPr>
            </a:lvl8pPr>
            <a:lvl9pPr indent="0" lvl="8" marL="0" marR="0" rtl="0" algn="r">
              <a:lnSpc>
                <a:spcPct val="90000"/>
              </a:lnSpc>
              <a:spcBef>
                <a:spcPts val="0"/>
              </a:spcBef>
              <a:spcAft>
                <a:spcPts val="0"/>
              </a:spcAft>
              <a:buClr>
                <a:schemeClr val="dk1"/>
              </a:buClr>
              <a:buSzPts val="500"/>
              <a:buFont typeface="Outfit"/>
              <a:buNone/>
              <a:defRPr b="0" i="0" sz="500" u="none" cap="none" strike="noStrike">
                <a:solidFill>
                  <a:schemeClr val="dk1"/>
                </a:solidFill>
                <a:latin typeface="Outfit"/>
                <a:ea typeface="Outfit"/>
                <a:cs typeface="Outfit"/>
                <a:sym typeface="Outfit"/>
              </a:defRPr>
            </a:lvl9pPr>
          </a:lstStyle>
          <a:p>
            <a:pPr indent="0" lvl="0" marL="0" rtl="0" algn="r">
              <a:spcBef>
                <a:spcPts val="0"/>
              </a:spcBef>
              <a:spcAft>
                <a:spcPts val="0"/>
              </a:spcAft>
              <a:buNone/>
            </a:pPr>
            <a:fld id="{00000000-1234-1234-1234-123412341234}" type="slidenum">
              <a:rPr lang="en"/>
              <a:t>‹#›</a:t>
            </a:fld>
            <a:endParaRPr/>
          </a:p>
        </p:txBody>
      </p:sp>
      <p:sp>
        <p:nvSpPr>
          <p:cNvPr id="10" name="Google Shape;10;p1"/>
          <p:cNvSpPr txBox="1"/>
          <p:nvPr>
            <p:ph idx="10" type="dt"/>
          </p:nvPr>
        </p:nvSpPr>
        <p:spPr>
          <a:xfrm>
            <a:off x="285750" y="4753346"/>
            <a:ext cx="2057400" cy="199800"/>
          </a:xfrm>
          <a:prstGeom prst="rect">
            <a:avLst/>
          </a:prstGeom>
          <a:noFill/>
          <a:ln>
            <a:noFill/>
          </a:ln>
        </p:spPr>
        <p:txBody>
          <a:bodyPr anchorCtr="0" anchor="b" bIns="0" lIns="0" spcFirstLastPara="1" rIns="0" wrap="square" tIns="0">
            <a:noAutofit/>
          </a:bodyPr>
          <a:lstStyle>
            <a:lvl1pPr lvl="0" marR="0" rtl="0" algn="l">
              <a:lnSpc>
                <a:spcPct val="90000"/>
              </a:lnSpc>
              <a:spcBef>
                <a:spcPts val="1700"/>
              </a:spcBef>
              <a:spcAft>
                <a:spcPts val="0"/>
              </a:spcAft>
              <a:buClr>
                <a:schemeClr val="dk1"/>
              </a:buClr>
              <a:buSzPts val="500"/>
              <a:buFont typeface="Outfit"/>
              <a:buNone/>
              <a:defRPr b="0" i="0" sz="500" u="none" cap="none" strike="noStrike">
                <a:solidFill>
                  <a:schemeClr val="dk1"/>
                </a:solidFill>
                <a:latin typeface="Outfit"/>
                <a:ea typeface="Outfit"/>
                <a:cs typeface="Outfit"/>
                <a:sym typeface="Outfit"/>
              </a:defRPr>
            </a:lvl1pPr>
            <a:lvl2pPr lvl="1" marR="0" rtl="0" algn="l">
              <a:lnSpc>
                <a:spcPct val="90000"/>
              </a:lnSpc>
              <a:spcBef>
                <a:spcPts val="1700"/>
              </a:spcBef>
              <a:spcAft>
                <a:spcPts val="0"/>
              </a:spcAft>
              <a:buClr>
                <a:srgbClr val="000000"/>
              </a:buClr>
              <a:buSzPts val="1800"/>
              <a:buFont typeface="Outfit"/>
              <a:buNone/>
              <a:defRPr b="0" i="0" sz="1800" u="none" cap="none" strike="noStrike">
                <a:solidFill>
                  <a:srgbClr val="000000"/>
                </a:solidFill>
                <a:latin typeface="Outfit"/>
                <a:ea typeface="Outfit"/>
                <a:cs typeface="Outfit"/>
                <a:sym typeface="Outfit"/>
              </a:defRPr>
            </a:lvl2pPr>
            <a:lvl3pPr lvl="2" marR="0" rtl="0" algn="l">
              <a:lnSpc>
                <a:spcPct val="90000"/>
              </a:lnSpc>
              <a:spcBef>
                <a:spcPts val="1700"/>
              </a:spcBef>
              <a:spcAft>
                <a:spcPts val="0"/>
              </a:spcAft>
              <a:buClr>
                <a:srgbClr val="000000"/>
              </a:buClr>
              <a:buSzPts val="1800"/>
              <a:buFont typeface="Outfit"/>
              <a:buNone/>
              <a:defRPr b="0" i="0" sz="1800" u="none" cap="none" strike="noStrike">
                <a:solidFill>
                  <a:srgbClr val="000000"/>
                </a:solidFill>
                <a:latin typeface="Outfit"/>
                <a:ea typeface="Outfit"/>
                <a:cs typeface="Outfit"/>
                <a:sym typeface="Outfit"/>
              </a:defRPr>
            </a:lvl3pPr>
            <a:lvl4pPr lvl="3" marR="0" rtl="0" algn="l">
              <a:lnSpc>
                <a:spcPct val="90000"/>
              </a:lnSpc>
              <a:spcBef>
                <a:spcPts val="1700"/>
              </a:spcBef>
              <a:spcAft>
                <a:spcPts val="0"/>
              </a:spcAft>
              <a:buClr>
                <a:srgbClr val="000000"/>
              </a:buClr>
              <a:buSzPts val="1800"/>
              <a:buFont typeface="Outfit"/>
              <a:buNone/>
              <a:defRPr b="0" i="0" sz="1800" u="none" cap="none" strike="noStrike">
                <a:solidFill>
                  <a:srgbClr val="000000"/>
                </a:solidFill>
                <a:latin typeface="Outfit"/>
                <a:ea typeface="Outfit"/>
                <a:cs typeface="Outfit"/>
                <a:sym typeface="Outfit"/>
              </a:defRPr>
            </a:lvl4pPr>
            <a:lvl5pPr lvl="4" marR="0" rtl="0" algn="l">
              <a:lnSpc>
                <a:spcPct val="90000"/>
              </a:lnSpc>
              <a:spcBef>
                <a:spcPts val="1700"/>
              </a:spcBef>
              <a:spcAft>
                <a:spcPts val="0"/>
              </a:spcAft>
              <a:buClr>
                <a:srgbClr val="000000"/>
              </a:buClr>
              <a:buSzPts val="1800"/>
              <a:buFont typeface="Outfit"/>
              <a:buNone/>
              <a:defRPr b="0" i="0" sz="1800" u="none" cap="none" strike="noStrike">
                <a:solidFill>
                  <a:srgbClr val="000000"/>
                </a:solidFill>
                <a:latin typeface="Outfit"/>
                <a:ea typeface="Outfit"/>
                <a:cs typeface="Outfit"/>
                <a:sym typeface="Outfit"/>
              </a:defRPr>
            </a:lvl5pPr>
            <a:lvl6pPr lvl="5" marR="0" rtl="0" algn="l">
              <a:lnSpc>
                <a:spcPct val="90000"/>
              </a:lnSpc>
              <a:spcBef>
                <a:spcPts val="1700"/>
              </a:spcBef>
              <a:spcAft>
                <a:spcPts val="0"/>
              </a:spcAft>
              <a:buClr>
                <a:srgbClr val="000000"/>
              </a:buClr>
              <a:buSzPts val="1800"/>
              <a:buFont typeface="Outfit"/>
              <a:buNone/>
              <a:defRPr b="0" i="0" sz="1800" u="none" cap="none" strike="noStrike">
                <a:solidFill>
                  <a:srgbClr val="000000"/>
                </a:solidFill>
                <a:latin typeface="Outfit"/>
                <a:ea typeface="Outfit"/>
                <a:cs typeface="Outfit"/>
                <a:sym typeface="Outfit"/>
              </a:defRPr>
            </a:lvl6pPr>
            <a:lvl7pPr lvl="6" marR="0" rtl="0" algn="l">
              <a:lnSpc>
                <a:spcPct val="90000"/>
              </a:lnSpc>
              <a:spcBef>
                <a:spcPts val="1700"/>
              </a:spcBef>
              <a:spcAft>
                <a:spcPts val="0"/>
              </a:spcAft>
              <a:buClr>
                <a:srgbClr val="000000"/>
              </a:buClr>
              <a:buSzPts val="1800"/>
              <a:buFont typeface="Outfit"/>
              <a:buNone/>
              <a:defRPr b="0" i="0" sz="1800" u="none" cap="none" strike="noStrike">
                <a:solidFill>
                  <a:srgbClr val="000000"/>
                </a:solidFill>
                <a:latin typeface="Outfit"/>
                <a:ea typeface="Outfit"/>
                <a:cs typeface="Outfit"/>
                <a:sym typeface="Outfit"/>
              </a:defRPr>
            </a:lvl7pPr>
            <a:lvl8pPr lvl="7" marR="0" rtl="0" algn="l">
              <a:lnSpc>
                <a:spcPct val="90000"/>
              </a:lnSpc>
              <a:spcBef>
                <a:spcPts val="1700"/>
              </a:spcBef>
              <a:spcAft>
                <a:spcPts val="0"/>
              </a:spcAft>
              <a:buClr>
                <a:srgbClr val="000000"/>
              </a:buClr>
              <a:buSzPts val="1800"/>
              <a:buFont typeface="Outfit"/>
              <a:buNone/>
              <a:defRPr b="0" i="0" sz="1800" u="none" cap="none" strike="noStrike">
                <a:solidFill>
                  <a:srgbClr val="000000"/>
                </a:solidFill>
                <a:latin typeface="Outfit"/>
                <a:ea typeface="Outfit"/>
                <a:cs typeface="Outfit"/>
                <a:sym typeface="Outfit"/>
              </a:defRPr>
            </a:lvl8pPr>
            <a:lvl9pPr lvl="8" marR="0" rtl="0" algn="l">
              <a:lnSpc>
                <a:spcPct val="90000"/>
              </a:lnSpc>
              <a:spcBef>
                <a:spcPts val="1700"/>
              </a:spcBef>
              <a:spcAft>
                <a:spcPts val="0"/>
              </a:spcAft>
              <a:buClr>
                <a:srgbClr val="000000"/>
              </a:buClr>
              <a:buSzPts val="1800"/>
              <a:buFont typeface="Outfit"/>
              <a:buNone/>
              <a:defRPr b="0" i="0" sz="1800" u="none" cap="none" strike="noStrike">
                <a:solidFill>
                  <a:srgbClr val="000000"/>
                </a:solidFill>
                <a:latin typeface="Outfit"/>
                <a:ea typeface="Outfit"/>
                <a:cs typeface="Outfit"/>
                <a:sym typeface="Outfi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 id="2147483719" r:id="rId72"/>
    <p:sldLayoutId id="2147483720" r:id="rId73"/>
    <p:sldLayoutId id="2147483721" r:id="rId74"/>
    <p:sldLayoutId id="2147483722" r:id="rId7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15:clr>
            <a:srgbClr val="F26B43"/>
          </p15:clr>
        </p15:guide>
        <p15:guide id="2" pos="5760">
          <p15:clr>
            <a:srgbClr val="F26B43"/>
          </p15:clr>
        </p15:guide>
        <p15:guide id="3" pos="180">
          <p15:clr>
            <a:srgbClr val="F26B43"/>
          </p15:clr>
        </p15:guide>
        <p15:guide id="4" pos="2865">
          <p15:clr>
            <a:srgbClr val="F26B43"/>
          </p15:clr>
        </p15:guide>
        <p15:guide id="5" pos="5550">
          <p15:clr>
            <a:srgbClr val="F26B43"/>
          </p15:clr>
        </p15:guide>
        <p15:guide id="6" orient="horz">
          <p15:clr>
            <a:srgbClr val="F26B43"/>
          </p15:clr>
        </p15:guide>
        <p15:guide id="7" orient="horz" pos="3240">
          <p15:clr>
            <a:srgbClr val="F26B43"/>
          </p15:clr>
        </p15:guide>
        <p15:guide id="8" orient="horz" pos="180">
          <p15:clr>
            <a:srgbClr val="F26B43"/>
          </p15:clr>
        </p15:guide>
        <p15:guide id="9" orient="horz" pos="1650">
          <p15:clr>
            <a:srgbClr val="F26B43"/>
          </p15:clr>
        </p15:guide>
        <p15:guide id="10" orient="horz" pos="312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19.png"/><Relationship Id="rId4" Type="http://schemas.openxmlformats.org/officeDocument/2006/relationships/image" Target="../media/image16.png"/><Relationship Id="rId5" Type="http://schemas.openxmlformats.org/officeDocument/2006/relationships/image" Target="../media/image21.png"/><Relationship Id="rId6" Type="http://schemas.openxmlformats.org/officeDocument/2006/relationships/image" Target="../media/image17.png"/><Relationship Id="rId7" Type="http://schemas.openxmlformats.org/officeDocument/2006/relationships/image" Target="../media/image22.png"/><Relationship Id="rId8" Type="http://schemas.openxmlformats.org/officeDocument/2006/relationships/image" Target="../media/image18.png"/><Relationship Id="rId9" Type="http://schemas.openxmlformats.org/officeDocument/2006/relationships/image" Target="../media/image23.png"/><Relationship Id="rId10" Type="http://schemas.openxmlformats.org/officeDocument/2006/relationships/image" Target="../media/image24.png"/><Relationship Id="rId11" Type="http://schemas.openxmlformats.org/officeDocument/2006/relationships/image" Target="../media/image33.png"/><Relationship Id="rId12" Type="http://schemas.openxmlformats.org/officeDocument/2006/relationships/image" Target="../media/image26.png"/><Relationship Id="rId13" Type="http://schemas.openxmlformats.org/officeDocument/2006/relationships/image" Target="../media/image29.png"/><Relationship Id="rId14" Type="http://schemas.openxmlformats.org/officeDocument/2006/relationships/image" Target="../media/image32.png"/><Relationship Id="rId15" Type="http://schemas.openxmlformats.org/officeDocument/2006/relationships/image" Target="../media/image27.png"/><Relationship Id="rId16" Type="http://schemas.openxmlformats.org/officeDocument/2006/relationships/image" Target="../media/image42.png"/><Relationship Id="rId17" Type="http://schemas.openxmlformats.org/officeDocument/2006/relationships/image" Target="../media/image25.png"/><Relationship Id="rId18" Type="http://schemas.openxmlformats.org/officeDocument/2006/relationships/image" Target="../media/image30.png"/><Relationship Id="rId19" Type="http://schemas.openxmlformats.org/officeDocument/2006/relationships/image" Target="../media/image41.png"/><Relationship Id="rId20" Type="http://schemas.openxmlformats.org/officeDocument/2006/relationships/image" Target="../media/image31.png"/><Relationship Id="rId21" Type="http://schemas.openxmlformats.org/officeDocument/2006/relationships/image" Target="../media/image48.png"/><Relationship Id="rId22" Type="http://schemas.openxmlformats.org/officeDocument/2006/relationships/image" Target="../media/image28.png"/><Relationship Id="rId23" Type="http://schemas.openxmlformats.org/officeDocument/2006/relationships/image" Target="../media/image66.png"/><Relationship Id="rId24" Type="http://schemas.openxmlformats.org/officeDocument/2006/relationships/image" Target="../media/image40.png"/><Relationship Id="rId25" Type="http://schemas.openxmlformats.org/officeDocument/2006/relationships/image" Target="../media/image39.png"/><Relationship Id="rId26" Type="http://schemas.openxmlformats.org/officeDocument/2006/relationships/image" Target="../media/image34.png"/><Relationship Id="rId27" Type="http://schemas.openxmlformats.org/officeDocument/2006/relationships/image" Target="../media/image38.png"/><Relationship Id="rId28" Type="http://schemas.openxmlformats.org/officeDocument/2006/relationships/image" Target="../media/image60.png"/><Relationship Id="rId29" Type="http://schemas.openxmlformats.org/officeDocument/2006/relationships/image" Target="../media/image43.png"/><Relationship Id="rId30" Type="http://schemas.openxmlformats.org/officeDocument/2006/relationships/hyperlink" Target="https://drive.google.com/drive/folders/135Tuqcy2DpltfNrpJXZmHtgE19XtPbJl?usp=drive_link"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 Id="rId3" Type="http://schemas.openxmlformats.org/officeDocument/2006/relationships/image" Target="../media/image55.png"/><Relationship Id="rId4" Type="http://schemas.openxmlformats.org/officeDocument/2006/relationships/image" Target="../media/image45.png"/><Relationship Id="rId5" Type="http://schemas.openxmlformats.org/officeDocument/2006/relationships/image" Target="../media/image44.png"/><Relationship Id="rId6" Type="http://schemas.openxmlformats.org/officeDocument/2006/relationships/image" Target="../media/image53.png"/><Relationship Id="rId7" Type="http://schemas.openxmlformats.org/officeDocument/2006/relationships/image" Target="../media/image49.png"/><Relationship Id="rId8" Type="http://schemas.openxmlformats.org/officeDocument/2006/relationships/image" Target="../media/image46.png"/><Relationship Id="rId9" Type="http://schemas.openxmlformats.org/officeDocument/2006/relationships/image" Target="../media/image52.png"/><Relationship Id="rId10" Type="http://schemas.openxmlformats.org/officeDocument/2006/relationships/image" Target="../media/image51.png"/><Relationship Id="rId11" Type="http://schemas.openxmlformats.org/officeDocument/2006/relationships/image" Target="../media/image47.png"/><Relationship Id="rId12" Type="http://schemas.openxmlformats.org/officeDocument/2006/relationships/image" Target="../media/image67.png"/><Relationship Id="rId13" Type="http://schemas.openxmlformats.org/officeDocument/2006/relationships/image" Target="../media/image50.png"/><Relationship Id="rId14" Type="http://schemas.openxmlformats.org/officeDocument/2006/relationships/image" Target="../media/image58.png"/><Relationship Id="rId15" Type="http://schemas.openxmlformats.org/officeDocument/2006/relationships/image" Target="../media/image57.png"/><Relationship Id="rId16" Type="http://schemas.openxmlformats.org/officeDocument/2006/relationships/image" Target="../media/image59.png"/><Relationship Id="rId17" Type="http://schemas.openxmlformats.org/officeDocument/2006/relationships/image" Target="../media/image63.png"/><Relationship Id="rId18" Type="http://schemas.openxmlformats.org/officeDocument/2006/relationships/image" Target="../media/image68.png"/><Relationship Id="rId19" Type="http://schemas.openxmlformats.org/officeDocument/2006/relationships/image" Target="../media/image54.png"/><Relationship Id="rId20" Type="http://schemas.openxmlformats.org/officeDocument/2006/relationships/hyperlink" Target="https://drive.google.com/drive/folders/135Tuqcy2DpltfNrpJXZmHtgE19XtPbJl?usp=drive_link"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 Id="rId3" Type="http://schemas.openxmlformats.org/officeDocument/2006/relationships/image" Target="../media/image47.png"/><Relationship Id="rId4" Type="http://schemas.openxmlformats.org/officeDocument/2006/relationships/image" Target="../media/image6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9.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8.xml"/><Relationship Id="rId3" Type="http://schemas.openxmlformats.org/officeDocument/2006/relationships/image" Target="../media/image6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9.xml"/><Relationship Id="rId3" Type="http://schemas.openxmlformats.org/officeDocument/2006/relationships/image" Target="../media/image6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10.xml"/><Relationship Id="rId3" Type="http://schemas.openxmlformats.org/officeDocument/2006/relationships/image" Target="../media/image5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11.xml"/><Relationship Id="rId3" Type="http://schemas.openxmlformats.org/officeDocument/2006/relationships/image" Target="../media/image6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77"/>
          <p:cNvSpPr txBox="1"/>
          <p:nvPr>
            <p:ph type="title"/>
          </p:nvPr>
        </p:nvSpPr>
        <p:spPr>
          <a:xfrm>
            <a:off x="293039" y="1202902"/>
            <a:ext cx="7403700" cy="2737800"/>
          </a:xfrm>
          <a:prstGeom prst="rect">
            <a:avLst/>
          </a:prstGeom>
          <a:noFill/>
          <a:ln>
            <a:noFill/>
          </a:ln>
        </p:spPr>
        <p:txBody>
          <a:bodyPr anchorCtr="0" anchor="b" bIns="0" lIns="0" spcFirstLastPara="1" rIns="0" wrap="square" tIns="0">
            <a:normAutofit/>
          </a:bodyPr>
          <a:lstStyle/>
          <a:p>
            <a:pPr indent="0" lvl="0" marL="0" rtl="0" algn="l">
              <a:lnSpc>
                <a:spcPct val="90000"/>
              </a:lnSpc>
              <a:spcBef>
                <a:spcPts val="0"/>
              </a:spcBef>
              <a:spcAft>
                <a:spcPts val="0"/>
              </a:spcAft>
              <a:buClr>
                <a:srgbClr val="FFFFFF"/>
              </a:buClr>
              <a:buSzPts val="6000"/>
              <a:buFont typeface="Arial"/>
              <a:buNone/>
            </a:pPr>
            <a:r>
              <a:rPr lang="en"/>
              <a:t>FQ 2025 </a:t>
            </a:r>
            <a:br>
              <a:rPr lang="en"/>
            </a:br>
            <a:r>
              <a:rPr lang="en"/>
              <a:t>Deck Template</a:t>
            </a:r>
            <a:endParaRPr/>
          </a:p>
        </p:txBody>
      </p:sp>
      <p:sp>
        <p:nvSpPr>
          <p:cNvPr id="685" name="Google Shape;685;p77"/>
          <p:cNvSpPr txBox="1"/>
          <p:nvPr>
            <p:ph idx="1" type="body"/>
          </p:nvPr>
        </p:nvSpPr>
        <p:spPr>
          <a:xfrm>
            <a:off x="293039" y="4508093"/>
            <a:ext cx="7407900" cy="2496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accent5"/>
              </a:buClr>
              <a:buSzPts val="1200"/>
              <a:buFont typeface="Arial"/>
              <a:buNone/>
            </a:pPr>
            <a:r>
              <a:rPr lang="en"/>
              <a:t>Brand Team</a:t>
            </a:r>
            <a:endParaRPr/>
          </a:p>
        </p:txBody>
      </p:sp>
      <p:sp>
        <p:nvSpPr>
          <p:cNvPr id="686" name="Google Shape;686;p77"/>
          <p:cNvSpPr txBox="1"/>
          <p:nvPr>
            <p:ph idx="2" type="body"/>
          </p:nvPr>
        </p:nvSpPr>
        <p:spPr>
          <a:xfrm>
            <a:off x="293039" y="4765268"/>
            <a:ext cx="7407900" cy="1854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accent5"/>
              </a:buClr>
              <a:buSzPts val="900"/>
              <a:buFont typeface="Arial"/>
              <a:buNone/>
            </a:pPr>
            <a:r>
              <a:rPr lang="en"/>
              <a:t>March 2025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78"/>
          <p:cNvSpPr txBox="1"/>
          <p:nvPr>
            <p:ph idx="1" type="body"/>
          </p:nvPr>
        </p:nvSpPr>
        <p:spPr>
          <a:xfrm>
            <a:off x="295950" y="1915675"/>
            <a:ext cx="7574700" cy="3849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1915"/>
              </a:buClr>
              <a:buSzPts val="1100"/>
              <a:buNone/>
            </a:pPr>
            <a:r>
              <a:rPr lang="en"/>
              <a:t>Most importantly, </a:t>
            </a:r>
            <a:r>
              <a:rPr lang="en">
                <a:solidFill>
                  <a:schemeClr val="dk1"/>
                </a:solidFill>
                <a:latin typeface="Outfit Medium"/>
                <a:ea typeface="Outfit Medium"/>
                <a:cs typeface="Outfit Medium"/>
                <a:sym typeface="Outfit Medium"/>
              </a:rPr>
              <a:t>welcome to the new FQ deck template! </a:t>
            </a:r>
            <a:endParaRPr>
              <a:latin typeface="Outfit"/>
              <a:ea typeface="Outfit"/>
              <a:cs typeface="Outfit"/>
              <a:sym typeface="Outfit"/>
            </a:endParaRPr>
          </a:p>
        </p:txBody>
      </p:sp>
      <p:sp>
        <p:nvSpPr>
          <p:cNvPr id="692" name="Google Shape;692;p78"/>
          <p:cNvSpPr txBox="1"/>
          <p:nvPr>
            <p:ph idx="2" type="body"/>
          </p:nvPr>
        </p:nvSpPr>
        <p:spPr>
          <a:xfrm>
            <a:off x="295955" y="1521619"/>
            <a:ext cx="7758900" cy="233700"/>
          </a:xfrm>
          <a:prstGeom prst="rect">
            <a:avLst/>
          </a:prstGeom>
          <a:noFill/>
          <a:ln>
            <a:noFill/>
          </a:ln>
        </p:spPr>
        <p:txBody>
          <a:bodyPr anchorCtr="0" anchor="t" bIns="0" lIns="0" spcFirstLastPara="1" rIns="0" wrap="square" tIns="0">
            <a:normAutofit lnSpcReduction="10000"/>
          </a:bodyPr>
          <a:lstStyle/>
          <a:p>
            <a:pPr indent="0" lvl="0" marL="0" rtl="0" algn="l">
              <a:lnSpc>
                <a:spcPct val="100000"/>
              </a:lnSpc>
              <a:spcBef>
                <a:spcPts val="0"/>
              </a:spcBef>
              <a:spcAft>
                <a:spcPts val="0"/>
              </a:spcAft>
              <a:buClr>
                <a:srgbClr val="A670C5"/>
              </a:buClr>
              <a:buSzPts val="1700"/>
              <a:buNone/>
            </a:pPr>
            <a:r>
              <a:rPr lang="en">
                <a:solidFill>
                  <a:srgbClr val="A670C5"/>
                </a:solidFill>
              </a:rPr>
              <a:t>FIRST THINGS FIRST, </a:t>
            </a:r>
            <a:r>
              <a:rPr b="1" lang="en">
                <a:solidFill>
                  <a:srgbClr val="A670C5"/>
                </a:solidFill>
              </a:rPr>
              <a:t>MAKE A NEW COPY! </a:t>
            </a:r>
            <a:endParaRPr/>
          </a:p>
        </p:txBody>
      </p:sp>
      <p:sp>
        <p:nvSpPr>
          <p:cNvPr id="693" name="Google Shape;693;p78"/>
          <p:cNvSpPr txBox="1"/>
          <p:nvPr>
            <p:ph type="title"/>
          </p:nvPr>
        </p:nvSpPr>
        <p:spPr>
          <a:xfrm>
            <a:off x="295955" y="594518"/>
            <a:ext cx="7758900" cy="6420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dk1"/>
              </a:buClr>
              <a:buSzPts val="3800"/>
              <a:buFont typeface="Outfit"/>
              <a:buNone/>
            </a:pPr>
            <a:r>
              <a:rPr lang="en"/>
              <a:t>How to Use This Deck</a:t>
            </a:r>
            <a:endParaRPr/>
          </a:p>
        </p:txBody>
      </p:sp>
      <p:sp>
        <p:nvSpPr>
          <p:cNvPr id="694" name="Google Shape;694;p78"/>
          <p:cNvSpPr txBox="1"/>
          <p:nvPr>
            <p:ph idx="10" type="dt"/>
          </p:nvPr>
        </p:nvSpPr>
        <p:spPr>
          <a:xfrm>
            <a:off x="285750" y="4753346"/>
            <a:ext cx="2057400" cy="1998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Clr>
                <a:schemeClr val="dk1"/>
              </a:buClr>
              <a:buSzPts val="500"/>
              <a:buFont typeface="Outfit"/>
              <a:buNone/>
            </a:pPr>
            <a:r>
              <a:rPr lang="en"/>
              <a:t>March 2025</a:t>
            </a:r>
            <a:endParaRPr/>
          </a:p>
        </p:txBody>
      </p:sp>
      <p:sp>
        <p:nvSpPr>
          <p:cNvPr id="695" name="Google Shape;695;p78"/>
          <p:cNvSpPr txBox="1"/>
          <p:nvPr>
            <p:ph idx="12" type="sldNum"/>
          </p:nvPr>
        </p:nvSpPr>
        <p:spPr>
          <a:xfrm>
            <a:off x="6753225" y="4767263"/>
            <a:ext cx="2057400" cy="1857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Clr>
                <a:schemeClr val="dk1"/>
              </a:buClr>
              <a:buSzPts val="500"/>
              <a:buFont typeface="Outfit"/>
              <a:buNone/>
            </a:pPr>
            <a:fld id="{00000000-1234-1234-1234-123412341234}" type="slidenum">
              <a:rPr lang="en"/>
              <a:t>‹#›</a:t>
            </a:fld>
            <a:endParaRPr/>
          </a:p>
        </p:txBody>
      </p:sp>
      <p:sp>
        <p:nvSpPr>
          <p:cNvPr id="696" name="Google Shape;696;p78"/>
          <p:cNvSpPr txBox="1"/>
          <p:nvPr/>
        </p:nvSpPr>
        <p:spPr>
          <a:xfrm>
            <a:off x="295950" y="2416875"/>
            <a:ext cx="8224800" cy="1915200"/>
          </a:xfrm>
          <a:prstGeom prst="rect">
            <a:avLst/>
          </a:prstGeom>
          <a:noFill/>
          <a:ln>
            <a:noFill/>
          </a:ln>
        </p:spPr>
        <p:txBody>
          <a:bodyPr anchorCtr="0" anchor="t" bIns="91425" lIns="0" spcFirstLastPara="1" rIns="91425" wrap="square" tIns="91425">
            <a:spAutoFit/>
          </a:bodyPr>
          <a:lstStyle/>
          <a:p>
            <a:pPr indent="0" lvl="0" marL="0" rtl="0" algn="l">
              <a:lnSpc>
                <a:spcPct val="142857"/>
              </a:lnSpc>
              <a:spcBef>
                <a:spcPts val="600"/>
              </a:spcBef>
              <a:spcAft>
                <a:spcPts val="0"/>
              </a:spcAft>
              <a:buNone/>
            </a:pPr>
            <a:r>
              <a:rPr lang="en" sz="1300">
                <a:solidFill>
                  <a:srgbClr val="A670C5"/>
                </a:solidFill>
                <a:latin typeface="Outfit Medium"/>
                <a:ea typeface="Outfit Medium"/>
                <a:cs typeface="Outfit Medium"/>
                <a:sym typeface="Outfit Medium"/>
              </a:rPr>
              <a:t>Starter notes:</a:t>
            </a:r>
            <a:endParaRPr sz="1300">
              <a:solidFill>
                <a:srgbClr val="A670C5"/>
              </a:solidFill>
              <a:latin typeface="Outfit Medium"/>
              <a:ea typeface="Outfit Medium"/>
              <a:cs typeface="Outfit Medium"/>
              <a:sym typeface="Outfit Medium"/>
            </a:endParaRPr>
          </a:p>
          <a:p>
            <a:pPr indent="-188722" lvl="0" marL="274320" rtl="0" algn="l">
              <a:lnSpc>
                <a:spcPct val="142857"/>
              </a:lnSpc>
              <a:spcBef>
                <a:spcPts val="600"/>
              </a:spcBef>
              <a:spcAft>
                <a:spcPts val="0"/>
              </a:spcAft>
              <a:buClr>
                <a:srgbClr val="A670C5"/>
              </a:buClr>
              <a:buSzPts val="1100"/>
              <a:buFont typeface="Outfit"/>
              <a:buChar char="→"/>
            </a:pPr>
            <a:r>
              <a:rPr lang="en" sz="1100">
                <a:solidFill>
                  <a:schemeClr val="dk1"/>
                </a:solidFill>
                <a:latin typeface="Outfit Medium"/>
                <a:ea typeface="Outfit Medium"/>
                <a:cs typeface="Outfit Medium"/>
                <a:sym typeface="Outfit Medium"/>
              </a:rPr>
              <a:t>Please do not move around text boxes and other elements on each slide to ensure design integrity.</a:t>
            </a:r>
            <a:endParaRPr sz="1100">
              <a:solidFill>
                <a:schemeClr val="dk1"/>
              </a:solidFill>
              <a:latin typeface="Outfit Medium"/>
              <a:ea typeface="Outfit Medium"/>
              <a:cs typeface="Outfit Medium"/>
              <a:sym typeface="Outfit Medium"/>
            </a:endParaRPr>
          </a:p>
          <a:p>
            <a:pPr indent="-188722" lvl="0" marL="274320" rtl="0" algn="l">
              <a:lnSpc>
                <a:spcPct val="142857"/>
              </a:lnSpc>
              <a:spcBef>
                <a:spcPts val="600"/>
              </a:spcBef>
              <a:spcAft>
                <a:spcPts val="0"/>
              </a:spcAft>
              <a:buClr>
                <a:srgbClr val="A670C5"/>
              </a:buClr>
              <a:buSzPts val="1100"/>
              <a:buFont typeface="Outfit"/>
              <a:buChar char="→"/>
            </a:pPr>
            <a:r>
              <a:rPr lang="en" sz="1100">
                <a:solidFill>
                  <a:schemeClr val="dk1"/>
                </a:solidFill>
                <a:latin typeface="Outfit Medium"/>
                <a:ea typeface="Outfit Medium"/>
                <a:cs typeface="Outfit Medium"/>
                <a:sym typeface="Outfit Medium"/>
              </a:rPr>
              <a:t>Try not to use too many colors on any given slide</a:t>
            </a:r>
            <a:r>
              <a:rPr lang="en" sz="1100">
                <a:solidFill>
                  <a:srgbClr val="1B1915"/>
                </a:solidFill>
                <a:latin typeface="Outfit Light"/>
                <a:ea typeface="Outfit Light"/>
                <a:cs typeface="Outfit Light"/>
                <a:sym typeface="Outfit Light"/>
              </a:rPr>
              <a:t> and be sure to use dark enough colors for copy.</a:t>
            </a:r>
            <a:endParaRPr sz="1100">
              <a:solidFill>
                <a:srgbClr val="1B1915"/>
              </a:solidFill>
              <a:latin typeface="Outfit Light"/>
              <a:ea typeface="Outfit Light"/>
              <a:cs typeface="Outfit Light"/>
              <a:sym typeface="Outfit Light"/>
            </a:endParaRPr>
          </a:p>
          <a:p>
            <a:pPr indent="-188722" lvl="0" marL="274320" rtl="0" algn="l">
              <a:lnSpc>
                <a:spcPct val="142857"/>
              </a:lnSpc>
              <a:spcBef>
                <a:spcPts val="600"/>
              </a:spcBef>
              <a:spcAft>
                <a:spcPts val="0"/>
              </a:spcAft>
              <a:buClr>
                <a:srgbClr val="A670C5"/>
              </a:buClr>
              <a:buSzPts val="1100"/>
              <a:buFont typeface="Outfit"/>
              <a:buChar char="→"/>
            </a:pPr>
            <a:r>
              <a:rPr lang="en" sz="1100">
                <a:solidFill>
                  <a:srgbClr val="1B1915"/>
                </a:solidFill>
                <a:latin typeface="Outfit Light"/>
                <a:ea typeface="Outfit Light"/>
                <a:cs typeface="Outfit Light"/>
                <a:sym typeface="Outfit Light"/>
              </a:rPr>
              <a:t>Text boxes should automatically resize if there is more copy than fits with the original size, although </a:t>
            </a:r>
            <a:r>
              <a:rPr lang="en" sz="1100">
                <a:solidFill>
                  <a:srgbClr val="0B1E17"/>
                </a:solidFill>
                <a:latin typeface="Outfit Medium"/>
                <a:ea typeface="Outfit Medium"/>
                <a:cs typeface="Outfit Medium"/>
                <a:sym typeface="Outfit Medium"/>
              </a:rPr>
              <a:t>we recommend reducing copy where you can</a:t>
            </a:r>
            <a:r>
              <a:rPr lang="en" sz="1100">
                <a:solidFill>
                  <a:srgbClr val="1B1915"/>
                </a:solidFill>
                <a:latin typeface="Outfit Light"/>
                <a:ea typeface="Outfit Light"/>
                <a:cs typeface="Outfit Light"/>
                <a:sym typeface="Outfit Light"/>
              </a:rPr>
              <a:t>.</a:t>
            </a:r>
            <a:endParaRPr sz="1100">
              <a:solidFill>
                <a:srgbClr val="1B1915"/>
              </a:solidFill>
              <a:latin typeface="Outfit Light"/>
              <a:ea typeface="Outfit Light"/>
              <a:cs typeface="Outfit Light"/>
              <a:sym typeface="Outfit Light"/>
            </a:endParaRPr>
          </a:p>
          <a:p>
            <a:pPr indent="-188722" lvl="0" marL="274320" rtl="0" algn="l">
              <a:lnSpc>
                <a:spcPct val="142857"/>
              </a:lnSpc>
              <a:spcBef>
                <a:spcPts val="600"/>
              </a:spcBef>
              <a:spcAft>
                <a:spcPts val="0"/>
              </a:spcAft>
              <a:buClr>
                <a:srgbClr val="A670C5"/>
              </a:buClr>
              <a:buSzPts val="1100"/>
              <a:buFont typeface="Outfit"/>
              <a:buChar char="→"/>
            </a:pPr>
            <a:r>
              <a:rPr lang="en" sz="1100">
                <a:solidFill>
                  <a:srgbClr val="1B1915"/>
                </a:solidFill>
                <a:latin typeface="Outfit Light"/>
                <a:ea typeface="Outfit Light"/>
                <a:cs typeface="Outfit Light"/>
                <a:sym typeface="Outfit Light"/>
              </a:rPr>
              <a:t>Tips are placed throughout the deck on how to best use elements or types of slides.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pic>
        <p:nvPicPr>
          <p:cNvPr id="701" name="Google Shape;701;p79"/>
          <p:cNvPicPr preferRelativeResize="0"/>
          <p:nvPr/>
        </p:nvPicPr>
        <p:blipFill rotWithShape="1">
          <a:blip r:embed="rId3">
            <a:alphaModFix/>
          </a:blip>
          <a:srcRect b="0" l="0" r="0" t="0"/>
          <a:stretch/>
        </p:blipFill>
        <p:spPr>
          <a:xfrm>
            <a:off x="856953" y="1336751"/>
            <a:ext cx="345959" cy="345959"/>
          </a:xfrm>
          <a:prstGeom prst="rect">
            <a:avLst/>
          </a:prstGeom>
          <a:noFill/>
          <a:ln>
            <a:noFill/>
          </a:ln>
        </p:spPr>
      </p:pic>
      <p:pic>
        <p:nvPicPr>
          <p:cNvPr id="702" name="Google Shape;702;p79"/>
          <p:cNvPicPr preferRelativeResize="0"/>
          <p:nvPr/>
        </p:nvPicPr>
        <p:blipFill rotWithShape="1">
          <a:blip r:embed="rId4">
            <a:alphaModFix/>
          </a:blip>
          <a:srcRect b="0" l="0" r="0" t="0"/>
          <a:stretch/>
        </p:blipFill>
        <p:spPr>
          <a:xfrm>
            <a:off x="1735594" y="1336751"/>
            <a:ext cx="345959" cy="345959"/>
          </a:xfrm>
          <a:prstGeom prst="rect">
            <a:avLst/>
          </a:prstGeom>
          <a:noFill/>
          <a:ln>
            <a:noFill/>
          </a:ln>
        </p:spPr>
      </p:pic>
      <p:pic>
        <p:nvPicPr>
          <p:cNvPr id="703" name="Google Shape;703;p79"/>
          <p:cNvPicPr preferRelativeResize="0"/>
          <p:nvPr/>
        </p:nvPicPr>
        <p:blipFill rotWithShape="1">
          <a:blip r:embed="rId5">
            <a:alphaModFix/>
          </a:blip>
          <a:srcRect b="0" l="0" r="0" t="0"/>
          <a:stretch/>
        </p:blipFill>
        <p:spPr>
          <a:xfrm>
            <a:off x="2614236" y="1336751"/>
            <a:ext cx="345959" cy="345959"/>
          </a:xfrm>
          <a:prstGeom prst="rect">
            <a:avLst/>
          </a:prstGeom>
          <a:noFill/>
          <a:ln>
            <a:noFill/>
          </a:ln>
        </p:spPr>
      </p:pic>
      <p:pic>
        <p:nvPicPr>
          <p:cNvPr id="704" name="Google Shape;704;p79"/>
          <p:cNvPicPr preferRelativeResize="0"/>
          <p:nvPr/>
        </p:nvPicPr>
        <p:blipFill rotWithShape="1">
          <a:blip r:embed="rId6">
            <a:alphaModFix/>
          </a:blip>
          <a:srcRect b="0" l="0" r="0" t="0"/>
          <a:stretch/>
        </p:blipFill>
        <p:spPr>
          <a:xfrm>
            <a:off x="3492878" y="1336751"/>
            <a:ext cx="345959" cy="345959"/>
          </a:xfrm>
          <a:prstGeom prst="rect">
            <a:avLst/>
          </a:prstGeom>
          <a:noFill/>
          <a:ln>
            <a:noFill/>
          </a:ln>
        </p:spPr>
      </p:pic>
      <p:pic>
        <p:nvPicPr>
          <p:cNvPr id="705" name="Google Shape;705;p79"/>
          <p:cNvPicPr preferRelativeResize="0"/>
          <p:nvPr/>
        </p:nvPicPr>
        <p:blipFill rotWithShape="1">
          <a:blip r:embed="rId7">
            <a:alphaModFix/>
          </a:blip>
          <a:srcRect b="0" l="0" r="0" t="0"/>
          <a:stretch/>
        </p:blipFill>
        <p:spPr>
          <a:xfrm>
            <a:off x="4371520" y="1336751"/>
            <a:ext cx="345959" cy="345959"/>
          </a:xfrm>
          <a:prstGeom prst="rect">
            <a:avLst/>
          </a:prstGeom>
          <a:noFill/>
          <a:ln>
            <a:noFill/>
          </a:ln>
        </p:spPr>
      </p:pic>
      <p:pic>
        <p:nvPicPr>
          <p:cNvPr id="706" name="Google Shape;706;p79"/>
          <p:cNvPicPr preferRelativeResize="0"/>
          <p:nvPr/>
        </p:nvPicPr>
        <p:blipFill rotWithShape="1">
          <a:blip r:embed="rId8">
            <a:alphaModFix/>
          </a:blip>
          <a:srcRect b="0" l="0" r="0" t="0"/>
          <a:stretch/>
        </p:blipFill>
        <p:spPr>
          <a:xfrm>
            <a:off x="5250161" y="1336751"/>
            <a:ext cx="345959" cy="345959"/>
          </a:xfrm>
          <a:prstGeom prst="rect">
            <a:avLst/>
          </a:prstGeom>
          <a:noFill/>
          <a:ln>
            <a:noFill/>
          </a:ln>
        </p:spPr>
      </p:pic>
      <p:pic>
        <p:nvPicPr>
          <p:cNvPr id="707" name="Google Shape;707;p79"/>
          <p:cNvPicPr preferRelativeResize="0"/>
          <p:nvPr/>
        </p:nvPicPr>
        <p:blipFill rotWithShape="1">
          <a:blip r:embed="rId9">
            <a:alphaModFix/>
          </a:blip>
          <a:srcRect b="0" l="0" r="0" t="0"/>
          <a:stretch/>
        </p:blipFill>
        <p:spPr>
          <a:xfrm>
            <a:off x="6128803" y="1336751"/>
            <a:ext cx="345959" cy="345959"/>
          </a:xfrm>
          <a:prstGeom prst="rect">
            <a:avLst/>
          </a:prstGeom>
          <a:noFill/>
          <a:ln>
            <a:noFill/>
          </a:ln>
        </p:spPr>
      </p:pic>
      <p:pic>
        <p:nvPicPr>
          <p:cNvPr id="708" name="Google Shape;708;p79"/>
          <p:cNvPicPr preferRelativeResize="0"/>
          <p:nvPr/>
        </p:nvPicPr>
        <p:blipFill rotWithShape="1">
          <a:blip r:embed="rId10">
            <a:alphaModFix/>
          </a:blip>
          <a:srcRect b="0" l="0" r="0" t="0"/>
          <a:stretch/>
        </p:blipFill>
        <p:spPr>
          <a:xfrm>
            <a:off x="7007445" y="1336751"/>
            <a:ext cx="345959" cy="345959"/>
          </a:xfrm>
          <a:prstGeom prst="rect">
            <a:avLst/>
          </a:prstGeom>
          <a:noFill/>
          <a:ln>
            <a:noFill/>
          </a:ln>
        </p:spPr>
      </p:pic>
      <p:pic>
        <p:nvPicPr>
          <p:cNvPr id="709" name="Google Shape;709;p79"/>
          <p:cNvPicPr preferRelativeResize="0"/>
          <p:nvPr/>
        </p:nvPicPr>
        <p:blipFill rotWithShape="1">
          <a:blip r:embed="rId11">
            <a:alphaModFix/>
          </a:blip>
          <a:srcRect b="0" l="0" r="0" t="0"/>
          <a:stretch/>
        </p:blipFill>
        <p:spPr>
          <a:xfrm>
            <a:off x="7886086" y="1336751"/>
            <a:ext cx="345959" cy="345959"/>
          </a:xfrm>
          <a:prstGeom prst="rect">
            <a:avLst/>
          </a:prstGeom>
          <a:noFill/>
          <a:ln>
            <a:noFill/>
          </a:ln>
        </p:spPr>
      </p:pic>
      <p:pic>
        <p:nvPicPr>
          <p:cNvPr id="710" name="Google Shape;710;p79"/>
          <p:cNvPicPr preferRelativeResize="0"/>
          <p:nvPr/>
        </p:nvPicPr>
        <p:blipFill rotWithShape="1">
          <a:blip r:embed="rId12">
            <a:alphaModFix/>
          </a:blip>
          <a:srcRect b="0" l="0" r="0" t="0"/>
          <a:stretch/>
        </p:blipFill>
        <p:spPr>
          <a:xfrm>
            <a:off x="856953" y="2287650"/>
            <a:ext cx="345959" cy="345959"/>
          </a:xfrm>
          <a:prstGeom prst="rect">
            <a:avLst/>
          </a:prstGeom>
          <a:noFill/>
          <a:ln>
            <a:noFill/>
          </a:ln>
        </p:spPr>
      </p:pic>
      <p:pic>
        <p:nvPicPr>
          <p:cNvPr id="711" name="Google Shape;711;p79"/>
          <p:cNvPicPr preferRelativeResize="0"/>
          <p:nvPr/>
        </p:nvPicPr>
        <p:blipFill rotWithShape="1">
          <a:blip r:embed="rId13">
            <a:alphaModFix/>
          </a:blip>
          <a:srcRect b="0" l="0" r="0" t="0"/>
          <a:stretch/>
        </p:blipFill>
        <p:spPr>
          <a:xfrm>
            <a:off x="1754162" y="2287650"/>
            <a:ext cx="345959" cy="345959"/>
          </a:xfrm>
          <a:prstGeom prst="rect">
            <a:avLst/>
          </a:prstGeom>
          <a:noFill/>
          <a:ln>
            <a:noFill/>
          </a:ln>
        </p:spPr>
      </p:pic>
      <p:pic>
        <p:nvPicPr>
          <p:cNvPr id="712" name="Google Shape;712;p79"/>
          <p:cNvPicPr preferRelativeResize="0"/>
          <p:nvPr/>
        </p:nvPicPr>
        <p:blipFill rotWithShape="1">
          <a:blip r:embed="rId14">
            <a:alphaModFix/>
          </a:blip>
          <a:srcRect b="0" l="0" r="0" t="0"/>
          <a:stretch/>
        </p:blipFill>
        <p:spPr>
          <a:xfrm>
            <a:off x="2630483" y="2287650"/>
            <a:ext cx="345959" cy="345959"/>
          </a:xfrm>
          <a:prstGeom prst="rect">
            <a:avLst/>
          </a:prstGeom>
          <a:noFill/>
          <a:ln>
            <a:noFill/>
          </a:ln>
        </p:spPr>
      </p:pic>
      <p:pic>
        <p:nvPicPr>
          <p:cNvPr id="713" name="Google Shape;713;p79"/>
          <p:cNvPicPr preferRelativeResize="0"/>
          <p:nvPr/>
        </p:nvPicPr>
        <p:blipFill rotWithShape="1">
          <a:blip r:embed="rId15">
            <a:alphaModFix/>
          </a:blip>
          <a:srcRect b="0" l="0" r="0" t="0"/>
          <a:stretch/>
        </p:blipFill>
        <p:spPr>
          <a:xfrm>
            <a:off x="3506803" y="2287650"/>
            <a:ext cx="345959" cy="345959"/>
          </a:xfrm>
          <a:prstGeom prst="rect">
            <a:avLst/>
          </a:prstGeom>
          <a:noFill/>
          <a:ln>
            <a:noFill/>
          </a:ln>
        </p:spPr>
      </p:pic>
      <p:pic>
        <p:nvPicPr>
          <p:cNvPr id="714" name="Google Shape;714;p79"/>
          <p:cNvPicPr preferRelativeResize="0"/>
          <p:nvPr/>
        </p:nvPicPr>
        <p:blipFill rotWithShape="1">
          <a:blip r:embed="rId16">
            <a:alphaModFix/>
          </a:blip>
          <a:srcRect b="0" l="0" r="0" t="0"/>
          <a:stretch/>
        </p:blipFill>
        <p:spPr>
          <a:xfrm>
            <a:off x="5250161" y="2287650"/>
            <a:ext cx="345959" cy="345959"/>
          </a:xfrm>
          <a:prstGeom prst="rect">
            <a:avLst/>
          </a:prstGeom>
          <a:noFill/>
          <a:ln>
            <a:noFill/>
          </a:ln>
        </p:spPr>
      </p:pic>
      <p:pic>
        <p:nvPicPr>
          <p:cNvPr id="715" name="Google Shape;715;p79"/>
          <p:cNvPicPr preferRelativeResize="0"/>
          <p:nvPr/>
        </p:nvPicPr>
        <p:blipFill rotWithShape="1">
          <a:blip r:embed="rId17">
            <a:alphaModFix/>
          </a:blip>
          <a:srcRect b="0" l="0" r="0" t="0"/>
          <a:stretch/>
        </p:blipFill>
        <p:spPr>
          <a:xfrm>
            <a:off x="6144011" y="2287650"/>
            <a:ext cx="345959" cy="345959"/>
          </a:xfrm>
          <a:prstGeom prst="rect">
            <a:avLst/>
          </a:prstGeom>
          <a:noFill/>
          <a:ln>
            <a:noFill/>
          </a:ln>
        </p:spPr>
      </p:pic>
      <p:pic>
        <p:nvPicPr>
          <p:cNvPr id="716" name="Google Shape;716;p79"/>
          <p:cNvPicPr preferRelativeResize="0"/>
          <p:nvPr/>
        </p:nvPicPr>
        <p:blipFill rotWithShape="1">
          <a:blip r:embed="rId18">
            <a:alphaModFix/>
          </a:blip>
          <a:srcRect b="0" l="0" r="0" t="0"/>
          <a:stretch/>
        </p:blipFill>
        <p:spPr>
          <a:xfrm>
            <a:off x="7007445" y="2287650"/>
            <a:ext cx="345959" cy="345959"/>
          </a:xfrm>
          <a:prstGeom prst="rect">
            <a:avLst/>
          </a:prstGeom>
          <a:noFill/>
          <a:ln>
            <a:noFill/>
          </a:ln>
        </p:spPr>
      </p:pic>
      <p:pic>
        <p:nvPicPr>
          <p:cNvPr id="717" name="Google Shape;717;p79"/>
          <p:cNvPicPr preferRelativeResize="0"/>
          <p:nvPr/>
        </p:nvPicPr>
        <p:blipFill rotWithShape="1">
          <a:blip r:embed="rId19">
            <a:alphaModFix/>
          </a:blip>
          <a:srcRect b="0" l="0" r="0" t="0"/>
          <a:stretch/>
        </p:blipFill>
        <p:spPr>
          <a:xfrm>
            <a:off x="7886086" y="2287650"/>
            <a:ext cx="345959" cy="345959"/>
          </a:xfrm>
          <a:prstGeom prst="rect">
            <a:avLst/>
          </a:prstGeom>
          <a:noFill/>
          <a:ln>
            <a:noFill/>
          </a:ln>
        </p:spPr>
      </p:pic>
      <p:pic>
        <p:nvPicPr>
          <p:cNvPr id="718" name="Google Shape;718;p79"/>
          <p:cNvPicPr preferRelativeResize="0"/>
          <p:nvPr/>
        </p:nvPicPr>
        <p:blipFill rotWithShape="1">
          <a:blip r:embed="rId20">
            <a:alphaModFix/>
          </a:blip>
          <a:srcRect b="0" l="0" r="0" t="0"/>
          <a:stretch/>
        </p:blipFill>
        <p:spPr>
          <a:xfrm>
            <a:off x="3506803" y="3290417"/>
            <a:ext cx="345959" cy="345959"/>
          </a:xfrm>
          <a:prstGeom prst="rect">
            <a:avLst/>
          </a:prstGeom>
          <a:noFill/>
          <a:ln>
            <a:noFill/>
          </a:ln>
        </p:spPr>
      </p:pic>
      <p:pic>
        <p:nvPicPr>
          <p:cNvPr id="719" name="Google Shape;719;p79"/>
          <p:cNvPicPr preferRelativeResize="0"/>
          <p:nvPr/>
        </p:nvPicPr>
        <p:blipFill rotWithShape="1">
          <a:blip r:embed="rId21">
            <a:alphaModFix/>
          </a:blip>
          <a:srcRect b="0" l="0" r="0" t="0"/>
          <a:stretch/>
        </p:blipFill>
        <p:spPr>
          <a:xfrm>
            <a:off x="2630483" y="3290417"/>
            <a:ext cx="345959" cy="345959"/>
          </a:xfrm>
          <a:prstGeom prst="rect">
            <a:avLst/>
          </a:prstGeom>
          <a:noFill/>
          <a:ln>
            <a:noFill/>
          </a:ln>
        </p:spPr>
      </p:pic>
      <p:pic>
        <p:nvPicPr>
          <p:cNvPr id="720" name="Google Shape;720;p79"/>
          <p:cNvPicPr preferRelativeResize="0"/>
          <p:nvPr/>
        </p:nvPicPr>
        <p:blipFill rotWithShape="1">
          <a:blip r:embed="rId22">
            <a:alphaModFix/>
          </a:blip>
          <a:srcRect b="0" l="0" r="0" t="0"/>
          <a:stretch/>
        </p:blipFill>
        <p:spPr>
          <a:xfrm>
            <a:off x="1754162" y="3290417"/>
            <a:ext cx="345959" cy="345959"/>
          </a:xfrm>
          <a:prstGeom prst="rect">
            <a:avLst/>
          </a:prstGeom>
          <a:noFill/>
          <a:ln>
            <a:noFill/>
          </a:ln>
        </p:spPr>
      </p:pic>
      <p:pic>
        <p:nvPicPr>
          <p:cNvPr id="721" name="Google Shape;721;p79"/>
          <p:cNvPicPr preferRelativeResize="0"/>
          <p:nvPr/>
        </p:nvPicPr>
        <p:blipFill rotWithShape="1">
          <a:blip r:embed="rId23">
            <a:alphaModFix/>
          </a:blip>
          <a:srcRect b="0" l="0" r="0" t="0"/>
          <a:stretch/>
        </p:blipFill>
        <p:spPr>
          <a:xfrm>
            <a:off x="877841" y="3290417"/>
            <a:ext cx="345959" cy="345959"/>
          </a:xfrm>
          <a:prstGeom prst="rect">
            <a:avLst/>
          </a:prstGeom>
          <a:noFill/>
          <a:ln>
            <a:noFill/>
          </a:ln>
        </p:spPr>
      </p:pic>
      <p:pic>
        <p:nvPicPr>
          <p:cNvPr id="722" name="Google Shape;722;p79"/>
          <p:cNvPicPr preferRelativeResize="0"/>
          <p:nvPr/>
        </p:nvPicPr>
        <p:blipFill rotWithShape="1">
          <a:blip r:embed="rId24">
            <a:alphaModFix/>
          </a:blip>
          <a:srcRect b="0" l="0" r="0" t="0"/>
          <a:stretch/>
        </p:blipFill>
        <p:spPr>
          <a:xfrm>
            <a:off x="7007445" y="3290417"/>
            <a:ext cx="345959" cy="345959"/>
          </a:xfrm>
          <a:prstGeom prst="rect">
            <a:avLst/>
          </a:prstGeom>
          <a:noFill/>
          <a:ln>
            <a:noFill/>
          </a:ln>
        </p:spPr>
      </p:pic>
      <p:pic>
        <p:nvPicPr>
          <p:cNvPr id="723" name="Google Shape;723;p79"/>
          <p:cNvPicPr preferRelativeResize="0"/>
          <p:nvPr/>
        </p:nvPicPr>
        <p:blipFill rotWithShape="1">
          <a:blip r:embed="rId25">
            <a:alphaModFix/>
          </a:blip>
          <a:srcRect b="0" l="0" r="0" t="0"/>
          <a:stretch/>
        </p:blipFill>
        <p:spPr>
          <a:xfrm>
            <a:off x="6140473" y="3290417"/>
            <a:ext cx="345959" cy="345959"/>
          </a:xfrm>
          <a:prstGeom prst="rect">
            <a:avLst/>
          </a:prstGeom>
          <a:noFill/>
          <a:ln>
            <a:noFill/>
          </a:ln>
        </p:spPr>
      </p:pic>
      <p:pic>
        <p:nvPicPr>
          <p:cNvPr id="724" name="Google Shape;724;p79"/>
          <p:cNvPicPr preferRelativeResize="0"/>
          <p:nvPr/>
        </p:nvPicPr>
        <p:blipFill rotWithShape="1">
          <a:blip r:embed="rId26">
            <a:alphaModFix/>
          </a:blip>
          <a:srcRect b="0" l="0" r="0" t="0"/>
          <a:stretch/>
        </p:blipFill>
        <p:spPr>
          <a:xfrm>
            <a:off x="5244481" y="3290417"/>
            <a:ext cx="345959" cy="345959"/>
          </a:xfrm>
          <a:prstGeom prst="rect">
            <a:avLst/>
          </a:prstGeom>
          <a:noFill/>
          <a:ln>
            <a:noFill/>
          </a:ln>
        </p:spPr>
      </p:pic>
      <p:pic>
        <p:nvPicPr>
          <p:cNvPr id="725" name="Google Shape;725;p79"/>
          <p:cNvPicPr preferRelativeResize="0"/>
          <p:nvPr/>
        </p:nvPicPr>
        <p:blipFill rotWithShape="1">
          <a:blip r:embed="rId27">
            <a:alphaModFix/>
          </a:blip>
          <a:srcRect b="0" l="0" r="0" t="0"/>
          <a:stretch/>
        </p:blipFill>
        <p:spPr>
          <a:xfrm>
            <a:off x="4370481" y="3290417"/>
            <a:ext cx="345959" cy="345959"/>
          </a:xfrm>
          <a:prstGeom prst="rect">
            <a:avLst/>
          </a:prstGeom>
          <a:noFill/>
          <a:ln>
            <a:noFill/>
          </a:ln>
        </p:spPr>
      </p:pic>
      <p:pic>
        <p:nvPicPr>
          <p:cNvPr id="726" name="Google Shape;726;p79"/>
          <p:cNvPicPr preferRelativeResize="0"/>
          <p:nvPr/>
        </p:nvPicPr>
        <p:blipFill rotWithShape="1">
          <a:blip r:embed="rId28">
            <a:alphaModFix/>
          </a:blip>
          <a:srcRect b="0" l="0" r="0" t="0"/>
          <a:stretch/>
        </p:blipFill>
        <p:spPr>
          <a:xfrm>
            <a:off x="7893494" y="3290417"/>
            <a:ext cx="345959" cy="345959"/>
          </a:xfrm>
          <a:prstGeom prst="rect">
            <a:avLst/>
          </a:prstGeom>
          <a:noFill/>
          <a:ln>
            <a:noFill/>
          </a:ln>
        </p:spPr>
      </p:pic>
      <p:pic>
        <p:nvPicPr>
          <p:cNvPr id="727" name="Google Shape;727;p79"/>
          <p:cNvPicPr preferRelativeResize="0"/>
          <p:nvPr/>
        </p:nvPicPr>
        <p:blipFill rotWithShape="1">
          <a:blip r:embed="rId29">
            <a:alphaModFix/>
          </a:blip>
          <a:srcRect b="0" l="0" r="0" t="0"/>
          <a:stretch/>
        </p:blipFill>
        <p:spPr>
          <a:xfrm>
            <a:off x="4370481" y="2339518"/>
            <a:ext cx="345959" cy="345959"/>
          </a:xfrm>
          <a:prstGeom prst="rect">
            <a:avLst/>
          </a:prstGeom>
          <a:noFill/>
          <a:ln>
            <a:noFill/>
          </a:ln>
        </p:spPr>
      </p:pic>
      <p:sp>
        <p:nvSpPr>
          <p:cNvPr id="728" name="Google Shape;728;p79"/>
          <p:cNvSpPr txBox="1"/>
          <p:nvPr>
            <p:ph type="title"/>
          </p:nvPr>
        </p:nvSpPr>
        <p:spPr>
          <a:xfrm>
            <a:off x="300038" y="428625"/>
            <a:ext cx="3338400" cy="7461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200"/>
              </a:spcAft>
              <a:buClr>
                <a:schemeClr val="dk1"/>
              </a:buClr>
              <a:buSzPts val="2300"/>
              <a:buFont typeface="Outfit"/>
              <a:buNone/>
            </a:pPr>
            <a:r>
              <a:rPr lang="en"/>
              <a:t>Iconography - Primary</a:t>
            </a:r>
            <a:endParaRPr/>
          </a:p>
        </p:txBody>
      </p:sp>
      <p:sp>
        <p:nvSpPr>
          <p:cNvPr id="729" name="Google Shape;729;p79"/>
          <p:cNvSpPr txBox="1"/>
          <p:nvPr>
            <p:ph idx="1" type="body"/>
          </p:nvPr>
        </p:nvSpPr>
        <p:spPr>
          <a:xfrm>
            <a:off x="3748166" y="428625"/>
            <a:ext cx="4252800" cy="7461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t>We have an brand icon set for light backgrounds </a:t>
            </a:r>
            <a:endParaRPr/>
          </a:p>
          <a:p>
            <a:pPr indent="0" lvl="0" marL="0" rtl="0" algn="l">
              <a:lnSpc>
                <a:spcPct val="142857"/>
              </a:lnSpc>
              <a:spcBef>
                <a:spcPts val="0"/>
              </a:spcBef>
              <a:spcAft>
                <a:spcPts val="0"/>
              </a:spcAft>
              <a:buClr>
                <a:srgbClr val="1B1915"/>
              </a:buClr>
              <a:buSzPts val="1100"/>
              <a:buNone/>
            </a:pPr>
            <a:r>
              <a:rPr lang="en"/>
              <a:t>and dark backgrounds! </a:t>
            </a:r>
            <a:endParaRPr/>
          </a:p>
        </p:txBody>
      </p:sp>
      <p:sp>
        <p:nvSpPr>
          <p:cNvPr id="730" name="Google Shape;730;p79"/>
          <p:cNvSpPr txBox="1"/>
          <p:nvPr>
            <p:ph idx="1" type="body"/>
          </p:nvPr>
        </p:nvSpPr>
        <p:spPr>
          <a:xfrm>
            <a:off x="320950" y="4052100"/>
            <a:ext cx="2993100" cy="7461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solidFill>
                  <a:srgbClr val="507FC0"/>
                </a:solidFill>
                <a:latin typeface="Outfit Medium"/>
                <a:ea typeface="Outfit Medium"/>
                <a:cs typeface="Outfit Medium"/>
                <a:sym typeface="Outfit Medium"/>
              </a:rPr>
              <a:t>Design Tip: </a:t>
            </a:r>
            <a:r>
              <a:rPr lang="en">
                <a:solidFill>
                  <a:srgbClr val="507FC0"/>
                </a:solidFill>
              </a:rPr>
              <a:t>When resizing icons, avoid skewing them by holding the “shift” button and drag corners to maintain the right scale!</a:t>
            </a:r>
            <a:endParaRPr>
              <a:solidFill>
                <a:srgbClr val="507FC0"/>
              </a:solidFill>
            </a:endParaRPr>
          </a:p>
        </p:txBody>
      </p:sp>
      <p:sp>
        <p:nvSpPr>
          <p:cNvPr id="731" name="Google Shape;731;p79"/>
          <p:cNvSpPr/>
          <p:nvPr/>
        </p:nvSpPr>
        <p:spPr>
          <a:xfrm>
            <a:off x="6907450" y="4247850"/>
            <a:ext cx="1903200" cy="3546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u="sng">
                <a:solidFill>
                  <a:schemeClr val="hlink"/>
                </a:solidFill>
                <a:latin typeface="Outfit Medium"/>
                <a:ea typeface="Outfit Medium"/>
                <a:cs typeface="Outfit Medium"/>
                <a:sym typeface="Outfit Medium"/>
                <a:hlinkClick r:id="rId30"/>
              </a:rPr>
              <a:t>FULL ICON LIBRARY →</a:t>
            </a:r>
            <a:endParaRPr sz="1100">
              <a:solidFill>
                <a:schemeClr val="dk1"/>
              </a:solidFill>
              <a:latin typeface="Outfit Medium"/>
              <a:ea typeface="Outfit Medium"/>
              <a:cs typeface="Outfit Medium"/>
              <a:sym typeface="Outfit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80"/>
          <p:cNvSpPr/>
          <p:nvPr/>
        </p:nvSpPr>
        <p:spPr>
          <a:xfrm>
            <a:off x="3301975" y="1323850"/>
            <a:ext cx="2807100" cy="3629100"/>
          </a:xfrm>
          <a:prstGeom prst="roundRect">
            <a:avLst>
              <a:gd fmla="val 4546"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Light"/>
              <a:ea typeface="Outfit Light"/>
              <a:cs typeface="Outfit Light"/>
              <a:sym typeface="Outfit Light"/>
            </a:endParaRPr>
          </a:p>
        </p:txBody>
      </p:sp>
      <p:sp>
        <p:nvSpPr>
          <p:cNvPr id="737" name="Google Shape;737;p80"/>
          <p:cNvSpPr/>
          <p:nvPr/>
        </p:nvSpPr>
        <p:spPr>
          <a:xfrm>
            <a:off x="300050" y="1323850"/>
            <a:ext cx="2807100" cy="3629100"/>
          </a:xfrm>
          <a:prstGeom prst="roundRect">
            <a:avLst>
              <a:gd fmla="val 4546"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Light"/>
              <a:ea typeface="Outfit Light"/>
              <a:cs typeface="Outfit Light"/>
              <a:sym typeface="Outfit Light"/>
            </a:endParaRPr>
          </a:p>
        </p:txBody>
      </p:sp>
      <p:sp>
        <p:nvSpPr>
          <p:cNvPr id="738" name="Google Shape;738;p80"/>
          <p:cNvSpPr txBox="1"/>
          <p:nvPr/>
        </p:nvSpPr>
        <p:spPr>
          <a:xfrm>
            <a:off x="5367915" y="4270547"/>
            <a:ext cx="60900" cy="284100"/>
          </a:xfrm>
          <a:prstGeom prst="rect">
            <a:avLst/>
          </a:prstGeom>
          <a:noFill/>
          <a:ln>
            <a:noFill/>
          </a:ln>
        </p:spPr>
        <p:txBody>
          <a:bodyPr anchorCtr="0" anchor="t" bIns="17150" lIns="34275" spcFirstLastPara="1" rIns="34275" wrap="square" tIns="17150">
            <a:spAutoFit/>
          </a:bodyPr>
          <a:lstStyle/>
          <a:p>
            <a:pPr indent="0" lvl="0" marL="0" marR="0" rtl="0" algn="l">
              <a:lnSpc>
                <a:spcPct val="90000"/>
              </a:lnSpc>
              <a:spcBef>
                <a:spcPts val="0"/>
              </a:spcBef>
              <a:spcAft>
                <a:spcPts val="0"/>
              </a:spcAft>
              <a:buClr>
                <a:srgbClr val="000000"/>
              </a:buClr>
              <a:buSzPts val="1800"/>
              <a:buFont typeface="Outfit"/>
              <a:buNone/>
            </a:pPr>
            <a:r>
              <a:t/>
            </a:r>
            <a:endParaRPr b="0" i="0" sz="1800" u="none" cap="none" strike="noStrike">
              <a:solidFill>
                <a:srgbClr val="000000"/>
              </a:solidFill>
              <a:latin typeface="Outfit"/>
              <a:ea typeface="Outfit"/>
              <a:cs typeface="Outfit"/>
              <a:sym typeface="Outfit"/>
            </a:endParaRPr>
          </a:p>
        </p:txBody>
      </p:sp>
      <p:sp>
        <p:nvSpPr>
          <p:cNvPr id="739" name="Google Shape;739;p80"/>
          <p:cNvSpPr txBox="1"/>
          <p:nvPr>
            <p:ph type="title"/>
          </p:nvPr>
        </p:nvSpPr>
        <p:spPr>
          <a:xfrm>
            <a:off x="300038" y="428625"/>
            <a:ext cx="3338400" cy="7461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200"/>
              </a:spcAft>
              <a:buClr>
                <a:schemeClr val="dk1"/>
              </a:buClr>
              <a:buSzPts val="2300"/>
              <a:buFont typeface="Outfit"/>
              <a:buNone/>
            </a:pPr>
            <a:r>
              <a:rPr lang="en"/>
              <a:t>Iconography - Secondary</a:t>
            </a:r>
            <a:endParaRPr/>
          </a:p>
        </p:txBody>
      </p:sp>
      <p:sp>
        <p:nvSpPr>
          <p:cNvPr id="740" name="Google Shape;740;p80"/>
          <p:cNvSpPr txBox="1"/>
          <p:nvPr>
            <p:ph idx="1" type="body"/>
          </p:nvPr>
        </p:nvSpPr>
        <p:spPr>
          <a:xfrm>
            <a:off x="3748166" y="428625"/>
            <a:ext cx="4252800" cy="7461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t>Secondary colored icons should only be used with the same </a:t>
            </a:r>
            <a:br>
              <a:rPr lang="en"/>
            </a:br>
            <a:r>
              <a:rPr lang="en"/>
              <a:t>color family. </a:t>
            </a:r>
            <a:r>
              <a:rPr lang="en">
                <a:solidFill>
                  <a:schemeClr val="dk1"/>
                </a:solidFill>
                <a:latin typeface="Outfit Medium"/>
                <a:ea typeface="Outfit Medium"/>
                <a:cs typeface="Outfit Medium"/>
                <a:sym typeface="Outfit Medium"/>
              </a:rPr>
              <a:t>Blue icons on blue backgrounds, orange icons on orange backgrounds and purple icons on purple backgrounds!</a:t>
            </a:r>
            <a:endParaRPr>
              <a:solidFill>
                <a:schemeClr val="dk1"/>
              </a:solidFill>
              <a:latin typeface="Outfit Medium"/>
              <a:ea typeface="Outfit Medium"/>
              <a:cs typeface="Outfit Medium"/>
              <a:sym typeface="Outfit Medium"/>
            </a:endParaRPr>
          </a:p>
        </p:txBody>
      </p:sp>
      <p:sp>
        <p:nvSpPr>
          <p:cNvPr id="741" name="Google Shape;741;p80"/>
          <p:cNvSpPr/>
          <p:nvPr/>
        </p:nvSpPr>
        <p:spPr>
          <a:xfrm>
            <a:off x="495374" y="1913450"/>
            <a:ext cx="2452800" cy="1382400"/>
          </a:xfrm>
          <a:prstGeom prst="roundRect">
            <a:avLst>
              <a:gd fmla="val 737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Light"/>
              <a:ea typeface="Outfit Light"/>
              <a:cs typeface="Outfit Light"/>
              <a:sym typeface="Outfit Light"/>
            </a:endParaRPr>
          </a:p>
        </p:txBody>
      </p:sp>
      <p:pic>
        <p:nvPicPr>
          <p:cNvPr id="742" name="Google Shape;742;p80" title="Accuracy Trust.png"/>
          <p:cNvPicPr preferRelativeResize="0"/>
          <p:nvPr/>
        </p:nvPicPr>
        <p:blipFill>
          <a:blip r:embed="rId3">
            <a:alphaModFix/>
          </a:blip>
          <a:stretch>
            <a:fillRect/>
          </a:stretch>
        </p:blipFill>
        <p:spPr>
          <a:xfrm>
            <a:off x="869994" y="2176102"/>
            <a:ext cx="311402" cy="311408"/>
          </a:xfrm>
          <a:prstGeom prst="rect">
            <a:avLst/>
          </a:prstGeom>
          <a:noFill/>
          <a:ln>
            <a:noFill/>
          </a:ln>
        </p:spPr>
      </p:pic>
      <p:pic>
        <p:nvPicPr>
          <p:cNvPr id="743" name="Google Shape;743;p80" title="Audit.png"/>
          <p:cNvPicPr preferRelativeResize="0"/>
          <p:nvPr/>
        </p:nvPicPr>
        <p:blipFill>
          <a:blip r:embed="rId4">
            <a:alphaModFix/>
          </a:blip>
          <a:stretch>
            <a:fillRect/>
          </a:stretch>
        </p:blipFill>
        <p:spPr>
          <a:xfrm>
            <a:off x="1334043" y="2176102"/>
            <a:ext cx="311402" cy="311408"/>
          </a:xfrm>
          <a:prstGeom prst="rect">
            <a:avLst/>
          </a:prstGeom>
          <a:noFill/>
          <a:ln>
            <a:noFill/>
          </a:ln>
        </p:spPr>
      </p:pic>
      <p:pic>
        <p:nvPicPr>
          <p:cNvPr id="744" name="Google Shape;744;p80" title="Automate.png"/>
          <p:cNvPicPr preferRelativeResize="0"/>
          <p:nvPr/>
        </p:nvPicPr>
        <p:blipFill>
          <a:blip r:embed="rId5">
            <a:alphaModFix/>
          </a:blip>
          <a:stretch>
            <a:fillRect/>
          </a:stretch>
        </p:blipFill>
        <p:spPr>
          <a:xfrm>
            <a:off x="1798078" y="2176102"/>
            <a:ext cx="311402" cy="311408"/>
          </a:xfrm>
          <a:prstGeom prst="rect">
            <a:avLst/>
          </a:prstGeom>
          <a:noFill/>
          <a:ln>
            <a:noFill/>
          </a:ln>
        </p:spPr>
      </p:pic>
      <p:pic>
        <p:nvPicPr>
          <p:cNvPr id="745" name="Google Shape;745;p80" title="Automation.png"/>
          <p:cNvPicPr preferRelativeResize="0"/>
          <p:nvPr/>
        </p:nvPicPr>
        <p:blipFill>
          <a:blip r:embed="rId6">
            <a:alphaModFix/>
          </a:blip>
          <a:stretch>
            <a:fillRect/>
          </a:stretch>
        </p:blipFill>
        <p:spPr>
          <a:xfrm>
            <a:off x="2262113" y="2176102"/>
            <a:ext cx="311402" cy="311408"/>
          </a:xfrm>
          <a:prstGeom prst="rect">
            <a:avLst/>
          </a:prstGeom>
          <a:noFill/>
          <a:ln>
            <a:noFill/>
          </a:ln>
        </p:spPr>
      </p:pic>
      <p:pic>
        <p:nvPicPr>
          <p:cNvPr id="746" name="Google Shape;746;p80" title="Bottleneck.png"/>
          <p:cNvPicPr preferRelativeResize="0"/>
          <p:nvPr/>
        </p:nvPicPr>
        <p:blipFill>
          <a:blip r:embed="rId7">
            <a:alphaModFix/>
          </a:blip>
          <a:stretch>
            <a:fillRect/>
          </a:stretch>
        </p:blipFill>
        <p:spPr>
          <a:xfrm>
            <a:off x="869994" y="2721914"/>
            <a:ext cx="311402" cy="311408"/>
          </a:xfrm>
          <a:prstGeom prst="rect">
            <a:avLst/>
          </a:prstGeom>
          <a:noFill/>
          <a:ln>
            <a:noFill/>
          </a:ln>
        </p:spPr>
      </p:pic>
      <p:pic>
        <p:nvPicPr>
          <p:cNvPr id="747" name="Google Shape;747;p80" title="Candor.png"/>
          <p:cNvPicPr preferRelativeResize="0"/>
          <p:nvPr/>
        </p:nvPicPr>
        <p:blipFill>
          <a:blip r:embed="rId8">
            <a:alphaModFix/>
          </a:blip>
          <a:stretch>
            <a:fillRect/>
          </a:stretch>
        </p:blipFill>
        <p:spPr>
          <a:xfrm>
            <a:off x="1334043" y="2721914"/>
            <a:ext cx="311402" cy="311408"/>
          </a:xfrm>
          <a:prstGeom prst="rect">
            <a:avLst/>
          </a:prstGeom>
          <a:noFill/>
          <a:ln>
            <a:noFill/>
          </a:ln>
        </p:spPr>
      </p:pic>
      <p:pic>
        <p:nvPicPr>
          <p:cNvPr id="748" name="Google Shape;748;p80" title="Case Study.png"/>
          <p:cNvPicPr preferRelativeResize="0"/>
          <p:nvPr/>
        </p:nvPicPr>
        <p:blipFill>
          <a:blip r:embed="rId9">
            <a:alphaModFix/>
          </a:blip>
          <a:stretch>
            <a:fillRect/>
          </a:stretch>
        </p:blipFill>
        <p:spPr>
          <a:xfrm>
            <a:off x="2262109" y="2721919"/>
            <a:ext cx="311402" cy="311408"/>
          </a:xfrm>
          <a:prstGeom prst="rect">
            <a:avLst/>
          </a:prstGeom>
          <a:noFill/>
          <a:ln>
            <a:noFill/>
          </a:ln>
        </p:spPr>
      </p:pic>
      <p:pic>
        <p:nvPicPr>
          <p:cNvPr id="749" name="Google Shape;749;p80" title="Centralized.png"/>
          <p:cNvPicPr preferRelativeResize="0"/>
          <p:nvPr/>
        </p:nvPicPr>
        <p:blipFill>
          <a:blip r:embed="rId10">
            <a:alphaModFix/>
          </a:blip>
          <a:stretch>
            <a:fillRect/>
          </a:stretch>
        </p:blipFill>
        <p:spPr>
          <a:xfrm>
            <a:off x="1798078" y="2721914"/>
            <a:ext cx="311402" cy="311408"/>
          </a:xfrm>
          <a:prstGeom prst="rect">
            <a:avLst/>
          </a:prstGeom>
          <a:noFill/>
          <a:ln>
            <a:noFill/>
          </a:ln>
        </p:spPr>
      </p:pic>
      <p:sp>
        <p:nvSpPr>
          <p:cNvPr id="750" name="Google Shape;750;p80"/>
          <p:cNvSpPr txBox="1"/>
          <p:nvPr>
            <p:ph idx="1" type="body"/>
          </p:nvPr>
        </p:nvSpPr>
        <p:spPr>
          <a:xfrm>
            <a:off x="885988" y="1473300"/>
            <a:ext cx="1910100" cy="284100"/>
          </a:xfrm>
          <a:prstGeom prst="rect">
            <a:avLst/>
          </a:prstGeom>
          <a:noFill/>
          <a:ln>
            <a:noFill/>
          </a:ln>
        </p:spPr>
        <p:txBody>
          <a:bodyPr anchorCtr="0" anchor="ctr"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sz="1600">
                <a:solidFill>
                  <a:srgbClr val="0B1E17"/>
                </a:solidFill>
                <a:latin typeface="Outfit"/>
                <a:ea typeface="Outfit"/>
                <a:cs typeface="Outfit"/>
                <a:sym typeface="Outfit"/>
              </a:rPr>
              <a:t>Correct Use</a:t>
            </a:r>
            <a:endParaRPr sz="1600">
              <a:solidFill>
                <a:srgbClr val="0B1E17"/>
              </a:solidFill>
              <a:latin typeface="Outfit"/>
              <a:ea typeface="Outfit"/>
              <a:cs typeface="Outfit"/>
              <a:sym typeface="Outfit"/>
            </a:endParaRPr>
          </a:p>
        </p:txBody>
      </p:sp>
      <p:grpSp>
        <p:nvGrpSpPr>
          <p:cNvPr id="751" name="Google Shape;751;p80"/>
          <p:cNvGrpSpPr/>
          <p:nvPr/>
        </p:nvGrpSpPr>
        <p:grpSpPr>
          <a:xfrm>
            <a:off x="495365" y="1473299"/>
            <a:ext cx="284093" cy="284093"/>
            <a:chOff x="8247500" y="3107588"/>
            <a:chExt cx="484800" cy="484800"/>
          </a:xfrm>
        </p:grpSpPr>
        <p:sp>
          <p:nvSpPr>
            <p:cNvPr id="752" name="Google Shape;752;p80"/>
            <p:cNvSpPr/>
            <p:nvPr/>
          </p:nvSpPr>
          <p:spPr>
            <a:xfrm>
              <a:off x="8247500" y="3107588"/>
              <a:ext cx="484800" cy="484800"/>
            </a:xfrm>
            <a:prstGeom prst="ellipse">
              <a:avLst/>
            </a:prstGeom>
            <a:solidFill>
              <a:srgbClr val="90E39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latin typeface="Outfit"/>
                <a:ea typeface="Outfit"/>
                <a:cs typeface="Outfit"/>
                <a:sym typeface="Outfit"/>
              </a:endParaRPr>
            </a:p>
          </p:txBody>
        </p:sp>
        <p:pic>
          <p:nvPicPr>
            <p:cNvPr id="753" name="Google Shape;753;p80"/>
            <p:cNvPicPr preferRelativeResize="0"/>
            <p:nvPr/>
          </p:nvPicPr>
          <p:blipFill>
            <a:blip r:embed="rId11">
              <a:alphaModFix/>
            </a:blip>
            <a:stretch>
              <a:fillRect/>
            </a:stretch>
          </p:blipFill>
          <p:spPr>
            <a:xfrm>
              <a:off x="8400675" y="3260763"/>
              <a:ext cx="178450" cy="178450"/>
            </a:xfrm>
            <a:prstGeom prst="rect">
              <a:avLst/>
            </a:prstGeom>
            <a:noFill/>
            <a:ln>
              <a:noFill/>
            </a:ln>
          </p:spPr>
        </p:pic>
      </p:grpSp>
      <p:grpSp>
        <p:nvGrpSpPr>
          <p:cNvPr id="754" name="Google Shape;754;p80"/>
          <p:cNvGrpSpPr/>
          <p:nvPr/>
        </p:nvGrpSpPr>
        <p:grpSpPr>
          <a:xfrm>
            <a:off x="3479195" y="1913448"/>
            <a:ext cx="2452647" cy="1382454"/>
            <a:chOff x="3656713" y="1757900"/>
            <a:chExt cx="2785200" cy="1569900"/>
          </a:xfrm>
        </p:grpSpPr>
        <p:sp>
          <p:nvSpPr>
            <p:cNvPr id="755" name="Google Shape;755;p80"/>
            <p:cNvSpPr/>
            <p:nvPr/>
          </p:nvSpPr>
          <p:spPr>
            <a:xfrm>
              <a:off x="3656713" y="1757900"/>
              <a:ext cx="2785200" cy="1569900"/>
            </a:xfrm>
            <a:prstGeom prst="roundRect">
              <a:avLst>
                <a:gd fmla="val 7371" name="adj"/>
              </a:avLst>
            </a:prstGeom>
            <a:solidFill>
              <a:srgbClr val="F06A1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Light"/>
                <a:ea typeface="Outfit Light"/>
                <a:cs typeface="Outfit Light"/>
                <a:sym typeface="Outfit Light"/>
              </a:endParaRPr>
            </a:p>
          </p:txBody>
        </p:sp>
        <p:pic>
          <p:nvPicPr>
            <p:cNvPr id="756" name="Google Shape;756;p80" title="Accuracy Trust.png"/>
            <p:cNvPicPr preferRelativeResize="0"/>
            <p:nvPr/>
          </p:nvPicPr>
          <p:blipFill>
            <a:blip r:embed="rId3">
              <a:alphaModFix/>
            </a:blip>
            <a:stretch>
              <a:fillRect/>
            </a:stretch>
          </p:blipFill>
          <p:spPr>
            <a:xfrm>
              <a:off x="4082117" y="2085050"/>
              <a:ext cx="353610" cy="353614"/>
            </a:xfrm>
            <a:prstGeom prst="rect">
              <a:avLst/>
            </a:prstGeom>
            <a:noFill/>
            <a:ln>
              <a:noFill/>
            </a:ln>
          </p:spPr>
        </p:pic>
        <p:pic>
          <p:nvPicPr>
            <p:cNvPr id="757" name="Google Shape;757;p80" title="Audit.png"/>
            <p:cNvPicPr preferRelativeResize="0"/>
            <p:nvPr/>
          </p:nvPicPr>
          <p:blipFill>
            <a:blip r:embed="rId4">
              <a:alphaModFix/>
            </a:blip>
            <a:stretch>
              <a:fillRect/>
            </a:stretch>
          </p:blipFill>
          <p:spPr>
            <a:xfrm>
              <a:off x="4609065" y="2085050"/>
              <a:ext cx="353610" cy="353614"/>
            </a:xfrm>
            <a:prstGeom prst="rect">
              <a:avLst/>
            </a:prstGeom>
            <a:noFill/>
            <a:ln>
              <a:noFill/>
            </a:ln>
          </p:spPr>
        </p:pic>
        <p:pic>
          <p:nvPicPr>
            <p:cNvPr id="758" name="Google Shape;758;p80" title="Automate.png"/>
            <p:cNvPicPr preferRelativeResize="0"/>
            <p:nvPr/>
          </p:nvPicPr>
          <p:blipFill>
            <a:blip r:embed="rId5">
              <a:alphaModFix/>
            </a:blip>
            <a:stretch>
              <a:fillRect/>
            </a:stretch>
          </p:blipFill>
          <p:spPr>
            <a:xfrm>
              <a:off x="5135996" y="2085050"/>
              <a:ext cx="353610" cy="353614"/>
            </a:xfrm>
            <a:prstGeom prst="rect">
              <a:avLst/>
            </a:prstGeom>
            <a:noFill/>
            <a:ln>
              <a:noFill/>
            </a:ln>
          </p:spPr>
        </p:pic>
        <p:pic>
          <p:nvPicPr>
            <p:cNvPr id="759" name="Google Shape;759;p80" title="Automation.png"/>
            <p:cNvPicPr preferRelativeResize="0"/>
            <p:nvPr/>
          </p:nvPicPr>
          <p:blipFill>
            <a:blip r:embed="rId6">
              <a:alphaModFix/>
            </a:blip>
            <a:stretch>
              <a:fillRect/>
            </a:stretch>
          </p:blipFill>
          <p:spPr>
            <a:xfrm>
              <a:off x="5662927" y="2085050"/>
              <a:ext cx="353610" cy="353614"/>
            </a:xfrm>
            <a:prstGeom prst="rect">
              <a:avLst/>
            </a:prstGeom>
            <a:noFill/>
            <a:ln>
              <a:noFill/>
            </a:ln>
          </p:spPr>
        </p:pic>
        <p:pic>
          <p:nvPicPr>
            <p:cNvPr id="760" name="Google Shape;760;p80" title="Bottleneck.png"/>
            <p:cNvPicPr preferRelativeResize="0"/>
            <p:nvPr/>
          </p:nvPicPr>
          <p:blipFill>
            <a:blip r:embed="rId7">
              <a:alphaModFix/>
            </a:blip>
            <a:stretch>
              <a:fillRect/>
            </a:stretch>
          </p:blipFill>
          <p:spPr>
            <a:xfrm>
              <a:off x="4082117" y="2704839"/>
              <a:ext cx="353610" cy="353614"/>
            </a:xfrm>
            <a:prstGeom prst="rect">
              <a:avLst/>
            </a:prstGeom>
            <a:noFill/>
            <a:ln>
              <a:noFill/>
            </a:ln>
          </p:spPr>
        </p:pic>
        <p:pic>
          <p:nvPicPr>
            <p:cNvPr id="761" name="Google Shape;761;p80" title="Candor.png"/>
            <p:cNvPicPr preferRelativeResize="0"/>
            <p:nvPr/>
          </p:nvPicPr>
          <p:blipFill>
            <a:blip r:embed="rId8">
              <a:alphaModFix/>
            </a:blip>
            <a:stretch>
              <a:fillRect/>
            </a:stretch>
          </p:blipFill>
          <p:spPr>
            <a:xfrm>
              <a:off x="4609065" y="2704839"/>
              <a:ext cx="353610" cy="353614"/>
            </a:xfrm>
            <a:prstGeom prst="rect">
              <a:avLst/>
            </a:prstGeom>
            <a:noFill/>
            <a:ln>
              <a:noFill/>
            </a:ln>
          </p:spPr>
        </p:pic>
        <p:pic>
          <p:nvPicPr>
            <p:cNvPr id="762" name="Google Shape;762;p80" title="Case Study.png"/>
            <p:cNvPicPr preferRelativeResize="0"/>
            <p:nvPr/>
          </p:nvPicPr>
          <p:blipFill>
            <a:blip r:embed="rId9">
              <a:alphaModFix/>
            </a:blip>
            <a:stretch>
              <a:fillRect/>
            </a:stretch>
          </p:blipFill>
          <p:spPr>
            <a:xfrm>
              <a:off x="5662922" y="2704845"/>
              <a:ext cx="353610" cy="353614"/>
            </a:xfrm>
            <a:prstGeom prst="rect">
              <a:avLst/>
            </a:prstGeom>
            <a:noFill/>
            <a:ln>
              <a:noFill/>
            </a:ln>
          </p:spPr>
        </p:pic>
        <p:pic>
          <p:nvPicPr>
            <p:cNvPr id="763" name="Google Shape;763;p80" title="Centralized.png"/>
            <p:cNvPicPr preferRelativeResize="0"/>
            <p:nvPr/>
          </p:nvPicPr>
          <p:blipFill>
            <a:blip r:embed="rId10">
              <a:alphaModFix/>
            </a:blip>
            <a:stretch>
              <a:fillRect/>
            </a:stretch>
          </p:blipFill>
          <p:spPr>
            <a:xfrm>
              <a:off x="5135996" y="2704839"/>
              <a:ext cx="353610" cy="353614"/>
            </a:xfrm>
            <a:prstGeom prst="rect">
              <a:avLst/>
            </a:prstGeom>
            <a:noFill/>
            <a:ln>
              <a:noFill/>
            </a:ln>
          </p:spPr>
        </p:pic>
      </p:grpSp>
      <p:sp>
        <p:nvSpPr>
          <p:cNvPr id="764" name="Google Shape;764;p80"/>
          <p:cNvSpPr txBox="1"/>
          <p:nvPr>
            <p:ph idx="1" type="body"/>
          </p:nvPr>
        </p:nvSpPr>
        <p:spPr>
          <a:xfrm>
            <a:off x="3869813" y="1473300"/>
            <a:ext cx="1910100" cy="284100"/>
          </a:xfrm>
          <a:prstGeom prst="rect">
            <a:avLst/>
          </a:prstGeom>
          <a:noFill/>
          <a:ln>
            <a:noFill/>
          </a:ln>
        </p:spPr>
        <p:txBody>
          <a:bodyPr anchorCtr="0" anchor="ctr"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sz="1400">
                <a:solidFill>
                  <a:srgbClr val="0B1E17"/>
                </a:solidFill>
                <a:latin typeface="Outfit"/>
                <a:ea typeface="Outfit"/>
                <a:cs typeface="Outfit"/>
                <a:sym typeface="Outfit"/>
              </a:rPr>
              <a:t>Incorrect Use</a:t>
            </a:r>
            <a:endParaRPr sz="1400">
              <a:solidFill>
                <a:srgbClr val="0B1E17"/>
              </a:solidFill>
              <a:latin typeface="Outfit"/>
              <a:ea typeface="Outfit"/>
              <a:cs typeface="Outfit"/>
              <a:sym typeface="Outfit"/>
            </a:endParaRPr>
          </a:p>
        </p:txBody>
      </p:sp>
      <p:sp>
        <p:nvSpPr>
          <p:cNvPr id="765" name="Google Shape;765;p80"/>
          <p:cNvSpPr/>
          <p:nvPr/>
        </p:nvSpPr>
        <p:spPr>
          <a:xfrm>
            <a:off x="3479190" y="1473299"/>
            <a:ext cx="284100" cy="284100"/>
          </a:xfrm>
          <a:prstGeom prst="ellipse">
            <a:avLst/>
          </a:prstGeom>
          <a:solidFill>
            <a:srgbClr val="F9B3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latin typeface="Outfit"/>
              <a:ea typeface="Outfit"/>
              <a:cs typeface="Outfit"/>
              <a:sym typeface="Outfit"/>
            </a:endParaRPr>
          </a:p>
        </p:txBody>
      </p:sp>
      <p:sp>
        <p:nvSpPr>
          <p:cNvPr id="766" name="Google Shape;766;p80"/>
          <p:cNvSpPr txBox="1"/>
          <p:nvPr/>
        </p:nvSpPr>
        <p:spPr>
          <a:xfrm>
            <a:off x="3479188" y="1539500"/>
            <a:ext cx="270600" cy="15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1B1915"/>
                </a:solidFill>
                <a:latin typeface="Outfit SemiBold"/>
                <a:ea typeface="Outfit SemiBold"/>
                <a:cs typeface="Outfit SemiBold"/>
                <a:sym typeface="Outfit SemiBold"/>
              </a:rPr>
              <a:t>X</a:t>
            </a:r>
            <a:endParaRPr sz="1100">
              <a:solidFill>
                <a:srgbClr val="1B1915"/>
              </a:solidFill>
              <a:latin typeface="Outfit SemiBold"/>
              <a:ea typeface="Outfit SemiBold"/>
              <a:cs typeface="Outfit SemiBold"/>
              <a:sym typeface="Outfit SemiBold"/>
            </a:endParaRPr>
          </a:p>
        </p:txBody>
      </p:sp>
      <p:grpSp>
        <p:nvGrpSpPr>
          <p:cNvPr id="767" name="Google Shape;767;p80"/>
          <p:cNvGrpSpPr/>
          <p:nvPr/>
        </p:nvGrpSpPr>
        <p:grpSpPr>
          <a:xfrm>
            <a:off x="495362" y="3369910"/>
            <a:ext cx="2452647" cy="1382454"/>
            <a:chOff x="300038" y="3411925"/>
            <a:chExt cx="2785200" cy="1569900"/>
          </a:xfrm>
        </p:grpSpPr>
        <p:sp>
          <p:nvSpPr>
            <p:cNvPr id="768" name="Google Shape;768;p80"/>
            <p:cNvSpPr/>
            <p:nvPr/>
          </p:nvSpPr>
          <p:spPr>
            <a:xfrm>
              <a:off x="300038" y="3411925"/>
              <a:ext cx="2785200" cy="1569900"/>
            </a:xfrm>
            <a:prstGeom prst="roundRect">
              <a:avLst>
                <a:gd fmla="val 737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Light"/>
                <a:ea typeface="Outfit Light"/>
                <a:cs typeface="Outfit Light"/>
                <a:sym typeface="Outfit Light"/>
              </a:endParaRPr>
            </a:p>
          </p:txBody>
        </p:sp>
        <p:pic>
          <p:nvPicPr>
            <p:cNvPr id="769" name="Google Shape;769;p80" title="Journal Entry.png"/>
            <p:cNvPicPr preferRelativeResize="0"/>
            <p:nvPr/>
          </p:nvPicPr>
          <p:blipFill>
            <a:blip r:embed="rId12">
              <a:alphaModFix/>
            </a:blip>
            <a:stretch>
              <a:fillRect/>
            </a:stretch>
          </p:blipFill>
          <p:spPr>
            <a:xfrm>
              <a:off x="2317230" y="4304766"/>
              <a:ext cx="353597" cy="353599"/>
            </a:xfrm>
            <a:prstGeom prst="rect">
              <a:avLst/>
            </a:prstGeom>
            <a:noFill/>
            <a:ln>
              <a:noFill/>
            </a:ln>
          </p:spPr>
        </p:pic>
        <p:pic>
          <p:nvPicPr>
            <p:cNvPr id="770" name="Google Shape;770;p80" title="Modernize.png"/>
            <p:cNvPicPr preferRelativeResize="0"/>
            <p:nvPr/>
          </p:nvPicPr>
          <p:blipFill>
            <a:blip r:embed="rId13">
              <a:alphaModFix/>
            </a:blip>
            <a:stretch>
              <a:fillRect/>
            </a:stretch>
          </p:blipFill>
          <p:spPr>
            <a:xfrm>
              <a:off x="1790289" y="4304766"/>
              <a:ext cx="353597" cy="353599"/>
            </a:xfrm>
            <a:prstGeom prst="rect">
              <a:avLst/>
            </a:prstGeom>
            <a:noFill/>
            <a:ln>
              <a:noFill/>
            </a:ln>
          </p:spPr>
        </p:pic>
        <p:pic>
          <p:nvPicPr>
            <p:cNvPr id="771" name="Google Shape;771;p80" title="Open Minds.png"/>
            <p:cNvPicPr preferRelativeResize="0"/>
            <p:nvPr/>
          </p:nvPicPr>
          <p:blipFill>
            <a:blip r:embed="rId14">
              <a:alphaModFix/>
            </a:blip>
            <a:stretch>
              <a:fillRect/>
            </a:stretch>
          </p:blipFill>
          <p:spPr>
            <a:xfrm>
              <a:off x="1263316" y="4304755"/>
              <a:ext cx="353619" cy="353620"/>
            </a:xfrm>
            <a:prstGeom prst="rect">
              <a:avLst/>
            </a:prstGeom>
            <a:noFill/>
            <a:ln>
              <a:noFill/>
            </a:ln>
          </p:spPr>
        </p:pic>
        <p:pic>
          <p:nvPicPr>
            <p:cNvPr id="772" name="Google Shape;772;p80" title="Own the Audit.png"/>
            <p:cNvPicPr preferRelativeResize="0"/>
            <p:nvPr/>
          </p:nvPicPr>
          <p:blipFill>
            <a:blip r:embed="rId15">
              <a:alphaModFix/>
            </a:blip>
            <a:stretch>
              <a:fillRect/>
            </a:stretch>
          </p:blipFill>
          <p:spPr>
            <a:xfrm>
              <a:off x="736364" y="4304755"/>
              <a:ext cx="353619" cy="353620"/>
            </a:xfrm>
            <a:prstGeom prst="rect">
              <a:avLst/>
            </a:prstGeom>
            <a:noFill/>
            <a:ln>
              <a:noFill/>
            </a:ln>
          </p:spPr>
        </p:pic>
        <p:pic>
          <p:nvPicPr>
            <p:cNvPr id="773" name="Google Shape;773;p80" title="Quote.png"/>
            <p:cNvPicPr preferRelativeResize="0"/>
            <p:nvPr/>
          </p:nvPicPr>
          <p:blipFill>
            <a:blip r:embed="rId16">
              <a:alphaModFix/>
            </a:blip>
            <a:stretch>
              <a:fillRect/>
            </a:stretch>
          </p:blipFill>
          <p:spPr>
            <a:xfrm>
              <a:off x="2317252" y="3735395"/>
              <a:ext cx="353597" cy="353599"/>
            </a:xfrm>
            <a:prstGeom prst="rect">
              <a:avLst/>
            </a:prstGeom>
            <a:noFill/>
            <a:ln>
              <a:noFill/>
            </a:ln>
          </p:spPr>
        </p:pic>
        <p:pic>
          <p:nvPicPr>
            <p:cNvPr id="774" name="Google Shape;774;p80" title="Receive-Respond.png"/>
            <p:cNvPicPr preferRelativeResize="0"/>
            <p:nvPr/>
          </p:nvPicPr>
          <p:blipFill>
            <a:blip r:embed="rId17">
              <a:alphaModFix/>
            </a:blip>
            <a:stretch>
              <a:fillRect/>
            </a:stretch>
          </p:blipFill>
          <p:spPr>
            <a:xfrm>
              <a:off x="1790289" y="3735385"/>
              <a:ext cx="353619" cy="353620"/>
            </a:xfrm>
            <a:prstGeom prst="rect">
              <a:avLst/>
            </a:prstGeom>
            <a:noFill/>
            <a:ln>
              <a:noFill/>
            </a:ln>
          </p:spPr>
        </p:pic>
        <p:pic>
          <p:nvPicPr>
            <p:cNvPr id="775" name="Google Shape;775;p80" title="Refresh.png"/>
            <p:cNvPicPr preferRelativeResize="0"/>
            <p:nvPr/>
          </p:nvPicPr>
          <p:blipFill>
            <a:blip r:embed="rId18">
              <a:alphaModFix/>
            </a:blip>
            <a:stretch>
              <a:fillRect/>
            </a:stretch>
          </p:blipFill>
          <p:spPr>
            <a:xfrm>
              <a:off x="1263316" y="3735385"/>
              <a:ext cx="353619" cy="353620"/>
            </a:xfrm>
            <a:prstGeom prst="rect">
              <a:avLst/>
            </a:prstGeom>
            <a:noFill/>
            <a:ln>
              <a:noFill/>
            </a:ln>
          </p:spPr>
        </p:pic>
        <p:pic>
          <p:nvPicPr>
            <p:cNvPr id="776" name="Google Shape;776;p80" title="Save Time.png"/>
            <p:cNvPicPr preferRelativeResize="0"/>
            <p:nvPr/>
          </p:nvPicPr>
          <p:blipFill>
            <a:blip r:embed="rId19">
              <a:alphaModFix/>
            </a:blip>
            <a:stretch>
              <a:fillRect/>
            </a:stretch>
          </p:blipFill>
          <p:spPr>
            <a:xfrm>
              <a:off x="736362" y="3735385"/>
              <a:ext cx="353619" cy="353620"/>
            </a:xfrm>
            <a:prstGeom prst="rect">
              <a:avLst/>
            </a:prstGeom>
            <a:noFill/>
            <a:ln>
              <a:noFill/>
            </a:ln>
          </p:spPr>
        </p:pic>
      </p:grpSp>
      <p:grpSp>
        <p:nvGrpSpPr>
          <p:cNvPr id="777" name="Google Shape;777;p80"/>
          <p:cNvGrpSpPr/>
          <p:nvPr/>
        </p:nvGrpSpPr>
        <p:grpSpPr>
          <a:xfrm>
            <a:off x="3479195" y="3369983"/>
            <a:ext cx="2452647" cy="1382454"/>
            <a:chOff x="3656713" y="3411925"/>
            <a:chExt cx="2785200" cy="1569900"/>
          </a:xfrm>
        </p:grpSpPr>
        <p:sp>
          <p:nvSpPr>
            <p:cNvPr id="778" name="Google Shape;778;p80"/>
            <p:cNvSpPr/>
            <p:nvPr/>
          </p:nvSpPr>
          <p:spPr>
            <a:xfrm>
              <a:off x="3656713" y="3411925"/>
              <a:ext cx="2785200" cy="1569900"/>
            </a:xfrm>
            <a:prstGeom prst="roundRect">
              <a:avLst>
                <a:gd fmla="val 7371" name="adj"/>
              </a:avLst>
            </a:prstGeom>
            <a:solidFill>
              <a:srgbClr val="82B2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Light"/>
                <a:ea typeface="Outfit Light"/>
                <a:cs typeface="Outfit Light"/>
                <a:sym typeface="Outfit Light"/>
              </a:endParaRPr>
            </a:p>
          </p:txBody>
        </p:sp>
        <p:pic>
          <p:nvPicPr>
            <p:cNvPr id="779" name="Google Shape;779;p80" title="Journal Entry.png"/>
            <p:cNvPicPr preferRelativeResize="0"/>
            <p:nvPr/>
          </p:nvPicPr>
          <p:blipFill>
            <a:blip r:embed="rId12">
              <a:alphaModFix/>
            </a:blip>
            <a:stretch>
              <a:fillRect/>
            </a:stretch>
          </p:blipFill>
          <p:spPr>
            <a:xfrm>
              <a:off x="5673905" y="4304766"/>
              <a:ext cx="353597" cy="353599"/>
            </a:xfrm>
            <a:prstGeom prst="rect">
              <a:avLst/>
            </a:prstGeom>
            <a:noFill/>
            <a:ln>
              <a:noFill/>
            </a:ln>
          </p:spPr>
        </p:pic>
        <p:pic>
          <p:nvPicPr>
            <p:cNvPr id="780" name="Google Shape;780;p80" title="Modernize.png"/>
            <p:cNvPicPr preferRelativeResize="0"/>
            <p:nvPr/>
          </p:nvPicPr>
          <p:blipFill>
            <a:blip r:embed="rId13">
              <a:alphaModFix/>
            </a:blip>
            <a:stretch>
              <a:fillRect/>
            </a:stretch>
          </p:blipFill>
          <p:spPr>
            <a:xfrm>
              <a:off x="5146964" y="4304766"/>
              <a:ext cx="353597" cy="353599"/>
            </a:xfrm>
            <a:prstGeom prst="rect">
              <a:avLst/>
            </a:prstGeom>
            <a:noFill/>
            <a:ln>
              <a:noFill/>
            </a:ln>
          </p:spPr>
        </p:pic>
        <p:pic>
          <p:nvPicPr>
            <p:cNvPr id="781" name="Google Shape;781;p80" title="Open Minds.png"/>
            <p:cNvPicPr preferRelativeResize="0"/>
            <p:nvPr/>
          </p:nvPicPr>
          <p:blipFill>
            <a:blip r:embed="rId14">
              <a:alphaModFix/>
            </a:blip>
            <a:stretch>
              <a:fillRect/>
            </a:stretch>
          </p:blipFill>
          <p:spPr>
            <a:xfrm>
              <a:off x="4619991" y="4304755"/>
              <a:ext cx="353619" cy="353620"/>
            </a:xfrm>
            <a:prstGeom prst="rect">
              <a:avLst/>
            </a:prstGeom>
            <a:noFill/>
            <a:ln>
              <a:noFill/>
            </a:ln>
          </p:spPr>
        </p:pic>
        <p:pic>
          <p:nvPicPr>
            <p:cNvPr id="782" name="Google Shape;782;p80" title="Own the Audit.png"/>
            <p:cNvPicPr preferRelativeResize="0"/>
            <p:nvPr/>
          </p:nvPicPr>
          <p:blipFill>
            <a:blip r:embed="rId15">
              <a:alphaModFix/>
            </a:blip>
            <a:stretch>
              <a:fillRect/>
            </a:stretch>
          </p:blipFill>
          <p:spPr>
            <a:xfrm>
              <a:off x="4093039" y="4304755"/>
              <a:ext cx="353619" cy="353620"/>
            </a:xfrm>
            <a:prstGeom prst="rect">
              <a:avLst/>
            </a:prstGeom>
            <a:noFill/>
            <a:ln>
              <a:noFill/>
            </a:ln>
          </p:spPr>
        </p:pic>
        <p:pic>
          <p:nvPicPr>
            <p:cNvPr id="783" name="Google Shape;783;p80" title="Quote.png"/>
            <p:cNvPicPr preferRelativeResize="0"/>
            <p:nvPr/>
          </p:nvPicPr>
          <p:blipFill>
            <a:blip r:embed="rId16">
              <a:alphaModFix/>
            </a:blip>
            <a:stretch>
              <a:fillRect/>
            </a:stretch>
          </p:blipFill>
          <p:spPr>
            <a:xfrm>
              <a:off x="5673927" y="3735395"/>
              <a:ext cx="353597" cy="353599"/>
            </a:xfrm>
            <a:prstGeom prst="rect">
              <a:avLst/>
            </a:prstGeom>
            <a:noFill/>
            <a:ln>
              <a:noFill/>
            </a:ln>
          </p:spPr>
        </p:pic>
        <p:pic>
          <p:nvPicPr>
            <p:cNvPr id="784" name="Google Shape;784;p80" title="Receive-Respond.png"/>
            <p:cNvPicPr preferRelativeResize="0"/>
            <p:nvPr/>
          </p:nvPicPr>
          <p:blipFill>
            <a:blip r:embed="rId17">
              <a:alphaModFix/>
            </a:blip>
            <a:stretch>
              <a:fillRect/>
            </a:stretch>
          </p:blipFill>
          <p:spPr>
            <a:xfrm>
              <a:off x="5146964" y="3735385"/>
              <a:ext cx="353619" cy="353620"/>
            </a:xfrm>
            <a:prstGeom prst="rect">
              <a:avLst/>
            </a:prstGeom>
            <a:noFill/>
            <a:ln>
              <a:noFill/>
            </a:ln>
          </p:spPr>
        </p:pic>
        <p:pic>
          <p:nvPicPr>
            <p:cNvPr id="785" name="Google Shape;785;p80" title="Refresh.png"/>
            <p:cNvPicPr preferRelativeResize="0"/>
            <p:nvPr/>
          </p:nvPicPr>
          <p:blipFill>
            <a:blip r:embed="rId18">
              <a:alphaModFix/>
            </a:blip>
            <a:stretch>
              <a:fillRect/>
            </a:stretch>
          </p:blipFill>
          <p:spPr>
            <a:xfrm>
              <a:off x="4619991" y="3735385"/>
              <a:ext cx="353619" cy="353620"/>
            </a:xfrm>
            <a:prstGeom prst="rect">
              <a:avLst/>
            </a:prstGeom>
            <a:noFill/>
            <a:ln>
              <a:noFill/>
            </a:ln>
          </p:spPr>
        </p:pic>
        <p:pic>
          <p:nvPicPr>
            <p:cNvPr id="786" name="Google Shape;786;p80" title="Save Time.png"/>
            <p:cNvPicPr preferRelativeResize="0"/>
            <p:nvPr/>
          </p:nvPicPr>
          <p:blipFill>
            <a:blip r:embed="rId19">
              <a:alphaModFix/>
            </a:blip>
            <a:stretch>
              <a:fillRect/>
            </a:stretch>
          </p:blipFill>
          <p:spPr>
            <a:xfrm>
              <a:off x="4093037" y="3735385"/>
              <a:ext cx="353619" cy="353620"/>
            </a:xfrm>
            <a:prstGeom prst="rect">
              <a:avLst/>
            </a:prstGeom>
            <a:noFill/>
            <a:ln>
              <a:noFill/>
            </a:ln>
          </p:spPr>
        </p:pic>
      </p:grpSp>
      <p:sp>
        <p:nvSpPr>
          <p:cNvPr id="787" name="Google Shape;787;p80"/>
          <p:cNvSpPr/>
          <p:nvPr/>
        </p:nvSpPr>
        <p:spPr>
          <a:xfrm>
            <a:off x="7385325" y="4443600"/>
            <a:ext cx="1425300" cy="3546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u="sng">
                <a:solidFill>
                  <a:schemeClr val="dk1"/>
                </a:solidFill>
                <a:latin typeface="Outfit Medium"/>
                <a:ea typeface="Outfit Medium"/>
                <a:cs typeface="Outfit Medium"/>
                <a:sym typeface="Outfit Medium"/>
                <a:hlinkClick r:id="rId20">
                  <a:extLst>
                    <a:ext uri="{A12FA001-AC4F-418D-AE19-62706E023703}">
                      <ahyp:hlinkClr val="tx"/>
                    </a:ext>
                  </a:extLst>
                </a:hlinkClick>
              </a:rPr>
              <a:t>ICON LIBRARY →</a:t>
            </a:r>
            <a:endParaRPr sz="1100">
              <a:solidFill>
                <a:schemeClr val="dk1"/>
              </a:solidFill>
              <a:latin typeface="Outfit Medium"/>
              <a:ea typeface="Outfit Medium"/>
              <a:cs typeface="Outfit Medium"/>
              <a:sym typeface="Outfit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81"/>
          <p:cNvSpPr txBox="1"/>
          <p:nvPr>
            <p:ph type="title"/>
          </p:nvPr>
        </p:nvSpPr>
        <p:spPr>
          <a:xfrm>
            <a:off x="300038" y="428625"/>
            <a:ext cx="3338400" cy="7461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200"/>
              </a:spcAft>
              <a:buClr>
                <a:schemeClr val="dk1"/>
              </a:buClr>
              <a:buSzPts val="2300"/>
              <a:buFont typeface="Outfit"/>
              <a:buNone/>
            </a:pPr>
            <a:r>
              <a:rPr lang="en"/>
              <a:t>Grab n’ Go Elements</a:t>
            </a:r>
            <a:endParaRPr/>
          </a:p>
        </p:txBody>
      </p:sp>
      <p:sp>
        <p:nvSpPr>
          <p:cNvPr id="793" name="Google Shape;793;p81"/>
          <p:cNvSpPr txBox="1"/>
          <p:nvPr>
            <p:ph idx="1" type="body"/>
          </p:nvPr>
        </p:nvSpPr>
        <p:spPr>
          <a:xfrm>
            <a:off x="3748166" y="428625"/>
            <a:ext cx="4252800" cy="7461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t>Here are some elements you can copy and paste to custom slides where a template doesn’t work as well for your content!</a:t>
            </a:r>
            <a:endParaRPr/>
          </a:p>
        </p:txBody>
      </p:sp>
      <p:sp>
        <p:nvSpPr>
          <p:cNvPr id="794" name="Google Shape;794;p81"/>
          <p:cNvSpPr txBox="1"/>
          <p:nvPr>
            <p:ph type="title"/>
          </p:nvPr>
        </p:nvSpPr>
        <p:spPr>
          <a:xfrm>
            <a:off x="300038" y="428625"/>
            <a:ext cx="3338400" cy="7461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200"/>
              </a:spcAft>
              <a:buClr>
                <a:schemeClr val="dk1"/>
              </a:buClr>
              <a:buSzPts val="2300"/>
              <a:buFont typeface="Outfit"/>
              <a:buNone/>
            </a:pPr>
            <a:r>
              <a:rPr lang="en"/>
              <a:t>Grab n’ Go Elements</a:t>
            </a:r>
            <a:endParaRPr/>
          </a:p>
        </p:txBody>
      </p:sp>
      <p:sp>
        <p:nvSpPr>
          <p:cNvPr id="795" name="Google Shape;795;p81"/>
          <p:cNvSpPr txBox="1"/>
          <p:nvPr>
            <p:ph idx="1" type="body"/>
          </p:nvPr>
        </p:nvSpPr>
        <p:spPr>
          <a:xfrm>
            <a:off x="3748166" y="428625"/>
            <a:ext cx="4252800" cy="7461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t>Here are some elements you can copy and paste to custom slides where a template doesn’t work as well for your content!</a:t>
            </a:r>
            <a:endParaRPr/>
          </a:p>
        </p:txBody>
      </p:sp>
      <p:sp>
        <p:nvSpPr>
          <p:cNvPr id="796" name="Google Shape;796;p81"/>
          <p:cNvSpPr/>
          <p:nvPr/>
        </p:nvSpPr>
        <p:spPr>
          <a:xfrm>
            <a:off x="3469388" y="1933063"/>
            <a:ext cx="484800" cy="484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Outfit"/>
                <a:ea typeface="Outfit"/>
                <a:cs typeface="Outfit"/>
                <a:sym typeface="Outfit"/>
              </a:rPr>
              <a:t>1</a:t>
            </a:r>
            <a:endParaRPr b="1">
              <a:solidFill>
                <a:schemeClr val="dk1"/>
              </a:solidFill>
              <a:latin typeface="Outfit"/>
              <a:ea typeface="Outfit"/>
              <a:cs typeface="Outfit"/>
              <a:sym typeface="Outfit"/>
            </a:endParaRPr>
          </a:p>
        </p:txBody>
      </p:sp>
      <p:sp>
        <p:nvSpPr>
          <p:cNvPr id="797" name="Google Shape;797;p81"/>
          <p:cNvSpPr/>
          <p:nvPr/>
        </p:nvSpPr>
        <p:spPr>
          <a:xfrm>
            <a:off x="4156638" y="1933063"/>
            <a:ext cx="484800" cy="484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Outfit"/>
                <a:ea typeface="Outfit"/>
                <a:cs typeface="Outfit"/>
                <a:sym typeface="Outfit"/>
              </a:rPr>
              <a:t>2</a:t>
            </a:r>
            <a:endParaRPr b="1">
              <a:solidFill>
                <a:schemeClr val="dk1"/>
              </a:solidFill>
              <a:latin typeface="Outfit"/>
              <a:ea typeface="Outfit"/>
              <a:cs typeface="Outfit"/>
              <a:sym typeface="Outfit"/>
            </a:endParaRPr>
          </a:p>
        </p:txBody>
      </p:sp>
      <p:sp>
        <p:nvSpPr>
          <p:cNvPr id="798" name="Google Shape;798;p81"/>
          <p:cNvSpPr/>
          <p:nvPr/>
        </p:nvSpPr>
        <p:spPr>
          <a:xfrm>
            <a:off x="4843888" y="1933063"/>
            <a:ext cx="484800" cy="484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Outfit"/>
                <a:ea typeface="Outfit"/>
                <a:cs typeface="Outfit"/>
                <a:sym typeface="Outfit"/>
              </a:rPr>
              <a:t>3</a:t>
            </a:r>
            <a:endParaRPr b="1">
              <a:solidFill>
                <a:schemeClr val="dk1"/>
              </a:solidFill>
              <a:latin typeface="Outfit"/>
              <a:ea typeface="Outfit"/>
              <a:cs typeface="Outfit"/>
              <a:sym typeface="Outfit"/>
            </a:endParaRPr>
          </a:p>
        </p:txBody>
      </p:sp>
      <p:sp>
        <p:nvSpPr>
          <p:cNvPr id="799" name="Google Shape;799;p81"/>
          <p:cNvSpPr/>
          <p:nvPr/>
        </p:nvSpPr>
        <p:spPr>
          <a:xfrm>
            <a:off x="5531138" y="1933063"/>
            <a:ext cx="484800" cy="484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Outfit"/>
                <a:ea typeface="Outfit"/>
                <a:cs typeface="Outfit"/>
                <a:sym typeface="Outfit"/>
              </a:rPr>
              <a:t>4</a:t>
            </a:r>
            <a:endParaRPr b="1">
              <a:solidFill>
                <a:schemeClr val="dk1"/>
              </a:solidFill>
              <a:latin typeface="Outfit"/>
              <a:ea typeface="Outfit"/>
              <a:cs typeface="Outfit"/>
              <a:sym typeface="Outfit"/>
            </a:endParaRPr>
          </a:p>
        </p:txBody>
      </p:sp>
      <p:sp>
        <p:nvSpPr>
          <p:cNvPr id="800" name="Google Shape;800;p81"/>
          <p:cNvSpPr/>
          <p:nvPr/>
        </p:nvSpPr>
        <p:spPr>
          <a:xfrm>
            <a:off x="6218388" y="1933063"/>
            <a:ext cx="484800" cy="484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Outfit"/>
                <a:ea typeface="Outfit"/>
                <a:cs typeface="Outfit"/>
                <a:sym typeface="Outfit"/>
              </a:rPr>
              <a:t>5</a:t>
            </a:r>
            <a:endParaRPr b="1">
              <a:solidFill>
                <a:schemeClr val="dk1"/>
              </a:solidFill>
              <a:latin typeface="Outfit"/>
              <a:ea typeface="Outfit"/>
              <a:cs typeface="Outfit"/>
              <a:sym typeface="Outfit"/>
            </a:endParaRPr>
          </a:p>
        </p:txBody>
      </p:sp>
      <p:sp>
        <p:nvSpPr>
          <p:cNvPr id="801" name="Google Shape;801;p81"/>
          <p:cNvSpPr/>
          <p:nvPr/>
        </p:nvSpPr>
        <p:spPr>
          <a:xfrm>
            <a:off x="300050" y="1933063"/>
            <a:ext cx="484800" cy="484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Outfit"/>
                <a:ea typeface="Outfit"/>
                <a:cs typeface="Outfit"/>
                <a:sym typeface="Outfit"/>
              </a:rPr>
              <a:t>→</a:t>
            </a:r>
            <a:endParaRPr b="1">
              <a:solidFill>
                <a:schemeClr val="dk1"/>
              </a:solidFill>
              <a:latin typeface="Outfit"/>
              <a:ea typeface="Outfit"/>
              <a:cs typeface="Outfit"/>
              <a:sym typeface="Outfit"/>
            </a:endParaRPr>
          </a:p>
        </p:txBody>
      </p:sp>
      <p:sp>
        <p:nvSpPr>
          <p:cNvPr id="802" name="Google Shape;802;p81"/>
          <p:cNvSpPr/>
          <p:nvPr/>
        </p:nvSpPr>
        <p:spPr>
          <a:xfrm>
            <a:off x="987300" y="1933063"/>
            <a:ext cx="484800" cy="484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Outfit"/>
                <a:ea typeface="Outfit"/>
                <a:cs typeface="Outfit"/>
                <a:sym typeface="Outfit"/>
              </a:rPr>
              <a:t>←</a:t>
            </a:r>
            <a:endParaRPr b="1">
              <a:solidFill>
                <a:schemeClr val="dk1"/>
              </a:solidFill>
              <a:latin typeface="Outfit"/>
              <a:ea typeface="Outfit"/>
              <a:cs typeface="Outfit"/>
              <a:sym typeface="Outfit"/>
            </a:endParaRPr>
          </a:p>
        </p:txBody>
      </p:sp>
      <p:sp>
        <p:nvSpPr>
          <p:cNvPr id="803" name="Google Shape;803;p81"/>
          <p:cNvSpPr/>
          <p:nvPr/>
        </p:nvSpPr>
        <p:spPr>
          <a:xfrm>
            <a:off x="1674550" y="1933063"/>
            <a:ext cx="484800" cy="484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Outfit"/>
                <a:ea typeface="Outfit"/>
                <a:cs typeface="Outfit"/>
                <a:sym typeface="Outfit"/>
              </a:rPr>
              <a:t>↓</a:t>
            </a:r>
            <a:endParaRPr b="1">
              <a:solidFill>
                <a:schemeClr val="dk1"/>
              </a:solidFill>
              <a:latin typeface="Outfit"/>
              <a:ea typeface="Outfit"/>
              <a:cs typeface="Outfit"/>
              <a:sym typeface="Outfit"/>
            </a:endParaRPr>
          </a:p>
        </p:txBody>
      </p:sp>
      <p:sp>
        <p:nvSpPr>
          <p:cNvPr id="804" name="Google Shape;804;p81"/>
          <p:cNvSpPr/>
          <p:nvPr/>
        </p:nvSpPr>
        <p:spPr>
          <a:xfrm>
            <a:off x="2361800" y="1933063"/>
            <a:ext cx="484800" cy="484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Outfit"/>
                <a:ea typeface="Outfit"/>
                <a:cs typeface="Outfit"/>
                <a:sym typeface="Outfit"/>
              </a:rPr>
              <a:t>↑</a:t>
            </a:r>
            <a:endParaRPr b="1">
              <a:solidFill>
                <a:schemeClr val="dk1"/>
              </a:solidFill>
              <a:latin typeface="Outfit"/>
              <a:ea typeface="Outfit"/>
              <a:cs typeface="Outfit"/>
              <a:sym typeface="Outfit"/>
            </a:endParaRPr>
          </a:p>
        </p:txBody>
      </p:sp>
      <p:sp>
        <p:nvSpPr>
          <p:cNvPr id="805" name="Google Shape;805;p81"/>
          <p:cNvSpPr txBox="1"/>
          <p:nvPr>
            <p:ph idx="1" type="body"/>
          </p:nvPr>
        </p:nvSpPr>
        <p:spPr>
          <a:xfrm>
            <a:off x="3469388" y="1608338"/>
            <a:ext cx="3675000" cy="2064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solidFill>
                  <a:srgbClr val="226548"/>
                </a:solidFill>
                <a:latin typeface="Outfit Medium"/>
                <a:ea typeface="Outfit Medium"/>
                <a:cs typeface="Outfit Medium"/>
                <a:sym typeface="Outfit Medium"/>
              </a:rPr>
              <a:t>Number Bubbles</a:t>
            </a:r>
            <a:endParaRPr>
              <a:solidFill>
                <a:srgbClr val="226548"/>
              </a:solidFill>
            </a:endParaRPr>
          </a:p>
        </p:txBody>
      </p:sp>
      <p:sp>
        <p:nvSpPr>
          <p:cNvPr id="806" name="Google Shape;806;p81"/>
          <p:cNvSpPr txBox="1"/>
          <p:nvPr>
            <p:ph idx="1" type="body"/>
          </p:nvPr>
        </p:nvSpPr>
        <p:spPr>
          <a:xfrm>
            <a:off x="300050" y="1608338"/>
            <a:ext cx="2684700" cy="2064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solidFill>
                  <a:srgbClr val="226548"/>
                </a:solidFill>
                <a:latin typeface="Outfit Medium"/>
                <a:ea typeface="Outfit Medium"/>
                <a:cs typeface="Outfit Medium"/>
                <a:sym typeface="Outfit Medium"/>
              </a:rPr>
              <a:t>Arrow Bubbles</a:t>
            </a:r>
            <a:endParaRPr>
              <a:solidFill>
                <a:srgbClr val="226548"/>
              </a:solidFill>
            </a:endParaRPr>
          </a:p>
        </p:txBody>
      </p:sp>
      <p:sp>
        <p:nvSpPr>
          <p:cNvPr id="807" name="Google Shape;807;p81"/>
          <p:cNvSpPr/>
          <p:nvPr/>
        </p:nvSpPr>
        <p:spPr>
          <a:xfrm>
            <a:off x="3469388" y="2536188"/>
            <a:ext cx="484800" cy="484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5"/>
                </a:solidFill>
                <a:latin typeface="Outfit"/>
                <a:ea typeface="Outfit"/>
                <a:cs typeface="Outfit"/>
                <a:sym typeface="Outfit"/>
              </a:rPr>
              <a:t>1</a:t>
            </a:r>
            <a:endParaRPr b="1">
              <a:solidFill>
                <a:schemeClr val="accent5"/>
              </a:solidFill>
              <a:latin typeface="Outfit"/>
              <a:ea typeface="Outfit"/>
              <a:cs typeface="Outfit"/>
              <a:sym typeface="Outfit"/>
            </a:endParaRPr>
          </a:p>
        </p:txBody>
      </p:sp>
      <p:sp>
        <p:nvSpPr>
          <p:cNvPr id="808" name="Google Shape;808;p81"/>
          <p:cNvSpPr/>
          <p:nvPr/>
        </p:nvSpPr>
        <p:spPr>
          <a:xfrm>
            <a:off x="4156638" y="2536188"/>
            <a:ext cx="484800" cy="484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5"/>
                </a:solidFill>
                <a:latin typeface="Outfit"/>
                <a:ea typeface="Outfit"/>
                <a:cs typeface="Outfit"/>
                <a:sym typeface="Outfit"/>
              </a:rPr>
              <a:t>2</a:t>
            </a:r>
            <a:endParaRPr b="1">
              <a:solidFill>
                <a:schemeClr val="accent5"/>
              </a:solidFill>
              <a:latin typeface="Outfit"/>
              <a:ea typeface="Outfit"/>
              <a:cs typeface="Outfit"/>
              <a:sym typeface="Outfit"/>
            </a:endParaRPr>
          </a:p>
        </p:txBody>
      </p:sp>
      <p:sp>
        <p:nvSpPr>
          <p:cNvPr id="809" name="Google Shape;809;p81"/>
          <p:cNvSpPr/>
          <p:nvPr/>
        </p:nvSpPr>
        <p:spPr>
          <a:xfrm>
            <a:off x="4843888" y="2536188"/>
            <a:ext cx="484800" cy="484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5"/>
                </a:solidFill>
                <a:latin typeface="Outfit"/>
                <a:ea typeface="Outfit"/>
                <a:cs typeface="Outfit"/>
                <a:sym typeface="Outfit"/>
              </a:rPr>
              <a:t>3</a:t>
            </a:r>
            <a:endParaRPr b="1">
              <a:solidFill>
                <a:schemeClr val="accent5"/>
              </a:solidFill>
              <a:latin typeface="Outfit"/>
              <a:ea typeface="Outfit"/>
              <a:cs typeface="Outfit"/>
              <a:sym typeface="Outfit"/>
            </a:endParaRPr>
          </a:p>
        </p:txBody>
      </p:sp>
      <p:sp>
        <p:nvSpPr>
          <p:cNvPr id="810" name="Google Shape;810;p81"/>
          <p:cNvSpPr/>
          <p:nvPr/>
        </p:nvSpPr>
        <p:spPr>
          <a:xfrm>
            <a:off x="5531138" y="2536188"/>
            <a:ext cx="484800" cy="484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5"/>
                </a:solidFill>
                <a:latin typeface="Outfit"/>
                <a:ea typeface="Outfit"/>
                <a:cs typeface="Outfit"/>
                <a:sym typeface="Outfit"/>
              </a:rPr>
              <a:t>4</a:t>
            </a:r>
            <a:endParaRPr b="1">
              <a:solidFill>
                <a:schemeClr val="accent5"/>
              </a:solidFill>
              <a:latin typeface="Outfit"/>
              <a:ea typeface="Outfit"/>
              <a:cs typeface="Outfit"/>
              <a:sym typeface="Outfit"/>
            </a:endParaRPr>
          </a:p>
        </p:txBody>
      </p:sp>
      <p:sp>
        <p:nvSpPr>
          <p:cNvPr id="811" name="Google Shape;811;p81"/>
          <p:cNvSpPr/>
          <p:nvPr/>
        </p:nvSpPr>
        <p:spPr>
          <a:xfrm>
            <a:off x="6218388" y="2536188"/>
            <a:ext cx="484800" cy="484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5"/>
                </a:solidFill>
                <a:latin typeface="Outfit"/>
                <a:ea typeface="Outfit"/>
                <a:cs typeface="Outfit"/>
                <a:sym typeface="Outfit"/>
              </a:rPr>
              <a:t>5</a:t>
            </a:r>
            <a:endParaRPr b="1">
              <a:solidFill>
                <a:schemeClr val="accent5"/>
              </a:solidFill>
              <a:latin typeface="Outfit"/>
              <a:ea typeface="Outfit"/>
              <a:cs typeface="Outfit"/>
              <a:sym typeface="Outfit"/>
            </a:endParaRPr>
          </a:p>
        </p:txBody>
      </p:sp>
      <p:sp>
        <p:nvSpPr>
          <p:cNvPr id="812" name="Google Shape;812;p81"/>
          <p:cNvSpPr/>
          <p:nvPr/>
        </p:nvSpPr>
        <p:spPr>
          <a:xfrm>
            <a:off x="300050" y="2539325"/>
            <a:ext cx="484800" cy="484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5"/>
                </a:solidFill>
                <a:latin typeface="Outfit"/>
                <a:ea typeface="Outfit"/>
                <a:cs typeface="Outfit"/>
                <a:sym typeface="Outfit"/>
              </a:rPr>
              <a:t>→</a:t>
            </a:r>
            <a:endParaRPr b="1">
              <a:solidFill>
                <a:schemeClr val="accent5"/>
              </a:solidFill>
              <a:latin typeface="Outfit"/>
              <a:ea typeface="Outfit"/>
              <a:cs typeface="Outfit"/>
              <a:sym typeface="Outfit"/>
            </a:endParaRPr>
          </a:p>
        </p:txBody>
      </p:sp>
      <p:sp>
        <p:nvSpPr>
          <p:cNvPr id="813" name="Google Shape;813;p81"/>
          <p:cNvSpPr/>
          <p:nvPr/>
        </p:nvSpPr>
        <p:spPr>
          <a:xfrm>
            <a:off x="987300" y="2539325"/>
            <a:ext cx="484800" cy="484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5"/>
                </a:solidFill>
                <a:latin typeface="Outfit"/>
                <a:ea typeface="Outfit"/>
                <a:cs typeface="Outfit"/>
                <a:sym typeface="Outfit"/>
              </a:rPr>
              <a:t>←</a:t>
            </a:r>
            <a:endParaRPr b="1">
              <a:solidFill>
                <a:schemeClr val="accent5"/>
              </a:solidFill>
              <a:latin typeface="Outfit"/>
              <a:ea typeface="Outfit"/>
              <a:cs typeface="Outfit"/>
              <a:sym typeface="Outfit"/>
            </a:endParaRPr>
          </a:p>
        </p:txBody>
      </p:sp>
      <p:sp>
        <p:nvSpPr>
          <p:cNvPr id="814" name="Google Shape;814;p81"/>
          <p:cNvSpPr/>
          <p:nvPr/>
        </p:nvSpPr>
        <p:spPr>
          <a:xfrm>
            <a:off x="1674550" y="2539325"/>
            <a:ext cx="484800" cy="484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5"/>
                </a:solidFill>
                <a:latin typeface="Outfit"/>
                <a:ea typeface="Outfit"/>
                <a:cs typeface="Outfit"/>
                <a:sym typeface="Outfit"/>
              </a:rPr>
              <a:t>↓</a:t>
            </a:r>
            <a:endParaRPr b="1">
              <a:solidFill>
                <a:schemeClr val="accent5"/>
              </a:solidFill>
              <a:latin typeface="Outfit"/>
              <a:ea typeface="Outfit"/>
              <a:cs typeface="Outfit"/>
              <a:sym typeface="Outfit"/>
            </a:endParaRPr>
          </a:p>
        </p:txBody>
      </p:sp>
      <p:sp>
        <p:nvSpPr>
          <p:cNvPr id="815" name="Google Shape;815;p81"/>
          <p:cNvSpPr/>
          <p:nvPr/>
        </p:nvSpPr>
        <p:spPr>
          <a:xfrm>
            <a:off x="2361800" y="2539325"/>
            <a:ext cx="484800" cy="484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5"/>
                </a:solidFill>
                <a:latin typeface="Outfit"/>
                <a:ea typeface="Outfit"/>
                <a:cs typeface="Outfit"/>
                <a:sym typeface="Outfit"/>
              </a:rPr>
              <a:t>↑</a:t>
            </a:r>
            <a:endParaRPr b="1">
              <a:solidFill>
                <a:schemeClr val="accent5"/>
              </a:solidFill>
              <a:latin typeface="Outfit"/>
              <a:ea typeface="Outfit"/>
              <a:cs typeface="Outfit"/>
              <a:sym typeface="Outfit"/>
            </a:endParaRPr>
          </a:p>
        </p:txBody>
      </p:sp>
      <p:sp>
        <p:nvSpPr>
          <p:cNvPr id="816" name="Google Shape;816;p81"/>
          <p:cNvSpPr/>
          <p:nvPr/>
        </p:nvSpPr>
        <p:spPr>
          <a:xfrm>
            <a:off x="7592900" y="1950138"/>
            <a:ext cx="484800" cy="484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Outfit"/>
                <a:ea typeface="Outfit"/>
                <a:cs typeface="Outfit"/>
                <a:sym typeface="Outfit"/>
              </a:rPr>
              <a:t>✦</a:t>
            </a:r>
            <a:endParaRPr b="1">
              <a:solidFill>
                <a:schemeClr val="dk1"/>
              </a:solidFill>
              <a:latin typeface="Outfit"/>
              <a:ea typeface="Outfit"/>
              <a:cs typeface="Outfit"/>
              <a:sym typeface="Outfit"/>
            </a:endParaRPr>
          </a:p>
        </p:txBody>
      </p:sp>
      <p:grpSp>
        <p:nvGrpSpPr>
          <p:cNvPr id="817" name="Google Shape;817;p81"/>
          <p:cNvGrpSpPr/>
          <p:nvPr/>
        </p:nvGrpSpPr>
        <p:grpSpPr>
          <a:xfrm>
            <a:off x="8247500" y="1950138"/>
            <a:ext cx="484800" cy="484800"/>
            <a:chOff x="1034500" y="3769000"/>
            <a:chExt cx="484800" cy="484800"/>
          </a:xfrm>
        </p:grpSpPr>
        <p:sp>
          <p:nvSpPr>
            <p:cNvPr id="818" name="Google Shape;818;p81"/>
            <p:cNvSpPr/>
            <p:nvPr/>
          </p:nvSpPr>
          <p:spPr>
            <a:xfrm>
              <a:off x="1034500" y="3769000"/>
              <a:ext cx="484800" cy="484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latin typeface="Outfit"/>
                <a:ea typeface="Outfit"/>
                <a:cs typeface="Outfit"/>
                <a:sym typeface="Outfit"/>
              </a:endParaRPr>
            </a:p>
          </p:txBody>
        </p:sp>
        <p:pic>
          <p:nvPicPr>
            <p:cNvPr id="819" name="Google Shape;819;p81"/>
            <p:cNvPicPr preferRelativeResize="0"/>
            <p:nvPr/>
          </p:nvPicPr>
          <p:blipFill>
            <a:blip r:embed="rId3">
              <a:alphaModFix/>
            </a:blip>
            <a:stretch>
              <a:fillRect/>
            </a:stretch>
          </p:blipFill>
          <p:spPr>
            <a:xfrm>
              <a:off x="1187675" y="3922175"/>
              <a:ext cx="178450" cy="178450"/>
            </a:xfrm>
            <a:prstGeom prst="rect">
              <a:avLst/>
            </a:prstGeom>
            <a:noFill/>
            <a:ln>
              <a:noFill/>
            </a:ln>
          </p:spPr>
        </p:pic>
      </p:grpSp>
      <p:sp>
        <p:nvSpPr>
          <p:cNvPr id="820" name="Google Shape;820;p81"/>
          <p:cNvSpPr txBox="1"/>
          <p:nvPr>
            <p:ph idx="1" type="body"/>
          </p:nvPr>
        </p:nvSpPr>
        <p:spPr>
          <a:xfrm>
            <a:off x="7592900" y="1608350"/>
            <a:ext cx="1290600" cy="2064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solidFill>
                  <a:srgbClr val="226548"/>
                </a:solidFill>
                <a:latin typeface="Outfit Medium"/>
                <a:ea typeface="Outfit Medium"/>
                <a:cs typeface="Outfit Medium"/>
                <a:sym typeface="Outfit Medium"/>
              </a:rPr>
              <a:t>Misc. Bullet Bubbles</a:t>
            </a:r>
            <a:endParaRPr>
              <a:solidFill>
                <a:srgbClr val="226548"/>
              </a:solidFill>
            </a:endParaRPr>
          </a:p>
        </p:txBody>
      </p:sp>
      <p:sp>
        <p:nvSpPr>
          <p:cNvPr id="821" name="Google Shape;821;p81"/>
          <p:cNvSpPr/>
          <p:nvPr/>
        </p:nvSpPr>
        <p:spPr>
          <a:xfrm>
            <a:off x="7592900" y="2528863"/>
            <a:ext cx="484800" cy="484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latin typeface="Outfit"/>
                <a:ea typeface="Outfit"/>
                <a:cs typeface="Outfit"/>
                <a:sym typeface="Outfit"/>
              </a:rPr>
              <a:t>✦</a:t>
            </a:r>
            <a:endParaRPr b="1">
              <a:solidFill>
                <a:srgbClr val="FFFFFF"/>
              </a:solidFill>
              <a:latin typeface="Outfit"/>
              <a:ea typeface="Outfit"/>
              <a:cs typeface="Outfit"/>
              <a:sym typeface="Outfit"/>
            </a:endParaRPr>
          </a:p>
        </p:txBody>
      </p:sp>
      <p:grpSp>
        <p:nvGrpSpPr>
          <p:cNvPr id="822" name="Google Shape;822;p81"/>
          <p:cNvGrpSpPr/>
          <p:nvPr/>
        </p:nvGrpSpPr>
        <p:grpSpPr>
          <a:xfrm>
            <a:off x="8247500" y="2528863"/>
            <a:ext cx="484800" cy="484800"/>
            <a:chOff x="1034500" y="4145150"/>
            <a:chExt cx="484800" cy="484800"/>
          </a:xfrm>
        </p:grpSpPr>
        <p:sp>
          <p:nvSpPr>
            <p:cNvPr id="823" name="Google Shape;823;p81"/>
            <p:cNvSpPr/>
            <p:nvPr/>
          </p:nvSpPr>
          <p:spPr>
            <a:xfrm>
              <a:off x="1034500" y="4145150"/>
              <a:ext cx="484800" cy="484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latin typeface="Outfit"/>
                <a:ea typeface="Outfit"/>
                <a:cs typeface="Outfit"/>
                <a:sym typeface="Outfit"/>
              </a:endParaRPr>
            </a:p>
          </p:txBody>
        </p:sp>
        <p:pic>
          <p:nvPicPr>
            <p:cNvPr id="824" name="Google Shape;824;p81"/>
            <p:cNvPicPr preferRelativeResize="0"/>
            <p:nvPr/>
          </p:nvPicPr>
          <p:blipFill>
            <a:blip r:embed="rId4">
              <a:alphaModFix/>
            </a:blip>
            <a:stretch>
              <a:fillRect/>
            </a:stretch>
          </p:blipFill>
          <p:spPr>
            <a:xfrm>
              <a:off x="1193750" y="4304400"/>
              <a:ext cx="182880" cy="182880"/>
            </a:xfrm>
            <a:prstGeom prst="rect">
              <a:avLst/>
            </a:prstGeom>
            <a:noFill/>
            <a:ln>
              <a:noFill/>
            </a:ln>
          </p:spPr>
        </p:pic>
      </p:grpSp>
      <p:sp>
        <p:nvSpPr>
          <p:cNvPr id="825" name="Google Shape;825;p81"/>
          <p:cNvSpPr/>
          <p:nvPr/>
        </p:nvSpPr>
        <p:spPr>
          <a:xfrm>
            <a:off x="7592900" y="3107588"/>
            <a:ext cx="484800" cy="48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Outfit"/>
                <a:ea typeface="Outfit"/>
                <a:cs typeface="Outfit"/>
                <a:sym typeface="Outfit"/>
              </a:rPr>
              <a:t>✦</a:t>
            </a:r>
            <a:endParaRPr b="1">
              <a:solidFill>
                <a:schemeClr val="dk1"/>
              </a:solidFill>
              <a:latin typeface="Outfit"/>
              <a:ea typeface="Outfit"/>
              <a:cs typeface="Outfit"/>
              <a:sym typeface="Outfit"/>
            </a:endParaRPr>
          </a:p>
        </p:txBody>
      </p:sp>
      <p:sp>
        <p:nvSpPr>
          <p:cNvPr id="826" name="Google Shape;826;p81"/>
          <p:cNvSpPr/>
          <p:nvPr/>
        </p:nvSpPr>
        <p:spPr>
          <a:xfrm>
            <a:off x="300050" y="3145600"/>
            <a:ext cx="484800" cy="48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Outfit"/>
                <a:ea typeface="Outfit"/>
                <a:cs typeface="Outfit"/>
                <a:sym typeface="Outfit"/>
              </a:rPr>
              <a:t>→</a:t>
            </a:r>
            <a:endParaRPr b="1">
              <a:solidFill>
                <a:schemeClr val="dk1"/>
              </a:solidFill>
              <a:latin typeface="Outfit"/>
              <a:ea typeface="Outfit"/>
              <a:cs typeface="Outfit"/>
              <a:sym typeface="Outfit"/>
            </a:endParaRPr>
          </a:p>
        </p:txBody>
      </p:sp>
      <p:sp>
        <p:nvSpPr>
          <p:cNvPr id="827" name="Google Shape;827;p81"/>
          <p:cNvSpPr/>
          <p:nvPr/>
        </p:nvSpPr>
        <p:spPr>
          <a:xfrm>
            <a:off x="987300" y="3145600"/>
            <a:ext cx="484800" cy="48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Outfit"/>
                <a:ea typeface="Outfit"/>
                <a:cs typeface="Outfit"/>
                <a:sym typeface="Outfit"/>
              </a:rPr>
              <a:t>←</a:t>
            </a:r>
            <a:endParaRPr b="1">
              <a:solidFill>
                <a:schemeClr val="dk1"/>
              </a:solidFill>
              <a:latin typeface="Outfit"/>
              <a:ea typeface="Outfit"/>
              <a:cs typeface="Outfit"/>
              <a:sym typeface="Outfit"/>
            </a:endParaRPr>
          </a:p>
        </p:txBody>
      </p:sp>
      <p:sp>
        <p:nvSpPr>
          <p:cNvPr id="828" name="Google Shape;828;p81"/>
          <p:cNvSpPr/>
          <p:nvPr/>
        </p:nvSpPr>
        <p:spPr>
          <a:xfrm>
            <a:off x="1674550" y="3145600"/>
            <a:ext cx="484800" cy="48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Outfit"/>
                <a:ea typeface="Outfit"/>
                <a:cs typeface="Outfit"/>
                <a:sym typeface="Outfit"/>
              </a:rPr>
              <a:t>↓</a:t>
            </a:r>
            <a:endParaRPr b="1">
              <a:solidFill>
                <a:schemeClr val="dk1"/>
              </a:solidFill>
              <a:latin typeface="Outfit"/>
              <a:ea typeface="Outfit"/>
              <a:cs typeface="Outfit"/>
              <a:sym typeface="Outfit"/>
            </a:endParaRPr>
          </a:p>
        </p:txBody>
      </p:sp>
      <p:sp>
        <p:nvSpPr>
          <p:cNvPr id="829" name="Google Shape;829;p81"/>
          <p:cNvSpPr/>
          <p:nvPr/>
        </p:nvSpPr>
        <p:spPr>
          <a:xfrm>
            <a:off x="2361800" y="3145600"/>
            <a:ext cx="484800" cy="48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Outfit"/>
                <a:ea typeface="Outfit"/>
                <a:cs typeface="Outfit"/>
                <a:sym typeface="Outfit"/>
              </a:rPr>
              <a:t>↑</a:t>
            </a:r>
            <a:endParaRPr b="1">
              <a:solidFill>
                <a:schemeClr val="dk1"/>
              </a:solidFill>
              <a:latin typeface="Outfit"/>
              <a:ea typeface="Outfit"/>
              <a:cs typeface="Outfit"/>
              <a:sym typeface="Outfit"/>
            </a:endParaRPr>
          </a:p>
        </p:txBody>
      </p:sp>
      <p:sp>
        <p:nvSpPr>
          <p:cNvPr id="830" name="Google Shape;830;p81"/>
          <p:cNvSpPr/>
          <p:nvPr/>
        </p:nvSpPr>
        <p:spPr>
          <a:xfrm>
            <a:off x="3469388" y="3145613"/>
            <a:ext cx="484800" cy="484800"/>
          </a:xfrm>
          <a:prstGeom prst="ellipse">
            <a:avLst/>
          </a:prstGeom>
          <a:solidFill>
            <a:srgbClr val="90E39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Outfit"/>
                <a:ea typeface="Outfit"/>
                <a:cs typeface="Outfit"/>
                <a:sym typeface="Outfit"/>
              </a:rPr>
              <a:t>1</a:t>
            </a:r>
            <a:endParaRPr b="1">
              <a:solidFill>
                <a:schemeClr val="dk1"/>
              </a:solidFill>
              <a:latin typeface="Outfit"/>
              <a:ea typeface="Outfit"/>
              <a:cs typeface="Outfit"/>
              <a:sym typeface="Outfit"/>
            </a:endParaRPr>
          </a:p>
        </p:txBody>
      </p:sp>
      <p:sp>
        <p:nvSpPr>
          <p:cNvPr id="831" name="Google Shape;831;p81"/>
          <p:cNvSpPr/>
          <p:nvPr/>
        </p:nvSpPr>
        <p:spPr>
          <a:xfrm>
            <a:off x="4156638" y="3145613"/>
            <a:ext cx="484800" cy="48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Outfit"/>
                <a:ea typeface="Outfit"/>
                <a:cs typeface="Outfit"/>
                <a:sym typeface="Outfit"/>
              </a:rPr>
              <a:t>2</a:t>
            </a:r>
            <a:endParaRPr b="1">
              <a:solidFill>
                <a:schemeClr val="dk1"/>
              </a:solidFill>
              <a:latin typeface="Outfit"/>
              <a:ea typeface="Outfit"/>
              <a:cs typeface="Outfit"/>
              <a:sym typeface="Outfit"/>
            </a:endParaRPr>
          </a:p>
        </p:txBody>
      </p:sp>
      <p:sp>
        <p:nvSpPr>
          <p:cNvPr id="832" name="Google Shape;832;p81"/>
          <p:cNvSpPr/>
          <p:nvPr/>
        </p:nvSpPr>
        <p:spPr>
          <a:xfrm>
            <a:off x="4843888" y="3145613"/>
            <a:ext cx="484800" cy="48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Outfit"/>
                <a:ea typeface="Outfit"/>
                <a:cs typeface="Outfit"/>
                <a:sym typeface="Outfit"/>
              </a:rPr>
              <a:t>3</a:t>
            </a:r>
            <a:endParaRPr b="1">
              <a:solidFill>
                <a:schemeClr val="dk1"/>
              </a:solidFill>
              <a:latin typeface="Outfit"/>
              <a:ea typeface="Outfit"/>
              <a:cs typeface="Outfit"/>
              <a:sym typeface="Outfit"/>
            </a:endParaRPr>
          </a:p>
        </p:txBody>
      </p:sp>
      <p:sp>
        <p:nvSpPr>
          <p:cNvPr id="833" name="Google Shape;833;p81"/>
          <p:cNvSpPr/>
          <p:nvPr/>
        </p:nvSpPr>
        <p:spPr>
          <a:xfrm>
            <a:off x="5531138" y="3145613"/>
            <a:ext cx="484800" cy="48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Outfit"/>
                <a:ea typeface="Outfit"/>
                <a:cs typeface="Outfit"/>
                <a:sym typeface="Outfit"/>
              </a:rPr>
              <a:t>4</a:t>
            </a:r>
            <a:endParaRPr b="1">
              <a:solidFill>
                <a:schemeClr val="dk1"/>
              </a:solidFill>
              <a:latin typeface="Outfit"/>
              <a:ea typeface="Outfit"/>
              <a:cs typeface="Outfit"/>
              <a:sym typeface="Outfit"/>
            </a:endParaRPr>
          </a:p>
        </p:txBody>
      </p:sp>
      <p:sp>
        <p:nvSpPr>
          <p:cNvPr id="834" name="Google Shape;834;p81"/>
          <p:cNvSpPr/>
          <p:nvPr/>
        </p:nvSpPr>
        <p:spPr>
          <a:xfrm>
            <a:off x="6218388" y="3145613"/>
            <a:ext cx="484800" cy="48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Outfit"/>
                <a:ea typeface="Outfit"/>
                <a:cs typeface="Outfit"/>
                <a:sym typeface="Outfit"/>
              </a:rPr>
              <a:t>5</a:t>
            </a:r>
            <a:endParaRPr b="1">
              <a:solidFill>
                <a:schemeClr val="dk1"/>
              </a:solidFill>
              <a:latin typeface="Outfit"/>
              <a:ea typeface="Outfit"/>
              <a:cs typeface="Outfit"/>
              <a:sym typeface="Outfit"/>
            </a:endParaRPr>
          </a:p>
        </p:txBody>
      </p:sp>
      <p:grpSp>
        <p:nvGrpSpPr>
          <p:cNvPr id="835" name="Google Shape;835;p81"/>
          <p:cNvGrpSpPr/>
          <p:nvPr/>
        </p:nvGrpSpPr>
        <p:grpSpPr>
          <a:xfrm>
            <a:off x="8247500" y="3107588"/>
            <a:ext cx="484800" cy="484800"/>
            <a:chOff x="8247500" y="3107588"/>
            <a:chExt cx="484800" cy="484800"/>
          </a:xfrm>
        </p:grpSpPr>
        <p:sp>
          <p:nvSpPr>
            <p:cNvPr id="836" name="Google Shape;836;p81"/>
            <p:cNvSpPr/>
            <p:nvPr/>
          </p:nvSpPr>
          <p:spPr>
            <a:xfrm>
              <a:off x="8247500" y="3107588"/>
              <a:ext cx="484800" cy="484800"/>
            </a:xfrm>
            <a:prstGeom prst="ellipse">
              <a:avLst/>
            </a:prstGeom>
            <a:solidFill>
              <a:srgbClr val="90E39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chemeClr val="dk1"/>
                </a:solidFill>
                <a:latin typeface="Outfit"/>
                <a:ea typeface="Outfit"/>
                <a:cs typeface="Outfit"/>
                <a:sym typeface="Outfit"/>
              </a:endParaRPr>
            </a:p>
          </p:txBody>
        </p:sp>
        <p:pic>
          <p:nvPicPr>
            <p:cNvPr id="837" name="Google Shape;837;p81"/>
            <p:cNvPicPr preferRelativeResize="0"/>
            <p:nvPr/>
          </p:nvPicPr>
          <p:blipFill>
            <a:blip r:embed="rId3">
              <a:alphaModFix/>
            </a:blip>
            <a:stretch>
              <a:fillRect/>
            </a:stretch>
          </p:blipFill>
          <p:spPr>
            <a:xfrm>
              <a:off x="8400675" y="3260763"/>
              <a:ext cx="178450" cy="178450"/>
            </a:xfrm>
            <a:prstGeom prst="rect">
              <a:avLst/>
            </a:prstGeom>
            <a:noFill/>
            <a:ln>
              <a:noFill/>
            </a:ln>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82"/>
          <p:cNvSpPr txBox="1"/>
          <p:nvPr>
            <p:ph type="title"/>
          </p:nvPr>
        </p:nvSpPr>
        <p:spPr>
          <a:xfrm>
            <a:off x="300038" y="428625"/>
            <a:ext cx="3338400" cy="7461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200"/>
              </a:spcAft>
              <a:buClr>
                <a:schemeClr val="dk1"/>
              </a:buClr>
              <a:buSzPts val="2300"/>
              <a:buFont typeface="Outfit"/>
              <a:buNone/>
            </a:pPr>
            <a:r>
              <a:rPr lang="en"/>
              <a:t>Color Combinations</a:t>
            </a:r>
            <a:endParaRPr/>
          </a:p>
        </p:txBody>
      </p:sp>
      <p:sp>
        <p:nvSpPr>
          <p:cNvPr id="843" name="Google Shape;843;p82"/>
          <p:cNvSpPr txBox="1"/>
          <p:nvPr>
            <p:ph idx="1" type="body"/>
          </p:nvPr>
        </p:nvSpPr>
        <p:spPr>
          <a:xfrm>
            <a:off x="3748166" y="428625"/>
            <a:ext cx="4252800" cy="7461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t>When creating custom text blocks, callouts, graphic elements </a:t>
            </a:r>
            <a:br>
              <a:rPr lang="en"/>
            </a:br>
            <a:r>
              <a:rPr lang="en">
                <a:latin typeface="Outfit Medium"/>
                <a:ea typeface="Outfit Medium"/>
                <a:cs typeface="Outfit Medium"/>
                <a:sym typeface="Outfit Medium"/>
              </a:rPr>
              <a:t>please use the following color combinations to ensure legibility!</a:t>
            </a:r>
            <a:endParaRPr>
              <a:latin typeface="Outfit Medium"/>
              <a:ea typeface="Outfit Medium"/>
              <a:cs typeface="Outfit Medium"/>
              <a:sym typeface="Outfit Medium"/>
            </a:endParaRPr>
          </a:p>
        </p:txBody>
      </p:sp>
      <p:sp>
        <p:nvSpPr>
          <p:cNvPr id="844" name="Google Shape;844;p82"/>
          <p:cNvSpPr/>
          <p:nvPr/>
        </p:nvSpPr>
        <p:spPr>
          <a:xfrm>
            <a:off x="3737387" y="1493025"/>
            <a:ext cx="1635900" cy="1253400"/>
          </a:xfrm>
          <a:prstGeom prst="roundRect">
            <a:avLst>
              <a:gd fmla="val 4322"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EFCFE"/>
                </a:solidFill>
                <a:latin typeface="Outfit"/>
                <a:ea typeface="Outfit"/>
                <a:cs typeface="Outfit"/>
                <a:sym typeface="Outfit"/>
              </a:rPr>
              <a:t>Lorem Ipsum</a:t>
            </a:r>
            <a:endParaRPr>
              <a:solidFill>
                <a:srgbClr val="FEFCFE"/>
              </a:solidFill>
              <a:latin typeface="Outfit"/>
              <a:ea typeface="Outfit"/>
              <a:cs typeface="Outfit"/>
              <a:sym typeface="Outfit"/>
            </a:endParaRPr>
          </a:p>
        </p:txBody>
      </p:sp>
      <p:sp>
        <p:nvSpPr>
          <p:cNvPr id="845" name="Google Shape;845;p82"/>
          <p:cNvSpPr/>
          <p:nvPr/>
        </p:nvSpPr>
        <p:spPr>
          <a:xfrm>
            <a:off x="3737387" y="2824105"/>
            <a:ext cx="1635900" cy="1253400"/>
          </a:xfrm>
          <a:prstGeom prst="roundRect">
            <a:avLst>
              <a:gd fmla="val 4322"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Outfit"/>
                <a:ea typeface="Outfit"/>
                <a:cs typeface="Outfit"/>
                <a:sym typeface="Outfit"/>
              </a:rPr>
              <a:t>Lorem Ipsum</a:t>
            </a:r>
            <a:endParaRPr>
              <a:solidFill>
                <a:schemeClr val="lt2"/>
              </a:solidFill>
              <a:latin typeface="Outfit"/>
              <a:ea typeface="Outfit"/>
              <a:cs typeface="Outfit"/>
              <a:sym typeface="Outfit"/>
            </a:endParaRPr>
          </a:p>
        </p:txBody>
      </p:sp>
      <p:sp>
        <p:nvSpPr>
          <p:cNvPr id="846" name="Google Shape;846;p82"/>
          <p:cNvSpPr/>
          <p:nvPr/>
        </p:nvSpPr>
        <p:spPr>
          <a:xfrm>
            <a:off x="5456055" y="1493025"/>
            <a:ext cx="1635900" cy="1253400"/>
          </a:xfrm>
          <a:prstGeom prst="roundRect">
            <a:avLst>
              <a:gd fmla="val 4322"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EFCFE"/>
                </a:solidFill>
                <a:latin typeface="Outfit"/>
                <a:ea typeface="Outfit"/>
                <a:cs typeface="Outfit"/>
                <a:sym typeface="Outfit"/>
              </a:rPr>
              <a:t>Lorem Ipsum</a:t>
            </a:r>
            <a:endParaRPr>
              <a:solidFill>
                <a:srgbClr val="FEFCFE"/>
              </a:solidFill>
              <a:latin typeface="Outfit"/>
              <a:ea typeface="Outfit"/>
              <a:cs typeface="Outfit"/>
              <a:sym typeface="Outfit"/>
            </a:endParaRPr>
          </a:p>
        </p:txBody>
      </p:sp>
      <p:sp>
        <p:nvSpPr>
          <p:cNvPr id="847" name="Google Shape;847;p82"/>
          <p:cNvSpPr/>
          <p:nvPr/>
        </p:nvSpPr>
        <p:spPr>
          <a:xfrm>
            <a:off x="5456055" y="2824105"/>
            <a:ext cx="1635900" cy="1253400"/>
          </a:xfrm>
          <a:prstGeom prst="roundRect">
            <a:avLst>
              <a:gd fmla="val 4322"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Outfit"/>
                <a:ea typeface="Outfit"/>
                <a:cs typeface="Outfit"/>
                <a:sym typeface="Outfit"/>
              </a:rPr>
              <a:t>Lorem Ipsum</a:t>
            </a:r>
            <a:endParaRPr>
              <a:solidFill>
                <a:schemeClr val="dk2"/>
              </a:solidFill>
              <a:latin typeface="Outfit"/>
              <a:ea typeface="Outfit"/>
              <a:cs typeface="Outfit"/>
              <a:sym typeface="Outfit"/>
            </a:endParaRPr>
          </a:p>
        </p:txBody>
      </p:sp>
      <p:sp>
        <p:nvSpPr>
          <p:cNvPr id="848" name="Google Shape;848;p82"/>
          <p:cNvSpPr/>
          <p:nvPr/>
        </p:nvSpPr>
        <p:spPr>
          <a:xfrm>
            <a:off x="7174723" y="1493025"/>
            <a:ext cx="1635900" cy="1253400"/>
          </a:xfrm>
          <a:prstGeom prst="roundRect">
            <a:avLst>
              <a:gd fmla="val 4322" name="adj"/>
            </a:avLst>
          </a:prstGeom>
          <a:solidFill>
            <a:srgbClr val="23304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EFCFE"/>
                </a:solidFill>
                <a:latin typeface="Outfit"/>
                <a:ea typeface="Outfit"/>
                <a:cs typeface="Outfit"/>
                <a:sym typeface="Outfit"/>
              </a:rPr>
              <a:t>Lorem Ipsum</a:t>
            </a:r>
            <a:endParaRPr>
              <a:solidFill>
                <a:srgbClr val="FEFCFE"/>
              </a:solidFill>
              <a:latin typeface="Outfit"/>
              <a:ea typeface="Outfit"/>
              <a:cs typeface="Outfit"/>
              <a:sym typeface="Outfit"/>
            </a:endParaRPr>
          </a:p>
        </p:txBody>
      </p:sp>
      <p:sp>
        <p:nvSpPr>
          <p:cNvPr id="849" name="Google Shape;849;p82"/>
          <p:cNvSpPr/>
          <p:nvPr/>
        </p:nvSpPr>
        <p:spPr>
          <a:xfrm>
            <a:off x="7174723" y="2824105"/>
            <a:ext cx="1635900" cy="1253400"/>
          </a:xfrm>
          <a:prstGeom prst="roundRect">
            <a:avLst>
              <a:gd fmla="val 4322"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Outfit"/>
                <a:ea typeface="Outfit"/>
                <a:cs typeface="Outfit"/>
                <a:sym typeface="Outfit"/>
              </a:rPr>
              <a:t>Lorem Ipsum</a:t>
            </a:r>
            <a:endParaRPr>
              <a:solidFill>
                <a:schemeClr val="lt1"/>
              </a:solidFill>
              <a:latin typeface="Outfit"/>
              <a:ea typeface="Outfit"/>
              <a:cs typeface="Outfit"/>
              <a:sym typeface="Outfit"/>
            </a:endParaRPr>
          </a:p>
        </p:txBody>
      </p:sp>
      <p:sp>
        <p:nvSpPr>
          <p:cNvPr id="850" name="Google Shape;850;p82"/>
          <p:cNvSpPr/>
          <p:nvPr/>
        </p:nvSpPr>
        <p:spPr>
          <a:xfrm>
            <a:off x="300050" y="1493025"/>
            <a:ext cx="1635900" cy="1253400"/>
          </a:xfrm>
          <a:prstGeom prst="roundRect">
            <a:avLst>
              <a:gd fmla="val 4322"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EFCFE"/>
                </a:solidFill>
                <a:highlight>
                  <a:srgbClr val="11342A"/>
                </a:highlight>
                <a:latin typeface="Outfit"/>
                <a:ea typeface="Outfit"/>
                <a:cs typeface="Outfit"/>
                <a:sym typeface="Outfit"/>
              </a:rPr>
              <a:t>Lorem Ipsum</a:t>
            </a:r>
            <a:endParaRPr>
              <a:solidFill>
                <a:srgbClr val="FEFCFE"/>
              </a:solidFill>
              <a:highlight>
                <a:srgbClr val="11342A"/>
              </a:highlight>
              <a:latin typeface="Outfit"/>
              <a:ea typeface="Outfit"/>
              <a:cs typeface="Outfit"/>
              <a:sym typeface="Outfit"/>
            </a:endParaRPr>
          </a:p>
        </p:txBody>
      </p:sp>
      <p:sp>
        <p:nvSpPr>
          <p:cNvPr id="851" name="Google Shape;851;p82"/>
          <p:cNvSpPr/>
          <p:nvPr/>
        </p:nvSpPr>
        <p:spPr>
          <a:xfrm>
            <a:off x="300050" y="2824105"/>
            <a:ext cx="1635900" cy="1253400"/>
          </a:xfrm>
          <a:prstGeom prst="roundRect">
            <a:avLst>
              <a:gd fmla="val 4322"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Outfit"/>
                <a:ea typeface="Outfit"/>
                <a:cs typeface="Outfit"/>
                <a:sym typeface="Outfit"/>
              </a:rPr>
              <a:t>Lorem Ipsum</a:t>
            </a:r>
            <a:endParaRPr>
              <a:solidFill>
                <a:schemeClr val="dk1"/>
              </a:solidFill>
              <a:latin typeface="Outfit"/>
              <a:ea typeface="Outfit"/>
              <a:cs typeface="Outfit"/>
              <a:sym typeface="Outfit"/>
            </a:endParaRPr>
          </a:p>
        </p:txBody>
      </p:sp>
      <p:sp>
        <p:nvSpPr>
          <p:cNvPr id="852" name="Google Shape;852;p82"/>
          <p:cNvSpPr/>
          <p:nvPr/>
        </p:nvSpPr>
        <p:spPr>
          <a:xfrm>
            <a:off x="2018718" y="2824105"/>
            <a:ext cx="1635900" cy="1253400"/>
          </a:xfrm>
          <a:prstGeom prst="roundRect">
            <a:avLst>
              <a:gd fmla="val 4322"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Outfit"/>
                <a:ea typeface="Outfit"/>
                <a:cs typeface="Outfit"/>
                <a:sym typeface="Outfit"/>
              </a:rPr>
              <a:t>Lorem Ipsum</a:t>
            </a:r>
            <a:endParaRPr>
              <a:solidFill>
                <a:schemeClr val="dk1"/>
              </a:solidFill>
              <a:latin typeface="Outfit"/>
              <a:ea typeface="Outfit"/>
              <a:cs typeface="Outfit"/>
              <a:sym typeface="Outfit"/>
            </a:endParaRPr>
          </a:p>
        </p:txBody>
      </p:sp>
      <p:sp>
        <p:nvSpPr>
          <p:cNvPr id="853" name="Google Shape;853;p82"/>
          <p:cNvSpPr/>
          <p:nvPr/>
        </p:nvSpPr>
        <p:spPr>
          <a:xfrm>
            <a:off x="2018718" y="1493025"/>
            <a:ext cx="1635900" cy="1253400"/>
          </a:xfrm>
          <a:prstGeom prst="roundRect">
            <a:avLst>
              <a:gd fmla="val 4322"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5"/>
                </a:solidFill>
                <a:latin typeface="Outfit"/>
                <a:ea typeface="Outfit"/>
                <a:cs typeface="Outfit"/>
                <a:sym typeface="Outfit"/>
              </a:rPr>
              <a:t>Lorem Ipsum</a:t>
            </a:r>
            <a:endParaRPr>
              <a:solidFill>
                <a:schemeClr val="accent5"/>
              </a:solidFill>
              <a:latin typeface="Outfit"/>
              <a:ea typeface="Outfit"/>
              <a:cs typeface="Outfit"/>
              <a:sym typeface="Outfi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83"/>
          <p:cNvSpPr txBox="1"/>
          <p:nvPr>
            <p:ph idx="1" type="body"/>
          </p:nvPr>
        </p:nvSpPr>
        <p:spPr>
          <a:xfrm>
            <a:off x="295950" y="1915675"/>
            <a:ext cx="3809100" cy="2775900"/>
          </a:xfrm>
          <a:prstGeom prst="rect">
            <a:avLst/>
          </a:prstGeom>
        </p:spPr>
        <p:txBody>
          <a:bodyPr anchorCtr="0" anchor="t" bIns="0" lIns="0" spcFirstLastPara="1" rIns="0" wrap="square" tIns="0">
            <a:normAutofit lnSpcReduction="10000"/>
          </a:bodyPr>
          <a:lstStyle/>
          <a:p>
            <a:pPr indent="-148590" lvl="0" marL="228600" rtl="0" algn="l">
              <a:spcBef>
                <a:spcPts val="400"/>
              </a:spcBef>
              <a:spcAft>
                <a:spcPts val="0"/>
              </a:spcAft>
              <a:buClr>
                <a:srgbClr val="226548"/>
              </a:buClr>
              <a:buSzPts val="900"/>
              <a:buChar char="●"/>
            </a:pPr>
            <a:r>
              <a:rPr lang="en"/>
              <a:t>Select any chart/graph and </a:t>
            </a:r>
            <a:r>
              <a:rPr lang="en">
                <a:solidFill>
                  <a:schemeClr val="dk1"/>
                </a:solidFill>
                <a:latin typeface="Outfit Medium"/>
                <a:ea typeface="Outfit Medium"/>
                <a:cs typeface="Outfit Medium"/>
                <a:sym typeface="Outfit Medium"/>
              </a:rPr>
              <a:t>open the sourced Google Sheets link by clicking the “:” symbol</a:t>
            </a:r>
            <a:endParaRPr>
              <a:solidFill>
                <a:schemeClr val="dk1"/>
              </a:solidFill>
              <a:latin typeface="Outfit Medium"/>
              <a:ea typeface="Outfit Medium"/>
              <a:cs typeface="Outfit Medium"/>
              <a:sym typeface="Outfit Medium"/>
            </a:endParaRPr>
          </a:p>
          <a:p>
            <a:pPr indent="-148590" lvl="0" marL="228600" rtl="0" algn="l">
              <a:spcBef>
                <a:spcPts val="1000"/>
              </a:spcBef>
              <a:spcAft>
                <a:spcPts val="0"/>
              </a:spcAft>
              <a:buClr>
                <a:srgbClr val="226548"/>
              </a:buClr>
              <a:buSzPts val="900"/>
              <a:buFont typeface="Outfit Medium"/>
              <a:buChar char="●"/>
            </a:pPr>
            <a:r>
              <a:rPr lang="en">
                <a:solidFill>
                  <a:schemeClr val="dk1"/>
                </a:solidFill>
                <a:latin typeface="Outfit Medium"/>
                <a:ea typeface="Outfit Medium"/>
                <a:cs typeface="Outfit Medium"/>
                <a:sym typeface="Outfit Medium"/>
              </a:rPr>
              <a:t>Make a copy of that file</a:t>
            </a:r>
            <a:endParaRPr>
              <a:solidFill>
                <a:schemeClr val="dk1"/>
              </a:solidFill>
              <a:latin typeface="Outfit Medium"/>
              <a:ea typeface="Outfit Medium"/>
              <a:cs typeface="Outfit Medium"/>
              <a:sym typeface="Outfit Medium"/>
            </a:endParaRPr>
          </a:p>
          <a:p>
            <a:pPr indent="-148590" lvl="0" marL="228600" rtl="0" algn="l">
              <a:spcBef>
                <a:spcPts val="1000"/>
              </a:spcBef>
              <a:spcAft>
                <a:spcPts val="0"/>
              </a:spcAft>
              <a:buClr>
                <a:srgbClr val="226548"/>
              </a:buClr>
              <a:buSzPts val="900"/>
              <a:buFont typeface="Outfit Medium"/>
              <a:buChar char="●"/>
            </a:pPr>
            <a:r>
              <a:rPr lang="en">
                <a:solidFill>
                  <a:schemeClr val="dk1"/>
                </a:solidFill>
                <a:latin typeface="Outfit Medium"/>
                <a:ea typeface="Outfit Medium"/>
                <a:cs typeface="Outfit Medium"/>
                <a:sym typeface="Outfit Medium"/>
              </a:rPr>
              <a:t>Design away!</a:t>
            </a:r>
            <a:endParaRPr>
              <a:solidFill>
                <a:schemeClr val="dk1"/>
              </a:solidFill>
              <a:latin typeface="Outfit Medium"/>
              <a:ea typeface="Outfit Medium"/>
              <a:cs typeface="Outfit Medium"/>
              <a:sym typeface="Outfit Medium"/>
            </a:endParaRPr>
          </a:p>
          <a:p>
            <a:pPr indent="-148590" lvl="0" marL="228600" rtl="0" algn="l">
              <a:spcBef>
                <a:spcPts val="1000"/>
              </a:spcBef>
              <a:spcAft>
                <a:spcPts val="0"/>
              </a:spcAft>
              <a:buClr>
                <a:srgbClr val="226548"/>
              </a:buClr>
              <a:buSzPts val="900"/>
              <a:buChar char="●"/>
            </a:pPr>
            <a:r>
              <a:rPr lang="en"/>
              <a:t>All colors used should be usable to create a new graph/chart </a:t>
            </a:r>
            <a:endParaRPr/>
          </a:p>
          <a:p>
            <a:pPr indent="-148590" lvl="0" marL="228600" rtl="0" algn="l">
              <a:spcBef>
                <a:spcPts val="1000"/>
              </a:spcBef>
              <a:spcAft>
                <a:spcPts val="0"/>
              </a:spcAft>
              <a:buClr>
                <a:srgbClr val="226548"/>
              </a:buClr>
              <a:buSzPts val="900"/>
              <a:buChar char="●"/>
            </a:pPr>
            <a:r>
              <a:rPr lang="en"/>
              <a:t>All graphs and charts seen on slides below have been cropped and new labels were created on each slide to use our secondary brand font Outfit for brand consistency</a:t>
            </a:r>
            <a:endParaRPr/>
          </a:p>
          <a:p>
            <a:pPr indent="-148590" lvl="0" marL="228600" rtl="0" algn="l">
              <a:spcBef>
                <a:spcPts val="1000"/>
              </a:spcBef>
              <a:spcAft>
                <a:spcPts val="0"/>
              </a:spcAft>
              <a:buClr>
                <a:srgbClr val="226548"/>
              </a:buClr>
              <a:buSzPts val="900"/>
              <a:buChar char="●"/>
            </a:pPr>
            <a:r>
              <a:rPr lang="en"/>
              <a:t>Feel free to use pre-designed legends</a:t>
            </a:r>
            <a:endParaRPr/>
          </a:p>
          <a:p>
            <a:pPr indent="-148590" lvl="0" marL="228600" rtl="0" algn="l">
              <a:spcBef>
                <a:spcPts val="1000"/>
              </a:spcBef>
              <a:spcAft>
                <a:spcPts val="1000"/>
              </a:spcAft>
              <a:buClr>
                <a:srgbClr val="226548"/>
              </a:buClr>
              <a:buSzPts val="900"/>
              <a:buChar char="●"/>
            </a:pPr>
            <a:r>
              <a:rPr lang="en"/>
              <a:t>If you are unable to crop the charts/graphs, please use Arial through Google Sheets!</a:t>
            </a:r>
            <a:endParaRPr/>
          </a:p>
        </p:txBody>
      </p:sp>
      <p:sp>
        <p:nvSpPr>
          <p:cNvPr id="859" name="Google Shape;859;p83"/>
          <p:cNvSpPr txBox="1"/>
          <p:nvPr>
            <p:ph idx="2" type="body"/>
          </p:nvPr>
        </p:nvSpPr>
        <p:spPr>
          <a:xfrm>
            <a:off x="295955" y="1521619"/>
            <a:ext cx="7758900" cy="233700"/>
          </a:xfrm>
          <a:prstGeom prst="rect">
            <a:avLst/>
          </a:prstGeom>
        </p:spPr>
        <p:txBody>
          <a:bodyPr anchorCtr="0" anchor="t" bIns="0" lIns="0" spcFirstLastPara="1" rIns="0" wrap="square" tIns="0">
            <a:normAutofit lnSpcReduction="20000"/>
          </a:bodyPr>
          <a:lstStyle/>
          <a:p>
            <a:pPr indent="0" lvl="0" marL="0" rtl="0" algn="l">
              <a:spcBef>
                <a:spcPts val="400"/>
              </a:spcBef>
              <a:spcAft>
                <a:spcPts val="200"/>
              </a:spcAft>
              <a:buNone/>
            </a:pPr>
            <a:r>
              <a:rPr lang="en"/>
              <a:t>Steps and Notes</a:t>
            </a:r>
            <a:endParaRPr/>
          </a:p>
        </p:txBody>
      </p:sp>
      <p:sp>
        <p:nvSpPr>
          <p:cNvPr id="860" name="Google Shape;860;p83"/>
          <p:cNvSpPr txBox="1"/>
          <p:nvPr>
            <p:ph type="title"/>
          </p:nvPr>
        </p:nvSpPr>
        <p:spPr>
          <a:xfrm>
            <a:off x="295955" y="594518"/>
            <a:ext cx="7758900" cy="6420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How to Use Graphs &amp; Charts</a:t>
            </a:r>
            <a:endParaRPr/>
          </a:p>
        </p:txBody>
      </p:sp>
      <p:pic>
        <p:nvPicPr>
          <p:cNvPr id="861" name="Google Shape;861;p83" title="ezgif.com-video-to-gif-converter (3).gif"/>
          <p:cNvPicPr preferRelativeResize="0"/>
          <p:nvPr/>
        </p:nvPicPr>
        <p:blipFill>
          <a:blip r:embed="rId3">
            <a:alphaModFix/>
          </a:blip>
          <a:stretch>
            <a:fillRect/>
          </a:stretch>
        </p:blipFill>
        <p:spPr>
          <a:xfrm>
            <a:off x="4257450" y="1907719"/>
            <a:ext cx="4734150" cy="271621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84"/>
          <p:cNvSpPr/>
          <p:nvPr/>
        </p:nvSpPr>
        <p:spPr>
          <a:xfrm>
            <a:off x="7550944" y="2296205"/>
            <a:ext cx="150000" cy="150000"/>
          </a:xfrm>
          <a:prstGeom prst="rect">
            <a:avLst/>
          </a:prstGeom>
          <a:solidFill>
            <a:schemeClr val="accent5"/>
          </a:solidFill>
          <a:ln>
            <a:noFill/>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867" name="Google Shape;867;p84"/>
          <p:cNvSpPr/>
          <p:nvPr/>
        </p:nvSpPr>
        <p:spPr>
          <a:xfrm>
            <a:off x="7550944" y="2541134"/>
            <a:ext cx="150000" cy="150000"/>
          </a:xfrm>
          <a:prstGeom prst="rect">
            <a:avLst/>
          </a:prstGeom>
          <a:solidFill>
            <a:schemeClr val="dk1"/>
          </a:solidFill>
          <a:ln>
            <a:noFill/>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868" name="Google Shape;868;p84"/>
          <p:cNvSpPr/>
          <p:nvPr/>
        </p:nvSpPr>
        <p:spPr>
          <a:xfrm>
            <a:off x="7550944" y="2786063"/>
            <a:ext cx="150000" cy="150000"/>
          </a:xfrm>
          <a:prstGeom prst="rect">
            <a:avLst/>
          </a:prstGeom>
          <a:solidFill>
            <a:schemeClr val="accent2"/>
          </a:solidFill>
          <a:ln>
            <a:noFill/>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869" name="Google Shape;869;p84"/>
          <p:cNvSpPr txBox="1"/>
          <p:nvPr/>
        </p:nvSpPr>
        <p:spPr>
          <a:xfrm>
            <a:off x="7700963" y="2296205"/>
            <a:ext cx="1109700" cy="145500"/>
          </a:xfrm>
          <a:prstGeom prst="rect">
            <a:avLst/>
          </a:prstGeom>
          <a:noFill/>
          <a:ln>
            <a:noFill/>
          </a:ln>
        </p:spPr>
        <p:txBody>
          <a:bodyPr anchorCtr="0" anchor="ctr" bIns="0" lIns="34275" spcFirstLastPara="1" rIns="34275" wrap="square" tIns="34275">
            <a:spAutoFit/>
          </a:bodyPr>
          <a:lstStyle/>
          <a:p>
            <a:pPr indent="0" lvl="0" marL="0" marR="0" rtl="0" algn="l">
              <a:lnSpc>
                <a:spcPct val="90000"/>
              </a:lnSpc>
              <a:spcBef>
                <a:spcPts val="0"/>
              </a:spcBef>
              <a:spcAft>
                <a:spcPts val="0"/>
              </a:spcAft>
              <a:buClr>
                <a:srgbClr val="000000"/>
              </a:buClr>
              <a:buSzPts val="800"/>
              <a:buFont typeface="Outfit Light"/>
              <a:buNone/>
            </a:pPr>
            <a:r>
              <a:rPr b="0" i="0" lang="en" sz="800" u="none" cap="none" strike="noStrike">
                <a:solidFill>
                  <a:srgbClr val="000000"/>
                </a:solidFill>
                <a:latin typeface="Outfit Light"/>
                <a:ea typeface="Outfit Light"/>
                <a:cs typeface="Outfit Light"/>
                <a:sym typeface="Outfit Light"/>
              </a:rPr>
              <a:t>Title</a:t>
            </a:r>
            <a:endParaRPr sz="500"/>
          </a:p>
        </p:txBody>
      </p:sp>
      <p:sp>
        <p:nvSpPr>
          <p:cNvPr id="870" name="Google Shape;870;p84"/>
          <p:cNvSpPr txBox="1"/>
          <p:nvPr/>
        </p:nvSpPr>
        <p:spPr>
          <a:xfrm>
            <a:off x="7700963" y="2541134"/>
            <a:ext cx="1109700" cy="145500"/>
          </a:xfrm>
          <a:prstGeom prst="rect">
            <a:avLst/>
          </a:prstGeom>
          <a:noFill/>
          <a:ln>
            <a:noFill/>
          </a:ln>
        </p:spPr>
        <p:txBody>
          <a:bodyPr anchorCtr="0" anchor="ctr" bIns="0" lIns="34275" spcFirstLastPara="1" rIns="34275" wrap="square" tIns="34275">
            <a:spAutoFit/>
          </a:bodyPr>
          <a:lstStyle/>
          <a:p>
            <a:pPr indent="0" lvl="0" marL="0" marR="0" rtl="0" algn="l">
              <a:lnSpc>
                <a:spcPct val="90000"/>
              </a:lnSpc>
              <a:spcBef>
                <a:spcPts val="0"/>
              </a:spcBef>
              <a:spcAft>
                <a:spcPts val="0"/>
              </a:spcAft>
              <a:buClr>
                <a:srgbClr val="000000"/>
              </a:buClr>
              <a:buSzPts val="800"/>
              <a:buFont typeface="Outfit Light"/>
              <a:buNone/>
            </a:pPr>
            <a:r>
              <a:rPr b="0" i="0" lang="en" sz="800" u="none" cap="none" strike="noStrike">
                <a:solidFill>
                  <a:srgbClr val="000000"/>
                </a:solidFill>
                <a:latin typeface="Outfit Light"/>
                <a:ea typeface="Outfit Light"/>
                <a:cs typeface="Outfit Light"/>
                <a:sym typeface="Outfit Light"/>
              </a:rPr>
              <a:t>Title</a:t>
            </a:r>
            <a:endParaRPr sz="500"/>
          </a:p>
        </p:txBody>
      </p:sp>
      <p:sp>
        <p:nvSpPr>
          <p:cNvPr id="871" name="Google Shape;871;p84"/>
          <p:cNvSpPr txBox="1"/>
          <p:nvPr/>
        </p:nvSpPr>
        <p:spPr>
          <a:xfrm>
            <a:off x="7700963" y="2786062"/>
            <a:ext cx="1109700" cy="145500"/>
          </a:xfrm>
          <a:prstGeom prst="rect">
            <a:avLst/>
          </a:prstGeom>
          <a:noFill/>
          <a:ln>
            <a:noFill/>
          </a:ln>
        </p:spPr>
        <p:txBody>
          <a:bodyPr anchorCtr="0" anchor="ctr" bIns="0" lIns="34275" spcFirstLastPara="1" rIns="34275" wrap="square" tIns="34275">
            <a:spAutoFit/>
          </a:bodyPr>
          <a:lstStyle/>
          <a:p>
            <a:pPr indent="0" lvl="0" marL="0" marR="0" rtl="0" algn="l">
              <a:lnSpc>
                <a:spcPct val="90000"/>
              </a:lnSpc>
              <a:spcBef>
                <a:spcPts val="0"/>
              </a:spcBef>
              <a:spcAft>
                <a:spcPts val="0"/>
              </a:spcAft>
              <a:buClr>
                <a:srgbClr val="000000"/>
              </a:buClr>
              <a:buSzPts val="800"/>
              <a:buFont typeface="Outfit Light"/>
              <a:buNone/>
            </a:pPr>
            <a:r>
              <a:rPr b="0" i="0" lang="en" sz="800" u="none" cap="none" strike="noStrike">
                <a:solidFill>
                  <a:srgbClr val="000000"/>
                </a:solidFill>
                <a:latin typeface="Outfit Light"/>
                <a:ea typeface="Outfit Light"/>
                <a:cs typeface="Outfit Light"/>
                <a:sym typeface="Outfit Light"/>
              </a:rPr>
              <a:t>Title</a:t>
            </a:r>
            <a:endParaRPr sz="500"/>
          </a:p>
        </p:txBody>
      </p:sp>
      <p:pic>
        <p:nvPicPr>
          <p:cNvPr id="872" name="Google Shape;872;p84" title="Points scored"/>
          <p:cNvPicPr preferRelativeResize="0"/>
          <p:nvPr/>
        </p:nvPicPr>
        <p:blipFill rotWithShape="1">
          <a:blip r:embed="rId3">
            <a:alphaModFix/>
          </a:blip>
          <a:srcRect b="9861" l="0" r="0" t="0"/>
          <a:stretch/>
        </p:blipFill>
        <p:spPr>
          <a:xfrm>
            <a:off x="860138" y="829281"/>
            <a:ext cx="6142548" cy="3423684"/>
          </a:xfrm>
          <a:prstGeom prst="rect">
            <a:avLst/>
          </a:prstGeom>
          <a:noFill/>
          <a:ln>
            <a:noFill/>
          </a:ln>
        </p:spPr>
      </p:pic>
      <p:sp>
        <p:nvSpPr>
          <p:cNvPr id="873" name="Google Shape;873;p84"/>
          <p:cNvSpPr txBox="1"/>
          <p:nvPr/>
        </p:nvSpPr>
        <p:spPr>
          <a:xfrm>
            <a:off x="285750" y="1441844"/>
            <a:ext cx="654900" cy="145500"/>
          </a:xfrm>
          <a:prstGeom prst="rect">
            <a:avLst/>
          </a:prstGeom>
          <a:noFill/>
          <a:ln>
            <a:noFill/>
          </a:ln>
        </p:spPr>
        <p:txBody>
          <a:bodyPr anchorCtr="0" anchor="ctr" bIns="0" lIns="34275" spcFirstLastPara="1" rIns="34275" wrap="square" tIns="34275">
            <a:spAutoFit/>
          </a:bodyPr>
          <a:lstStyle/>
          <a:p>
            <a:pPr indent="0" lvl="0" marL="0" marR="0" rtl="0" algn="r">
              <a:lnSpc>
                <a:spcPct val="90000"/>
              </a:lnSpc>
              <a:spcBef>
                <a:spcPts val="0"/>
              </a:spcBef>
              <a:spcAft>
                <a:spcPts val="0"/>
              </a:spcAft>
              <a:buClr>
                <a:srgbClr val="000000"/>
              </a:buClr>
              <a:buSzPts val="800"/>
              <a:buFont typeface="Outfit Light"/>
              <a:buNone/>
            </a:pPr>
            <a:r>
              <a:rPr b="0" i="0" lang="en" sz="800" u="none" cap="none" strike="noStrike">
                <a:solidFill>
                  <a:srgbClr val="000000"/>
                </a:solidFill>
                <a:latin typeface="Outfit Light"/>
                <a:ea typeface="Outfit Light"/>
                <a:cs typeface="Outfit Light"/>
                <a:sym typeface="Outfit Light"/>
              </a:rPr>
              <a:t>Title</a:t>
            </a:r>
            <a:endParaRPr sz="500"/>
          </a:p>
        </p:txBody>
      </p:sp>
      <p:sp>
        <p:nvSpPr>
          <p:cNvPr id="874" name="Google Shape;874;p84"/>
          <p:cNvSpPr txBox="1"/>
          <p:nvPr/>
        </p:nvSpPr>
        <p:spPr>
          <a:xfrm>
            <a:off x="285750" y="2184550"/>
            <a:ext cx="654900" cy="145500"/>
          </a:xfrm>
          <a:prstGeom prst="rect">
            <a:avLst/>
          </a:prstGeom>
          <a:noFill/>
          <a:ln>
            <a:noFill/>
          </a:ln>
        </p:spPr>
        <p:txBody>
          <a:bodyPr anchorCtr="0" anchor="ctr" bIns="0" lIns="34275" spcFirstLastPara="1" rIns="34275" wrap="square" tIns="34275">
            <a:spAutoFit/>
          </a:bodyPr>
          <a:lstStyle/>
          <a:p>
            <a:pPr indent="0" lvl="0" marL="0" marR="0" rtl="0" algn="r">
              <a:lnSpc>
                <a:spcPct val="90000"/>
              </a:lnSpc>
              <a:spcBef>
                <a:spcPts val="0"/>
              </a:spcBef>
              <a:spcAft>
                <a:spcPts val="0"/>
              </a:spcAft>
              <a:buClr>
                <a:srgbClr val="000000"/>
              </a:buClr>
              <a:buSzPts val="800"/>
              <a:buFont typeface="Outfit Light"/>
              <a:buNone/>
            </a:pPr>
            <a:r>
              <a:rPr b="0" i="0" lang="en" sz="800" u="none" cap="none" strike="noStrike">
                <a:solidFill>
                  <a:srgbClr val="000000"/>
                </a:solidFill>
                <a:latin typeface="Outfit Light"/>
                <a:ea typeface="Outfit Light"/>
                <a:cs typeface="Outfit Light"/>
                <a:sym typeface="Outfit Light"/>
              </a:rPr>
              <a:t>Title</a:t>
            </a:r>
            <a:endParaRPr sz="500"/>
          </a:p>
        </p:txBody>
      </p:sp>
      <p:sp>
        <p:nvSpPr>
          <p:cNvPr id="875" name="Google Shape;875;p84"/>
          <p:cNvSpPr txBox="1"/>
          <p:nvPr/>
        </p:nvSpPr>
        <p:spPr>
          <a:xfrm>
            <a:off x="285750" y="2927256"/>
            <a:ext cx="654900" cy="145500"/>
          </a:xfrm>
          <a:prstGeom prst="rect">
            <a:avLst/>
          </a:prstGeom>
          <a:noFill/>
          <a:ln>
            <a:noFill/>
          </a:ln>
        </p:spPr>
        <p:txBody>
          <a:bodyPr anchorCtr="0" anchor="ctr" bIns="0" lIns="34275" spcFirstLastPara="1" rIns="34275" wrap="square" tIns="34275">
            <a:spAutoFit/>
          </a:bodyPr>
          <a:lstStyle/>
          <a:p>
            <a:pPr indent="0" lvl="0" marL="0" marR="0" rtl="0" algn="r">
              <a:lnSpc>
                <a:spcPct val="90000"/>
              </a:lnSpc>
              <a:spcBef>
                <a:spcPts val="0"/>
              </a:spcBef>
              <a:spcAft>
                <a:spcPts val="0"/>
              </a:spcAft>
              <a:buClr>
                <a:srgbClr val="000000"/>
              </a:buClr>
              <a:buSzPts val="800"/>
              <a:buFont typeface="Outfit Light"/>
              <a:buNone/>
            </a:pPr>
            <a:r>
              <a:rPr b="0" i="0" lang="en" sz="800" u="none" cap="none" strike="noStrike">
                <a:solidFill>
                  <a:srgbClr val="000000"/>
                </a:solidFill>
                <a:latin typeface="Outfit Light"/>
                <a:ea typeface="Outfit Light"/>
                <a:cs typeface="Outfit Light"/>
                <a:sym typeface="Outfit Light"/>
              </a:rPr>
              <a:t>Title</a:t>
            </a:r>
            <a:endParaRPr sz="500"/>
          </a:p>
        </p:txBody>
      </p:sp>
      <p:sp>
        <p:nvSpPr>
          <p:cNvPr id="876" name="Google Shape;876;p84"/>
          <p:cNvSpPr txBox="1"/>
          <p:nvPr/>
        </p:nvSpPr>
        <p:spPr>
          <a:xfrm>
            <a:off x="285750" y="3669963"/>
            <a:ext cx="654900" cy="145500"/>
          </a:xfrm>
          <a:prstGeom prst="rect">
            <a:avLst/>
          </a:prstGeom>
          <a:noFill/>
          <a:ln>
            <a:noFill/>
          </a:ln>
        </p:spPr>
        <p:txBody>
          <a:bodyPr anchorCtr="0" anchor="ctr" bIns="0" lIns="34275" spcFirstLastPara="1" rIns="34275" wrap="square" tIns="34275">
            <a:spAutoFit/>
          </a:bodyPr>
          <a:lstStyle/>
          <a:p>
            <a:pPr indent="0" lvl="0" marL="0" marR="0" rtl="0" algn="r">
              <a:lnSpc>
                <a:spcPct val="90000"/>
              </a:lnSpc>
              <a:spcBef>
                <a:spcPts val="0"/>
              </a:spcBef>
              <a:spcAft>
                <a:spcPts val="0"/>
              </a:spcAft>
              <a:buClr>
                <a:srgbClr val="000000"/>
              </a:buClr>
              <a:buSzPts val="800"/>
              <a:buFont typeface="Outfit Light"/>
              <a:buNone/>
            </a:pPr>
            <a:r>
              <a:rPr b="0" i="0" lang="en" sz="800" u="none" cap="none" strike="noStrike">
                <a:solidFill>
                  <a:srgbClr val="000000"/>
                </a:solidFill>
                <a:latin typeface="Outfit Light"/>
                <a:ea typeface="Outfit Light"/>
                <a:cs typeface="Outfit Light"/>
                <a:sym typeface="Outfit Light"/>
              </a:rPr>
              <a:t>Title</a:t>
            </a:r>
            <a:endParaRPr sz="500"/>
          </a:p>
        </p:txBody>
      </p:sp>
      <p:sp>
        <p:nvSpPr>
          <p:cNvPr id="877" name="Google Shape;877;p84"/>
          <p:cNvSpPr txBox="1"/>
          <p:nvPr/>
        </p:nvSpPr>
        <p:spPr>
          <a:xfrm>
            <a:off x="1040991" y="468375"/>
            <a:ext cx="5780700" cy="228600"/>
          </a:xfrm>
          <a:prstGeom prst="rect">
            <a:avLst/>
          </a:prstGeom>
          <a:noFill/>
          <a:ln>
            <a:noFill/>
          </a:ln>
        </p:spPr>
        <p:txBody>
          <a:bodyPr anchorCtr="0" anchor="ctr" bIns="0" lIns="34275" spcFirstLastPara="1" rIns="34275" wrap="square" tIns="34275">
            <a:spAutoFit/>
          </a:bodyPr>
          <a:lstStyle/>
          <a:p>
            <a:pPr indent="0" lvl="0" marL="0" marR="0" rtl="0" algn="ctr">
              <a:lnSpc>
                <a:spcPct val="90000"/>
              </a:lnSpc>
              <a:spcBef>
                <a:spcPts val="0"/>
              </a:spcBef>
              <a:spcAft>
                <a:spcPts val="0"/>
              </a:spcAft>
              <a:buClr>
                <a:srgbClr val="000000"/>
              </a:buClr>
              <a:buSzPts val="800"/>
              <a:buFont typeface="Outfit Light"/>
              <a:buNone/>
            </a:pPr>
            <a:r>
              <a:rPr lang="en">
                <a:latin typeface="Outfit"/>
                <a:ea typeface="Outfit"/>
                <a:cs typeface="Outfit"/>
                <a:sym typeface="Outfit"/>
              </a:rPr>
              <a:t>Chart Title</a:t>
            </a:r>
            <a:endParaRPr>
              <a:latin typeface="Outfit"/>
              <a:ea typeface="Outfit"/>
              <a:cs typeface="Outfit"/>
              <a:sym typeface="Outfit"/>
            </a:endParaRPr>
          </a:p>
        </p:txBody>
      </p:sp>
      <p:sp>
        <p:nvSpPr>
          <p:cNvPr id="878" name="Google Shape;878;p84"/>
          <p:cNvSpPr txBox="1"/>
          <p:nvPr/>
        </p:nvSpPr>
        <p:spPr>
          <a:xfrm>
            <a:off x="888713" y="4252966"/>
            <a:ext cx="336300" cy="145500"/>
          </a:xfrm>
          <a:prstGeom prst="rect">
            <a:avLst/>
          </a:prstGeom>
          <a:noFill/>
          <a:ln>
            <a:noFill/>
          </a:ln>
        </p:spPr>
        <p:txBody>
          <a:bodyPr anchorCtr="0" anchor="ctr" bIns="0" lIns="34275" spcFirstLastPara="1" rIns="34275" wrap="square" tIns="34275">
            <a:spAutoFit/>
          </a:bodyPr>
          <a:lstStyle/>
          <a:p>
            <a:pPr indent="0" lvl="0" marL="0" marR="0" rtl="0" algn="ctr">
              <a:lnSpc>
                <a:spcPct val="90000"/>
              </a:lnSpc>
              <a:spcBef>
                <a:spcPts val="0"/>
              </a:spcBef>
              <a:spcAft>
                <a:spcPts val="0"/>
              </a:spcAft>
              <a:buClr>
                <a:srgbClr val="000000"/>
              </a:buClr>
              <a:buSzPts val="800"/>
              <a:buFont typeface="Outfit Light"/>
              <a:buNone/>
            </a:pPr>
            <a:r>
              <a:rPr lang="en" sz="800">
                <a:latin typeface="Outfit Light"/>
                <a:ea typeface="Outfit Light"/>
                <a:cs typeface="Outfit Light"/>
                <a:sym typeface="Outfit Light"/>
              </a:rPr>
              <a:t>XX</a:t>
            </a:r>
            <a:endParaRPr sz="500"/>
          </a:p>
        </p:txBody>
      </p:sp>
      <p:sp>
        <p:nvSpPr>
          <p:cNvPr id="879" name="Google Shape;879;p84"/>
          <p:cNvSpPr txBox="1"/>
          <p:nvPr/>
        </p:nvSpPr>
        <p:spPr>
          <a:xfrm>
            <a:off x="2335547" y="4252966"/>
            <a:ext cx="336300" cy="145500"/>
          </a:xfrm>
          <a:prstGeom prst="rect">
            <a:avLst/>
          </a:prstGeom>
          <a:noFill/>
          <a:ln>
            <a:noFill/>
          </a:ln>
        </p:spPr>
        <p:txBody>
          <a:bodyPr anchorCtr="0" anchor="ctr" bIns="0" lIns="34275" spcFirstLastPara="1" rIns="34275" wrap="square" tIns="34275">
            <a:spAutoFit/>
          </a:bodyPr>
          <a:lstStyle/>
          <a:p>
            <a:pPr indent="0" lvl="0" marL="0" marR="0" rtl="0" algn="ctr">
              <a:lnSpc>
                <a:spcPct val="90000"/>
              </a:lnSpc>
              <a:spcBef>
                <a:spcPts val="0"/>
              </a:spcBef>
              <a:spcAft>
                <a:spcPts val="0"/>
              </a:spcAft>
              <a:buClr>
                <a:srgbClr val="000000"/>
              </a:buClr>
              <a:buSzPts val="800"/>
              <a:buFont typeface="Outfit Light"/>
              <a:buNone/>
            </a:pPr>
            <a:r>
              <a:rPr lang="en" sz="800">
                <a:latin typeface="Outfit Light"/>
                <a:ea typeface="Outfit Light"/>
                <a:cs typeface="Outfit Light"/>
                <a:sym typeface="Outfit Light"/>
              </a:rPr>
              <a:t>XX</a:t>
            </a:r>
            <a:endParaRPr sz="500"/>
          </a:p>
        </p:txBody>
      </p:sp>
      <p:sp>
        <p:nvSpPr>
          <p:cNvPr id="880" name="Google Shape;880;p84"/>
          <p:cNvSpPr txBox="1"/>
          <p:nvPr/>
        </p:nvSpPr>
        <p:spPr>
          <a:xfrm>
            <a:off x="3763209" y="4252966"/>
            <a:ext cx="336300" cy="145500"/>
          </a:xfrm>
          <a:prstGeom prst="rect">
            <a:avLst/>
          </a:prstGeom>
          <a:noFill/>
          <a:ln>
            <a:noFill/>
          </a:ln>
        </p:spPr>
        <p:txBody>
          <a:bodyPr anchorCtr="0" anchor="ctr" bIns="0" lIns="34275" spcFirstLastPara="1" rIns="34275" wrap="square" tIns="34275">
            <a:spAutoFit/>
          </a:bodyPr>
          <a:lstStyle/>
          <a:p>
            <a:pPr indent="0" lvl="0" marL="0" marR="0" rtl="0" algn="ctr">
              <a:lnSpc>
                <a:spcPct val="90000"/>
              </a:lnSpc>
              <a:spcBef>
                <a:spcPts val="0"/>
              </a:spcBef>
              <a:spcAft>
                <a:spcPts val="0"/>
              </a:spcAft>
              <a:buClr>
                <a:srgbClr val="000000"/>
              </a:buClr>
              <a:buSzPts val="800"/>
              <a:buFont typeface="Outfit Light"/>
              <a:buNone/>
            </a:pPr>
            <a:r>
              <a:rPr lang="en" sz="800">
                <a:latin typeface="Outfit Light"/>
                <a:ea typeface="Outfit Light"/>
                <a:cs typeface="Outfit Light"/>
                <a:sym typeface="Outfit Light"/>
              </a:rPr>
              <a:t>XX</a:t>
            </a:r>
            <a:endParaRPr sz="500"/>
          </a:p>
        </p:txBody>
      </p:sp>
      <p:sp>
        <p:nvSpPr>
          <p:cNvPr id="881" name="Google Shape;881;p84"/>
          <p:cNvSpPr txBox="1"/>
          <p:nvPr/>
        </p:nvSpPr>
        <p:spPr>
          <a:xfrm>
            <a:off x="5190872" y="4252966"/>
            <a:ext cx="336300" cy="145500"/>
          </a:xfrm>
          <a:prstGeom prst="rect">
            <a:avLst/>
          </a:prstGeom>
          <a:noFill/>
          <a:ln>
            <a:noFill/>
          </a:ln>
        </p:spPr>
        <p:txBody>
          <a:bodyPr anchorCtr="0" anchor="ctr" bIns="0" lIns="34275" spcFirstLastPara="1" rIns="34275" wrap="square" tIns="34275">
            <a:spAutoFit/>
          </a:bodyPr>
          <a:lstStyle/>
          <a:p>
            <a:pPr indent="0" lvl="0" marL="0" marR="0" rtl="0" algn="ctr">
              <a:lnSpc>
                <a:spcPct val="90000"/>
              </a:lnSpc>
              <a:spcBef>
                <a:spcPts val="0"/>
              </a:spcBef>
              <a:spcAft>
                <a:spcPts val="0"/>
              </a:spcAft>
              <a:buClr>
                <a:srgbClr val="000000"/>
              </a:buClr>
              <a:buSzPts val="800"/>
              <a:buFont typeface="Outfit Light"/>
              <a:buNone/>
            </a:pPr>
            <a:r>
              <a:rPr lang="en" sz="800">
                <a:latin typeface="Outfit Light"/>
                <a:ea typeface="Outfit Light"/>
                <a:cs typeface="Outfit Light"/>
                <a:sym typeface="Outfit Light"/>
              </a:rPr>
              <a:t>XX</a:t>
            </a:r>
            <a:endParaRPr sz="500"/>
          </a:p>
        </p:txBody>
      </p:sp>
      <p:sp>
        <p:nvSpPr>
          <p:cNvPr id="882" name="Google Shape;882;p84"/>
          <p:cNvSpPr txBox="1"/>
          <p:nvPr/>
        </p:nvSpPr>
        <p:spPr>
          <a:xfrm>
            <a:off x="6637706" y="4252966"/>
            <a:ext cx="336300" cy="145500"/>
          </a:xfrm>
          <a:prstGeom prst="rect">
            <a:avLst/>
          </a:prstGeom>
          <a:noFill/>
          <a:ln>
            <a:noFill/>
          </a:ln>
        </p:spPr>
        <p:txBody>
          <a:bodyPr anchorCtr="0" anchor="ctr" bIns="0" lIns="34275" spcFirstLastPara="1" rIns="34275" wrap="square" tIns="34275">
            <a:spAutoFit/>
          </a:bodyPr>
          <a:lstStyle/>
          <a:p>
            <a:pPr indent="0" lvl="0" marL="0" marR="0" rtl="0" algn="ctr">
              <a:lnSpc>
                <a:spcPct val="90000"/>
              </a:lnSpc>
              <a:spcBef>
                <a:spcPts val="0"/>
              </a:spcBef>
              <a:spcAft>
                <a:spcPts val="0"/>
              </a:spcAft>
              <a:buClr>
                <a:srgbClr val="000000"/>
              </a:buClr>
              <a:buSzPts val="800"/>
              <a:buFont typeface="Outfit Light"/>
              <a:buNone/>
            </a:pPr>
            <a:r>
              <a:rPr lang="en" sz="800">
                <a:latin typeface="Outfit Light"/>
                <a:ea typeface="Outfit Light"/>
                <a:cs typeface="Outfit Light"/>
                <a:sym typeface="Outfit Light"/>
              </a:rPr>
              <a:t>XX</a:t>
            </a:r>
            <a:endParaRPr sz="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pic>
        <p:nvPicPr>
          <p:cNvPr id="887" name="Google Shape;887;p85"/>
          <p:cNvPicPr preferRelativeResize="0"/>
          <p:nvPr/>
        </p:nvPicPr>
        <p:blipFill rotWithShape="1">
          <a:blip r:embed="rId3">
            <a:alphaModFix/>
          </a:blip>
          <a:srcRect b="0" l="7236" r="0" t="0"/>
          <a:stretch/>
        </p:blipFill>
        <p:spPr>
          <a:xfrm>
            <a:off x="1111425" y="979500"/>
            <a:ext cx="4849425" cy="3232575"/>
          </a:xfrm>
          <a:prstGeom prst="rect">
            <a:avLst/>
          </a:prstGeom>
          <a:noFill/>
          <a:ln>
            <a:noFill/>
          </a:ln>
        </p:spPr>
      </p:pic>
      <p:sp>
        <p:nvSpPr>
          <p:cNvPr id="888" name="Google Shape;888;p85"/>
          <p:cNvSpPr/>
          <p:nvPr/>
        </p:nvSpPr>
        <p:spPr>
          <a:xfrm>
            <a:off x="7550944" y="2296205"/>
            <a:ext cx="150000" cy="150000"/>
          </a:xfrm>
          <a:prstGeom prst="rect">
            <a:avLst/>
          </a:prstGeom>
          <a:solidFill>
            <a:schemeClr val="accent5"/>
          </a:solidFill>
          <a:ln>
            <a:noFill/>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889" name="Google Shape;889;p85"/>
          <p:cNvSpPr/>
          <p:nvPr/>
        </p:nvSpPr>
        <p:spPr>
          <a:xfrm>
            <a:off x="7550944" y="2541134"/>
            <a:ext cx="150000" cy="150000"/>
          </a:xfrm>
          <a:prstGeom prst="rect">
            <a:avLst/>
          </a:prstGeom>
          <a:solidFill>
            <a:schemeClr val="dk1"/>
          </a:solidFill>
          <a:ln>
            <a:noFill/>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890" name="Google Shape;890;p85"/>
          <p:cNvSpPr/>
          <p:nvPr/>
        </p:nvSpPr>
        <p:spPr>
          <a:xfrm>
            <a:off x="7550944" y="2786063"/>
            <a:ext cx="150000" cy="150000"/>
          </a:xfrm>
          <a:prstGeom prst="rect">
            <a:avLst/>
          </a:prstGeom>
          <a:solidFill>
            <a:schemeClr val="accent2"/>
          </a:solidFill>
          <a:ln>
            <a:noFill/>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891" name="Google Shape;891;p85"/>
          <p:cNvSpPr txBox="1"/>
          <p:nvPr/>
        </p:nvSpPr>
        <p:spPr>
          <a:xfrm>
            <a:off x="7700963" y="2296205"/>
            <a:ext cx="1109700" cy="145500"/>
          </a:xfrm>
          <a:prstGeom prst="rect">
            <a:avLst/>
          </a:prstGeom>
          <a:noFill/>
          <a:ln>
            <a:noFill/>
          </a:ln>
        </p:spPr>
        <p:txBody>
          <a:bodyPr anchorCtr="0" anchor="ctr" bIns="0" lIns="34275" spcFirstLastPara="1" rIns="34275" wrap="square" tIns="34275">
            <a:spAutoFit/>
          </a:bodyPr>
          <a:lstStyle/>
          <a:p>
            <a:pPr indent="0" lvl="0" marL="0" marR="0" rtl="0" algn="l">
              <a:lnSpc>
                <a:spcPct val="90000"/>
              </a:lnSpc>
              <a:spcBef>
                <a:spcPts val="0"/>
              </a:spcBef>
              <a:spcAft>
                <a:spcPts val="0"/>
              </a:spcAft>
              <a:buClr>
                <a:srgbClr val="000000"/>
              </a:buClr>
              <a:buSzPts val="800"/>
              <a:buFont typeface="Outfit Light"/>
              <a:buNone/>
            </a:pPr>
            <a:r>
              <a:rPr b="0" i="0" lang="en" sz="800" u="none" cap="none" strike="noStrike">
                <a:solidFill>
                  <a:srgbClr val="000000"/>
                </a:solidFill>
                <a:latin typeface="Outfit Light"/>
                <a:ea typeface="Outfit Light"/>
                <a:cs typeface="Outfit Light"/>
                <a:sym typeface="Outfit Light"/>
              </a:rPr>
              <a:t>Title</a:t>
            </a:r>
            <a:endParaRPr sz="500"/>
          </a:p>
        </p:txBody>
      </p:sp>
      <p:sp>
        <p:nvSpPr>
          <p:cNvPr id="892" name="Google Shape;892;p85"/>
          <p:cNvSpPr txBox="1"/>
          <p:nvPr/>
        </p:nvSpPr>
        <p:spPr>
          <a:xfrm>
            <a:off x="7700963" y="2541134"/>
            <a:ext cx="1109700" cy="145500"/>
          </a:xfrm>
          <a:prstGeom prst="rect">
            <a:avLst/>
          </a:prstGeom>
          <a:noFill/>
          <a:ln>
            <a:noFill/>
          </a:ln>
        </p:spPr>
        <p:txBody>
          <a:bodyPr anchorCtr="0" anchor="ctr" bIns="0" lIns="34275" spcFirstLastPara="1" rIns="34275" wrap="square" tIns="34275">
            <a:spAutoFit/>
          </a:bodyPr>
          <a:lstStyle/>
          <a:p>
            <a:pPr indent="0" lvl="0" marL="0" marR="0" rtl="0" algn="l">
              <a:lnSpc>
                <a:spcPct val="90000"/>
              </a:lnSpc>
              <a:spcBef>
                <a:spcPts val="0"/>
              </a:spcBef>
              <a:spcAft>
                <a:spcPts val="0"/>
              </a:spcAft>
              <a:buClr>
                <a:srgbClr val="000000"/>
              </a:buClr>
              <a:buSzPts val="800"/>
              <a:buFont typeface="Outfit Light"/>
              <a:buNone/>
            </a:pPr>
            <a:r>
              <a:rPr b="0" i="0" lang="en" sz="800" u="none" cap="none" strike="noStrike">
                <a:solidFill>
                  <a:srgbClr val="000000"/>
                </a:solidFill>
                <a:latin typeface="Outfit Light"/>
                <a:ea typeface="Outfit Light"/>
                <a:cs typeface="Outfit Light"/>
                <a:sym typeface="Outfit Light"/>
              </a:rPr>
              <a:t>Title</a:t>
            </a:r>
            <a:endParaRPr sz="500"/>
          </a:p>
        </p:txBody>
      </p:sp>
      <p:sp>
        <p:nvSpPr>
          <p:cNvPr id="893" name="Google Shape;893;p85"/>
          <p:cNvSpPr txBox="1"/>
          <p:nvPr/>
        </p:nvSpPr>
        <p:spPr>
          <a:xfrm>
            <a:off x="7700963" y="2786062"/>
            <a:ext cx="1109700" cy="145500"/>
          </a:xfrm>
          <a:prstGeom prst="rect">
            <a:avLst/>
          </a:prstGeom>
          <a:noFill/>
          <a:ln>
            <a:noFill/>
          </a:ln>
        </p:spPr>
        <p:txBody>
          <a:bodyPr anchorCtr="0" anchor="ctr" bIns="0" lIns="34275" spcFirstLastPara="1" rIns="34275" wrap="square" tIns="34275">
            <a:spAutoFit/>
          </a:bodyPr>
          <a:lstStyle/>
          <a:p>
            <a:pPr indent="0" lvl="0" marL="0" marR="0" rtl="0" algn="l">
              <a:lnSpc>
                <a:spcPct val="90000"/>
              </a:lnSpc>
              <a:spcBef>
                <a:spcPts val="0"/>
              </a:spcBef>
              <a:spcAft>
                <a:spcPts val="0"/>
              </a:spcAft>
              <a:buClr>
                <a:srgbClr val="000000"/>
              </a:buClr>
              <a:buSzPts val="800"/>
              <a:buFont typeface="Outfit Light"/>
              <a:buNone/>
            </a:pPr>
            <a:r>
              <a:rPr b="0" i="0" lang="en" sz="800" u="none" cap="none" strike="noStrike">
                <a:solidFill>
                  <a:srgbClr val="000000"/>
                </a:solidFill>
                <a:latin typeface="Outfit Light"/>
                <a:ea typeface="Outfit Light"/>
                <a:cs typeface="Outfit Light"/>
                <a:sym typeface="Outfit Light"/>
              </a:rPr>
              <a:t>Title</a:t>
            </a:r>
            <a:endParaRPr sz="500"/>
          </a:p>
        </p:txBody>
      </p:sp>
      <p:sp>
        <p:nvSpPr>
          <p:cNvPr id="894" name="Google Shape;894;p85"/>
          <p:cNvSpPr txBox="1"/>
          <p:nvPr/>
        </p:nvSpPr>
        <p:spPr>
          <a:xfrm>
            <a:off x="1040991" y="468375"/>
            <a:ext cx="4760700" cy="228600"/>
          </a:xfrm>
          <a:prstGeom prst="rect">
            <a:avLst/>
          </a:prstGeom>
          <a:noFill/>
          <a:ln>
            <a:noFill/>
          </a:ln>
        </p:spPr>
        <p:txBody>
          <a:bodyPr anchorCtr="0" anchor="ctr" bIns="0" lIns="34275" spcFirstLastPara="1" rIns="34275" wrap="square" tIns="34275">
            <a:spAutoFit/>
          </a:bodyPr>
          <a:lstStyle/>
          <a:p>
            <a:pPr indent="0" lvl="0" marL="0" marR="0" rtl="0" algn="ctr">
              <a:lnSpc>
                <a:spcPct val="90000"/>
              </a:lnSpc>
              <a:spcBef>
                <a:spcPts val="0"/>
              </a:spcBef>
              <a:spcAft>
                <a:spcPts val="0"/>
              </a:spcAft>
              <a:buClr>
                <a:srgbClr val="000000"/>
              </a:buClr>
              <a:buSzPts val="800"/>
              <a:buFont typeface="Outfit Light"/>
              <a:buNone/>
            </a:pPr>
            <a:r>
              <a:rPr lang="en">
                <a:latin typeface="Outfit"/>
                <a:ea typeface="Outfit"/>
                <a:cs typeface="Outfit"/>
                <a:sym typeface="Outfit"/>
              </a:rPr>
              <a:t>Chart Title</a:t>
            </a:r>
            <a:endParaRPr>
              <a:latin typeface="Outfit"/>
              <a:ea typeface="Outfit"/>
              <a:cs typeface="Outfit"/>
              <a:sym typeface="Outfit"/>
            </a:endParaRPr>
          </a:p>
        </p:txBody>
      </p:sp>
      <p:sp>
        <p:nvSpPr>
          <p:cNvPr id="895" name="Google Shape;895;p85"/>
          <p:cNvSpPr txBox="1"/>
          <p:nvPr/>
        </p:nvSpPr>
        <p:spPr>
          <a:xfrm>
            <a:off x="1660300" y="4066578"/>
            <a:ext cx="336300" cy="145500"/>
          </a:xfrm>
          <a:prstGeom prst="rect">
            <a:avLst/>
          </a:prstGeom>
          <a:noFill/>
          <a:ln>
            <a:noFill/>
          </a:ln>
        </p:spPr>
        <p:txBody>
          <a:bodyPr anchorCtr="0" anchor="ctr" bIns="0" lIns="34275" spcFirstLastPara="1" rIns="34275" wrap="square" tIns="34275">
            <a:spAutoFit/>
          </a:bodyPr>
          <a:lstStyle/>
          <a:p>
            <a:pPr indent="0" lvl="0" marL="0" marR="0" rtl="0" algn="ctr">
              <a:lnSpc>
                <a:spcPct val="90000"/>
              </a:lnSpc>
              <a:spcBef>
                <a:spcPts val="0"/>
              </a:spcBef>
              <a:spcAft>
                <a:spcPts val="0"/>
              </a:spcAft>
              <a:buClr>
                <a:srgbClr val="000000"/>
              </a:buClr>
              <a:buSzPts val="800"/>
              <a:buFont typeface="Outfit Light"/>
              <a:buNone/>
            </a:pPr>
            <a:r>
              <a:rPr lang="en" sz="800">
                <a:latin typeface="Outfit Light"/>
                <a:ea typeface="Outfit Light"/>
                <a:cs typeface="Outfit Light"/>
                <a:sym typeface="Outfit Light"/>
              </a:rPr>
              <a:t>XX</a:t>
            </a:r>
            <a:endParaRPr sz="500"/>
          </a:p>
        </p:txBody>
      </p:sp>
      <p:sp>
        <p:nvSpPr>
          <p:cNvPr id="896" name="Google Shape;896;p85"/>
          <p:cNvSpPr txBox="1"/>
          <p:nvPr/>
        </p:nvSpPr>
        <p:spPr>
          <a:xfrm>
            <a:off x="2743044" y="4066578"/>
            <a:ext cx="336300" cy="145500"/>
          </a:xfrm>
          <a:prstGeom prst="rect">
            <a:avLst/>
          </a:prstGeom>
          <a:noFill/>
          <a:ln>
            <a:noFill/>
          </a:ln>
        </p:spPr>
        <p:txBody>
          <a:bodyPr anchorCtr="0" anchor="ctr" bIns="0" lIns="34275" spcFirstLastPara="1" rIns="34275" wrap="square" tIns="34275">
            <a:spAutoFit/>
          </a:bodyPr>
          <a:lstStyle/>
          <a:p>
            <a:pPr indent="0" lvl="0" marL="0" marR="0" rtl="0" algn="ctr">
              <a:lnSpc>
                <a:spcPct val="90000"/>
              </a:lnSpc>
              <a:spcBef>
                <a:spcPts val="0"/>
              </a:spcBef>
              <a:spcAft>
                <a:spcPts val="0"/>
              </a:spcAft>
              <a:buClr>
                <a:srgbClr val="000000"/>
              </a:buClr>
              <a:buSzPts val="800"/>
              <a:buFont typeface="Outfit Light"/>
              <a:buNone/>
            </a:pPr>
            <a:r>
              <a:rPr lang="en" sz="800">
                <a:latin typeface="Outfit Light"/>
                <a:ea typeface="Outfit Light"/>
                <a:cs typeface="Outfit Light"/>
                <a:sym typeface="Outfit Light"/>
              </a:rPr>
              <a:t>XX</a:t>
            </a:r>
            <a:endParaRPr sz="500"/>
          </a:p>
        </p:txBody>
      </p:sp>
      <p:sp>
        <p:nvSpPr>
          <p:cNvPr id="897" name="Google Shape;897;p85"/>
          <p:cNvSpPr txBox="1"/>
          <p:nvPr/>
        </p:nvSpPr>
        <p:spPr>
          <a:xfrm>
            <a:off x="3825788" y="4066578"/>
            <a:ext cx="336300" cy="145500"/>
          </a:xfrm>
          <a:prstGeom prst="rect">
            <a:avLst/>
          </a:prstGeom>
          <a:noFill/>
          <a:ln>
            <a:noFill/>
          </a:ln>
        </p:spPr>
        <p:txBody>
          <a:bodyPr anchorCtr="0" anchor="ctr" bIns="0" lIns="34275" spcFirstLastPara="1" rIns="34275" wrap="square" tIns="34275">
            <a:spAutoFit/>
          </a:bodyPr>
          <a:lstStyle/>
          <a:p>
            <a:pPr indent="0" lvl="0" marL="0" marR="0" rtl="0" algn="ctr">
              <a:lnSpc>
                <a:spcPct val="90000"/>
              </a:lnSpc>
              <a:spcBef>
                <a:spcPts val="0"/>
              </a:spcBef>
              <a:spcAft>
                <a:spcPts val="0"/>
              </a:spcAft>
              <a:buClr>
                <a:srgbClr val="000000"/>
              </a:buClr>
              <a:buSzPts val="800"/>
              <a:buFont typeface="Outfit Light"/>
              <a:buNone/>
            </a:pPr>
            <a:r>
              <a:rPr lang="en" sz="800">
                <a:latin typeface="Outfit Light"/>
                <a:ea typeface="Outfit Light"/>
                <a:cs typeface="Outfit Light"/>
                <a:sym typeface="Outfit Light"/>
              </a:rPr>
              <a:t>XX</a:t>
            </a:r>
            <a:endParaRPr sz="500"/>
          </a:p>
        </p:txBody>
      </p:sp>
      <p:sp>
        <p:nvSpPr>
          <p:cNvPr id="898" name="Google Shape;898;p85"/>
          <p:cNvSpPr txBox="1"/>
          <p:nvPr/>
        </p:nvSpPr>
        <p:spPr>
          <a:xfrm>
            <a:off x="4925381" y="4066578"/>
            <a:ext cx="336300" cy="145500"/>
          </a:xfrm>
          <a:prstGeom prst="rect">
            <a:avLst/>
          </a:prstGeom>
          <a:noFill/>
          <a:ln>
            <a:noFill/>
          </a:ln>
        </p:spPr>
        <p:txBody>
          <a:bodyPr anchorCtr="0" anchor="ctr" bIns="0" lIns="34275" spcFirstLastPara="1" rIns="34275" wrap="square" tIns="34275">
            <a:spAutoFit/>
          </a:bodyPr>
          <a:lstStyle/>
          <a:p>
            <a:pPr indent="0" lvl="0" marL="0" marR="0" rtl="0" algn="ctr">
              <a:lnSpc>
                <a:spcPct val="90000"/>
              </a:lnSpc>
              <a:spcBef>
                <a:spcPts val="0"/>
              </a:spcBef>
              <a:spcAft>
                <a:spcPts val="0"/>
              </a:spcAft>
              <a:buClr>
                <a:srgbClr val="000000"/>
              </a:buClr>
              <a:buSzPts val="800"/>
              <a:buFont typeface="Outfit Light"/>
              <a:buNone/>
            </a:pPr>
            <a:r>
              <a:rPr lang="en" sz="800">
                <a:latin typeface="Outfit Light"/>
                <a:ea typeface="Outfit Light"/>
                <a:cs typeface="Outfit Light"/>
                <a:sym typeface="Outfit Light"/>
              </a:rPr>
              <a:t>XX</a:t>
            </a:r>
            <a:endParaRPr sz="5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pic>
        <p:nvPicPr>
          <p:cNvPr id="903" name="Google Shape;903;p86" title="Points scored"/>
          <p:cNvPicPr preferRelativeResize="0"/>
          <p:nvPr/>
        </p:nvPicPr>
        <p:blipFill rotWithShape="1">
          <a:blip r:embed="rId3">
            <a:alphaModFix/>
          </a:blip>
          <a:srcRect b="-3147" l="16312" r="16312" t="-3157"/>
          <a:stretch/>
        </p:blipFill>
        <p:spPr>
          <a:xfrm>
            <a:off x="1550520" y="964411"/>
            <a:ext cx="3922443" cy="3826978"/>
          </a:xfrm>
          <a:prstGeom prst="rect">
            <a:avLst/>
          </a:prstGeom>
          <a:noFill/>
          <a:ln>
            <a:noFill/>
          </a:ln>
        </p:spPr>
      </p:pic>
      <p:sp>
        <p:nvSpPr>
          <p:cNvPr id="904" name="Google Shape;904;p86"/>
          <p:cNvSpPr txBox="1"/>
          <p:nvPr/>
        </p:nvSpPr>
        <p:spPr>
          <a:xfrm>
            <a:off x="4769151" y="1414976"/>
            <a:ext cx="1007400" cy="159300"/>
          </a:xfrm>
          <a:prstGeom prst="rect">
            <a:avLst/>
          </a:prstGeom>
          <a:noFill/>
          <a:ln>
            <a:noFill/>
          </a:ln>
        </p:spPr>
        <p:txBody>
          <a:bodyPr anchorCtr="0" anchor="t" bIns="17150" lIns="34275" spcFirstLastPara="1" rIns="34275" wrap="square" tIns="17150">
            <a:spAutoFit/>
          </a:bodyPr>
          <a:lstStyle/>
          <a:p>
            <a:pPr indent="0" lvl="0" marL="0" marR="0" rtl="0" algn="l">
              <a:lnSpc>
                <a:spcPct val="90000"/>
              </a:lnSpc>
              <a:spcBef>
                <a:spcPts val="0"/>
              </a:spcBef>
              <a:spcAft>
                <a:spcPts val="0"/>
              </a:spcAft>
              <a:buClr>
                <a:srgbClr val="000000"/>
              </a:buClr>
              <a:buSzPts val="1100"/>
              <a:buFont typeface="Outfit"/>
              <a:buNone/>
            </a:pPr>
            <a:r>
              <a:rPr b="0" i="0" lang="en" sz="900" u="none" cap="none" strike="noStrike">
                <a:solidFill>
                  <a:srgbClr val="000000"/>
                </a:solidFill>
                <a:latin typeface="Outfit"/>
                <a:ea typeface="Outfit"/>
                <a:cs typeface="Outfit"/>
                <a:sym typeface="Outfit"/>
              </a:rPr>
              <a:t>XX%</a:t>
            </a:r>
            <a:endParaRPr sz="900"/>
          </a:p>
        </p:txBody>
      </p:sp>
      <p:sp>
        <p:nvSpPr>
          <p:cNvPr id="905" name="Google Shape;905;p86"/>
          <p:cNvSpPr txBox="1"/>
          <p:nvPr/>
        </p:nvSpPr>
        <p:spPr>
          <a:xfrm>
            <a:off x="5029579" y="3891635"/>
            <a:ext cx="1007400" cy="159300"/>
          </a:xfrm>
          <a:prstGeom prst="rect">
            <a:avLst/>
          </a:prstGeom>
          <a:noFill/>
          <a:ln>
            <a:noFill/>
          </a:ln>
        </p:spPr>
        <p:txBody>
          <a:bodyPr anchorCtr="0" anchor="t" bIns="17150" lIns="34275" spcFirstLastPara="1" rIns="34275" wrap="square" tIns="17150">
            <a:spAutoFit/>
          </a:bodyPr>
          <a:lstStyle/>
          <a:p>
            <a:pPr indent="0" lvl="0" marL="0" marR="0" rtl="0" algn="l">
              <a:lnSpc>
                <a:spcPct val="90000"/>
              </a:lnSpc>
              <a:spcBef>
                <a:spcPts val="0"/>
              </a:spcBef>
              <a:spcAft>
                <a:spcPts val="0"/>
              </a:spcAft>
              <a:buClr>
                <a:srgbClr val="000000"/>
              </a:buClr>
              <a:buSzPts val="1100"/>
              <a:buFont typeface="Outfit"/>
              <a:buNone/>
            </a:pPr>
            <a:r>
              <a:rPr b="0" i="0" lang="en" sz="900" u="none" cap="none" strike="noStrike">
                <a:solidFill>
                  <a:srgbClr val="000000"/>
                </a:solidFill>
                <a:latin typeface="Outfit"/>
                <a:ea typeface="Outfit"/>
                <a:cs typeface="Outfit"/>
                <a:sym typeface="Outfit"/>
              </a:rPr>
              <a:t>XX%</a:t>
            </a:r>
            <a:endParaRPr sz="900"/>
          </a:p>
        </p:txBody>
      </p:sp>
      <p:sp>
        <p:nvSpPr>
          <p:cNvPr id="906" name="Google Shape;906;p86"/>
          <p:cNvSpPr txBox="1"/>
          <p:nvPr/>
        </p:nvSpPr>
        <p:spPr>
          <a:xfrm>
            <a:off x="2348770" y="4677823"/>
            <a:ext cx="1007400" cy="159300"/>
          </a:xfrm>
          <a:prstGeom prst="rect">
            <a:avLst/>
          </a:prstGeom>
          <a:noFill/>
          <a:ln>
            <a:noFill/>
          </a:ln>
        </p:spPr>
        <p:txBody>
          <a:bodyPr anchorCtr="0" anchor="t" bIns="17150" lIns="34275" spcFirstLastPara="1" rIns="34275" wrap="square" tIns="17150">
            <a:spAutoFit/>
          </a:bodyPr>
          <a:lstStyle/>
          <a:p>
            <a:pPr indent="0" lvl="0" marL="0" marR="0" rtl="0" algn="r">
              <a:lnSpc>
                <a:spcPct val="90000"/>
              </a:lnSpc>
              <a:spcBef>
                <a:spcPts val="0"/>
              </a:spcBef>
              <a:spcAft>
                <a:spcPts val="0"/>
              </a:spcAft>
              <a:buClr>
                <a:srgbClr val="000000"/>
              </a:buClr>
              <a:buSzPts val="1100"/>
              <a:buFont typeface="Outfit"/>
              <a:buNone/>
            </a:pPr>
            <a:r>
              <a:rPr b="0" i="0" lang="en" sz="900" u="none" cap="none" strike="noStrike">
                <a:solidFill>
                  <a:srgbClr val="000000"/>
                </a:solidFill>
                <a:latin typeface="Outfit"/>
                <a:ea typeface="Outfit"/>
                <a:cs typeface="Outfit"/>
                <a:sym typeface="Outfit"/>
              </a:rPr>
              <a:t>XX%</a:t>
            </a:r>
            <a:endParaRPr sz="900"/>
          </a:p>
        </p:txBody>
      </p:sp>
      <p:sp>
        <p:nvSpPr>
          <p:cNvPr id="907" name="Google Shape;907;p86"/>
          <p:cNvSpPr txBox="1"/>
          <p:nvPr/>
        </p:nvSpPr>
        <p:spPr>
          <a:xfrm>
            <a:off x="805748" y="3495338"/>
            <a:ext cx="1007400" cy="159300"/>
          </a:xfrm>
          <a:prstGeom prst="rect">
            <a:avLst/>
          </a:prstGeom>
          <a:noFill/>
          <a:ln>
            <a:noFill/>
          </a:ln>
        </p:spPr>
        <p:txBody>
          <a:bodyPr anchorCtr="0" anchor="t" bIns="17150" lIns="34275" spcFirstLastPara="1" rIns="34275" wrap="square" tIns="17150">
            <a:spAutoFit/>
          </a:bodyPr>
          <a:lstStyle/>
          <a:p>
            <a:pPr indent="0" lvl="0" marL="0" marR="0" rtl="0" algn="r">
              <a:lnSpc>
                <a:spcPct val="90000"/>
              </a:lnSpc>
              <a:spcBef>
                <a:spcPts val="0"/>
              </a:spcBef>
              <a:spcAft>
                <a:spcPts val="0"/>
              </a:spcAft>
              <a:buClr>
                <a:srgbClr val="000000"/>
              </a:buClr>
              <a:buSzPts val="1100"/>
              <a:buFont typeface="Outfit"/>
              <a:buNone/>
            </a:pPr>
            <a:r>
              <a:rPr b="0" i="0" lang="en" sz="900" u="none" cap="none" strike="noStrike">
                <a:solidFill>
                  <a:srgbClr val="000000"/>
                </a:solidFill>
                <a:latin typeface="Outfit"/>
                <a:ea typeface="Outfit"/>
                <a:cs typeface="Outfit"/>
                <a:sym typeface="Outfit"/>
              </a:rPr>
              <a:t>XX%</a:t>
            </a:r>
            <a:endParaRPr sz="900"/>
          </a:p>
        </p:txBody>
      </p:sp>
      <p:sp>
        <p:nvSpPr>
          <p:cNvPr id="908" name="Google Shape;908;p86"/>
          <p:cNvSpPr txBox="1"/>
          <p:nvPr/>
        </p:nvSpPr>
        <p:spPr>
          <a:xfrm>
            <a:off x="805720" y="2080265"/>
            <a:ext cx="1007400" cy="159300"/>
          </a:xfrm>
          <a:prstGeom prst="rect">
            <a:avLst/>
          </a:prstGeom>
          <a:noFill/>
          <a:ln>
            <a:noFill/>
          </a:ln>
        </p:spPr>
        <p:txBody>
          <a:bodyPr anchorCtr="0" anchor="t" bIns="17150" lIns="34275" spcFirstLastPara="1" rIns="34275" wrap="square" tIns="17150">
            <a:spAutoFit/>
          </a:bodyPr>
          <a:lstStyle/>
          <a:p>
            <a:pPr indent="0" lvl="0" marL="0" marR="0" rtl="0" algn="r">
              <a:lnSpc>
                <a:spcPct val="90000"/>
              </a:lnSpc>
              <a:spcBef>
                <a:spcPts val="0"/>
              </a:spcBef>
              <a:spcAft>
                <a:spcPts val="0"/>
              </a:spcAft>
              <a:buClr>
                <a:srgbClr val="000000"/>
              </a:buClr>
              <a:buSzPts val="1100"/>
              <a:buFont typeface="Outfit"/>
              <a:buNone/>
            </a:pPr>
            <a:r>
              <a:rPr b="0" i="0" lang="en" sz="900" u="none" cap="none" strike="noStrike">
                <a:solidFill>
                  <a:srgbClr val="000000"/>
                </a:solidFill>
                <a:latin typeface="Outfit"/>
                <a:ea typeface="Outfit"/>
                <a:cs typeface="Outfit"/>
                <a:sym typeface="Outfit"/>
              </a:rPr>
              <a:t>XX%</a:t>
            </a:r>
            <a:endParaRPr sz="900"/>
          </a:p>
        </p:txBody>
      </p:sp>
      <p:sp>
        <p:nvSpPr>
          <p:cNvPr id="909" name="Google Shape;909;p86"/>
          <p:cNvSpPr txBox="1"/>
          <p:nvPr/>
        </p:nvSpPr>
        <p:spPr>
          <a:xfrm>
            <a:off x="1550526" y="1202809"/>
            <a:ext cx="1007400" cy="159300"/>
          </a:xfrm>
          <a:prstGeom prst="rect">
            <a:avLst/>
          </a:prstGeom>
          <a:noFill/>
          <a:ln>
            <a:noFill/>
          </a:ln>
        </p:spPr>
        <p:txBody>
          <a:bodyPr anchorCtr="0" anchor="t" bIns="17150" lIns="34275" spcFirstLastPara="1" rIns="34275" wrap="square" tIns="17150">
            <a:spAutoFit/>
          </a:bodyPr>
          <a:lstStyle/>
          <a:p>
            <a:pPr indent="0" lvl="0" marL="0" marR="0" rtl="0" algn="r">
              <a:lnSpc>
                <a:spcPct val="90000"/>
              </a:lnSpc>
              <a:spcBef>
                <a:spcPts val="0"/>
              </a:spcBef>
              <a:spcAft>
                <a:spcPts val="0"/>
              </a:spcAft>
              <a:buClr>
                <a:srgbClr val="000000"/>
              </a:buClr>
              <a:buSzPts val="1100"/>
              <a:buFont typeface="Outfit"/>
              <a:buNone/>
            </a:pPr>
            <a:r>
              <a:rPr b="0" i="0" lang="en" sz="900" u="none" cap="none" strike="noStrike">
                <a:solidFill>
                  <a:srgbClr val="000000"/>
                </a:solidFill>
                <a:latin typeface="Outfit"/>
                <a:ea typeface="Outfit"/>
                <a:cs typeface="Outfit"/>
                <a:sym typeface="Outfit"/>
              </a:rPr>
              <a:t>XX%</a:t>
            </a:r>
            <a:endParaRPr sz="900"/>
          </a:p>
        </p:txBody>
      </p:sp>
      <p:sp>
        <p:nvSpPr>
          <p:cNvPr id="910" name="Google Shape;910;p86"/>
          <p:cNvSpPr txBox="1"/>
          <p:nvPr/>
        </p:nvSpPr>
        <p:spPr>
          <a:xfrm>
            <a:off x="2348770" y="919884"/>
            <a:ext cx="1007400" cy="159300"/>
          </a:xfrm>
          <a:prstGeom prst="rect">
            <a:avLst/>
          </a:prstGeom>
          <a:noFill/>
          <a:ln>
            <a:noFill/>
          </a:ln>
        </p:spPr>
        <p:txBody>
          <a:bodyPr anchorCtr="0" anchor="t" bIns="17150" lIns="34275" spcFirstLastPara="1" rIns="34275" wrap="square" tIns="17150">
            <a:spAutoFit/>
          </a:bodyPr>
          <a:lstStyle/>
          <a:p>
            <a:pPr indent="0" lvl="0" marL="0" marR="0" rtl="0" algn="r">
              <a:lnSpc>
                <a:spcPct val="90000"/>
              </a:lnSpc>
              <a:spcBef>
                <a:spcPts val="0"/>
              </a:spcBef>
              <a:spcAft>
                <a:spcPts val="0"/>
              </a:spcAft>
              <a:buClr>
                <a:srgbClr val="000000"/>
              </a:buClr>
              <a:buSzPts val="1100"/>
              <a:buFont typeface="Outfit"/>
              <a:buNone/>
            </a:pPr>
            <a:r>
              <a:rPr b="0" i="0" lang="en" sz="900" u="none" cap="none" strike="noStrike">
                <a:solidFill>
                  <a:srgbClr val="000000"/>
                </a:solidFill>
                <a:latin typeface="Outfit"/>
                <a:ea typeface="Outfit"/>
                <a:cs typeface="Outfit"/>
                <a:sym typeface="Outfit"/>
              </a:rPr>
              <a:t>XX%</a:t>
            </a:r>
            <a:endParaRPr sz="900"/>
          </a:p>
        </p:txBody>
      </p:sp>
      <p:sp>
        <p:nvSpPr>
          <p:cNvPr id="911" name="Google Shape;911;p86"/>
          <p:cNvSpPr/>
          <p:nvPr/>
        </p:nvSpPr>
        <p:spPr>
          <a:xfrm>
            <a:off x="6672263" y="1826047"/>
            <a:ext cx="150000" cy="150000"/>
          </a:xfrm>
          <a:prstGeom prst="rect">
            <a:avLst/>
          </a:prstGeom>
          <a:solidFill>
            <a:schemeClr val="accent5"/>
          </a:solidFill>
          <a:ln>
            <a:noFill/>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912" name="Google Shape;912;p86"/>
          <p:cNvSpPr/>
          <p:nvPr/>
        </p:nvSpPr>
        <p:spPr>
          <a:xfrm>
            <a:off x="6672263" y="2070975"/>
            <a:ext cx="150000" cy="150000"/>
          </a:xfrm>
          <a:prstGeom prst="rect">
            <a:avLst/>
          </a:prstGeom>
          <a:solidFill>
            <a:schemeClr val="dk1"/>
          </a:solidFill>
          <a:ln>
            <a:noFill/>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913" name="Google Shape;913;p86"/>
          <p:cNvSpPr/>
          <p:nvPr/>
        </p:nvSpPr>
        <p:spPr>
          <a:xfrm>
            <a:off x="6672263" y="2315904"/>
            <a:ext cx="150000" cy="150000"/>
          </a:xfrm>
          <a:prstGeom prst="rect">
            <a:avLst/>
          </a:prstGeom>
          <a:solidFill>
            <a:schemeClr val="accent2"/>
          </a:solidFill>
          <a:ln>
            <a:noFill/>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914" name="Google Shape;914;p86"/>
          <p:cNvSpPr txBox="1"/>
          <p:nvPr/>
        </p:nvSpPr>
        <p:spPr>
          <a:xfrm>
            <a:off x="6822281" y="1826047"/>
            <a:ext cx="1109700" cy="145500"/>
          </a:xfrm>
          <a:prstGeom prst="rect">
            <a:avLst/>
          </a:prstGeom>
          <a:noFill/>
          <a:ln>
            <a:noFill/>
          </a:ln>
        </p:spPr>
        <p:txBody>
          <a:bodyPr anchorCtr="0" anchor="ctr" bIns="0" lIns="34275" spcFirstLastPara="1" rIns="34275" wrap="square" tIns="34275">
            <a:spAutoFit/>
          </a:bodyPr>
          <a:lstStyle/>
          <a:p>
            <a:pPr indent="0" lvl="0" marL="0" marR="0" rtl="0" algn="l">
              <a:lnSpc>
                <a:spcPct val="90000"/>
              </a:lnSpc>
              <a:spcBef>
                <a:spcPts val="0"/>
              </a:spcBef>
              <a:spcAft>
                <a:spcPts val="0"/>
              </a:spcAft>
              <a:buClr>
                <a:srgbClr val="000000"/>
              </a:buClr>
              <a:buSzPts val="800"/>
              <a:buFont typeface="Outfit Light"/>
              <a:buNone/>
            </a:pPr>
            <a:r>
              <a:rPr b="0" i="0" lang="en" sz="800" u="none" cap="none" strike="noStrike">
                <a:solidFill>
                  <a:srgbClr val="000000"/>
                </a:solidFill>
                <a:latin typeface="Outfit Light"/>
                <a:ea typeface="Outfit Light"/>
                <a:cs typeface="Outfit Light"/>
                <a:sym typeface="Outfit Light"/>
              </a:rPr>
              <a:t>Title</a:t>
            </a:r>
            <a:endParaRPr sz="500"/>
          </a:p>
        </p:txBody>
      </p:sp>
      <p:sp>
        <p:nvSpPr>
          <p:cNvPr id="915" name="Google Shape;915;p86"/>
          <p:cNvSpPr txBox="1"/>
          <p:nvPr/>
        </p:nvSpPr>
        <p:spPr>
          <a:xfrm>
            <a:off x="6822281" y="2070975"/>
            <a:ext cx="1109700" cy="145500"/>
          </a:xfrm>
          <a:prstGeom prst="rect">
            <a:avLst/>
          </a:prstGeom>
          <a:noFill/>
          <a:ln>
            <a:noFill/>
          </a:ln>
        </p:spPr>
        <p:txBody>
          <a:bodyPr anchorCtr="0" anchor="ctr" bIns="0" lIns="34275" spcFirstLastPara="1" rIns="34275" wrap="square" tIns="34275">
            <a:spAutoFit/>
          </a:bodyPr>
          <a:lstStyle/>
          <a:p>
            <a:pPr indent="0" lvl="0" marL="0" marR="0" rtl="0" algn="l">
              <a:lnSpc>
                <a:spcPct val="90000"/>
              </a:lnSpc>
              <a:spcBef>
                <a:spcPts val="0"/>
              </a:spcBef>
              <a:spcAft>
                <a:spcPts val="0"/>
              </a:spcAft>
              <a:buClr>
                <a:srgbClr val="000000"/>
              </a:buClr>
              <a:buSzPts val="800"/>
              <a:buFont typeface="Outfit Light"/>
              <a:buNone/>
            </a:pPr>
            <a:r>
              <a:rPr b="0" i="0" lang="en" sz="800" u="none" cap="none" strike="noStrike">
                <a:solidFill>
                  <a:srgbClr val="000000"/>
                </a:solidFill>
                <a:latin typeface="Outfit Light"/>
                <a:ea typeface="Outfit Light"/>
                <a:cs typeface="Outfit Light"/>
                <a:sym typeface="Outfit Light"/>
              </a:rPr>
              <a:t>Title</a:t>
            </a:r>
            <a:endParaRPr sz="500"/>
          </a:p>
        </p:txBody>
      </p:sp>
      <p:sp>
        <p:nvSpPr>
          <p:cNvPr id="916" name="Google Shape;916;p86"/>
          <p:cNvSpPr txBox="1"/>
          <p:nvPr/>
        </p:nvSpPr>
        <p:spPr>
          <a:xfrm>
            <a:off x="6822281" y="2315904"/>
            <a:ext cx="1109700" cy="145500"/>
          </a:xfrm>
          <a:prstGeom prst="rect">
            <a:avLst/>
          </a:prstGeom>
          <a:noFill/>
          <a:ln>
            <a:noFill/>
          </a:ln>
        </p:spPr>
        <p:txBody>
          <a:bodyPr anchorCtr="0" anchor="ctr" bIns="0" lIns="34275" spcFirstLastPara="1" rIns="34275" wrap="square" tIns="34275">
            <a:spAutoFit/>
          </a:bodyPr>
          <a:lstStyle/>
          <a:p>
            <a:pPr indent="0" lvl="0" marL="0" marR="0" rtl="0" algn="l">
              <a:lnSpc>
                <a:spcPct val="90000"/>
              </a:lnSpc>
              <a:spcBef>
                <a:spcPts val="0"/>
              </a:spcBef>
              <a:spcAft>
                <a:spcPts val="0"/>
              </a:spcAft>
              <a:buClr>
                <a:srgbClr val="000000"/>
              </a:buClr>
              <a:buSzPts val="800"/>
              <a:buFont typeface="Outfit Light"/>
              <a:buNone/>
            </a:pPr>
            <a:r>
              <a:rPr b="0" i="0" lang="en" sz="800" u="none" cap="none" strike="noStrike">
                <a:solidFill>
                  <a:srgbClr val="000000"/>
                </a:solidFill>
                <a:latin typeface="Outfit Light"/>
                <a:ea typeface="Outfit Light"/>
                <a:cs typeface="Outfit Light"/>
                <a:sym typeface="Outfit Light"/>
              </a:rPr>
              <a:t>Title</a:t>
            </a:r>
            <a:endParaRPr sz="500"/>
          </a:p>
        </p:txBody>
      </p:sp>
      <p:sp>
        <p:nvSpPr>
          <p:cNvPr id="917" name="Google Shape;917;p86"/>
          <p:cNvSpPr/>
          <p:nvPr/>
        </p:nvSpPr>
        <p:spPr>
          <a:xfrm>
            <a:off x="6672263" y="2560833"/>
            <a:ext cx="150000" cy="150000"/>
          </a:xfrm>
          <a:prstGeom prst="rect">
            <a:avLst/>
          </a:prstGeom>
          <a:solidFill>
            <a:srgbClr val="A670C5"/>
          </a:solidFill>
          <a:ln>
            <a:noFill/>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918" name="Google Shape;918;p86"/>
          <p:cNvSpPr txBox="1"/>
          <p:nvPr/>
        </p:nvSpPr>
        <p:spPr>
          <a:xfrm>
            <a:off x="6822281" y="2560832"/>
            <a:ext cx="1109700" cy="145500"/>
          </a:xfrm>
          <a:prstGeom prst="rect">
            <a:avLst/>
          </a:prstGeom>
          <a:noFill/>
          <a:ln>
            <a:noFill/>
          </a:ln>
        </p:spPr>
        <p:txBody>
          <a:bodyPr anchorCtr="0" anchor="ctr" bIns="0" lIns="34275" spcFirstLastPara="1" rIns="34275" wrap="square" tIns="34275">
            <a:spAutoFit/>
          </a:bodyPr>
          <a:lstStyle/>
          <a:p>
            <a:pPr indent="0" lvl="0" marL="0" marR="0" rtl="0" algn="l">
              <a:lnSpc>
                <a:spcPct val="90000"/>
              </a:lnSpc>
              <a:spcBef>
                <a:spcPts val="0"/>
              </a:spcBef>
              <a:spcAft>
                <a:spcPts val="0"/>
              </a:spcAft>
              <a:buClr>
                <a:srgbClr val="000000"/>
              </a:buClr>
              <a:buSzPts val="800"/>
              <a:buFont typeface="Outfit Light"/>
              <a:buNone/>
            </a:pPr>
            <a:r>
              <a:rPr b="0" i="0" lang="en" sz="800" u="none" cap="none" strike="noStrike">
                <a:solidFill>
                  <a:srgbClr val="000000"/>
                </a:solidFill>
                <a:latin typeface="Outfit Light"/>
                <a:ea typeface="Outfit Light"/>
                <a:cs typeface="Outfit Light"/>
                <a:sym typeface="Outfit Light"/>
              </a:rPr>
              <a:t>Title</a:t>
            </a:r>
            <a:endParaRPr sz="500"/>
          </a:p>
        </p:txBody>
      </p:sp>
      <p:sp>
        <p:nvSpPr>
          <p:cNvPr id="919" name="Google Shape;919;p86"/>
          <p:cNvSpPr/>
          <p:nvPr/>
        </p:nvSpPr>
        <p:spPr>
          <a:xfrm>
            <a:off x="6672263" y="2805761"/>
            <a:ext cx="150000" cy="150000"/>
          </a:xfrm>
          <a:prstGeom prst="rect">
            <a:avLst/>
          </a:prstGeom>
          <a:solidFill>
            <a:schemeClr val="accent4"/>
          </a:solidFill>
          <a:ln>
            <a:noFill/>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920" name="Google Shape;920;p86"/>
          <p:cNvSpPr txBox="1"/>
          <p:nvPr/>
        </p:nvSpPr>
        <p:spPr>
          <a:xfrm>
            <a:off x="6822281" y="2805761"/>
            <a:ext cx="1109700" cy="145500"/>
          </a:xfrm>
          <a:prstGeom prst="rect">
            <a:avLst/>
          </a:prstGeom>
          <a:noFill/>
          <a:ln>
            <a:noFill/>
          </a:ln>
        </p:spPr>
        <p:txBody>
          <a:bodyPr anchorCtr="0" anchor="ctr" bIns="0" lIns="34275" spcFirstLastPara="1" rIns="34275" wrap="square" tIns="34275">
            <a:spAutoFit/>
          </a:bodyPr>
          <a:lstStyle/>
          <a:p>
            <a:pPr indent="0" lvl="0" marL="0" marR="0" rtl="0" algn="l">
              <a:lnSpc>
                <a:spcPct val="90000"/>
              </a:lnSpc>
              <a:spcBef>
                <a:spcPts val="0"/>
              </a:spcBef>
              <a:spcAft>
                <a:spcPts val="0"/>
              </a:spcAft>
              <a:buClr>
                <a:srgbClr val="000000"/>
              </a:buClr>
              <a:buSzPts val="800"/>
              <a:buFont typeface="Outfit Light"/>
              <a:buNone/>
            </a:pPr>
            <a:r>
              <a:rPr b="0" i="0" lang="en" sz="800" u="none" cap="none" strike="noStrike">
                <a:solidFill>
                  <a:srgbClr val="000000"/>
                </a:solidFill>
                <a:latin typeface="Outfit Light"/>
                <a:ea typeface="Outfit Light"/>
                <a:cs typeface="Outfit Light"/>
                <a:sym typeface="Outfit Light"/>
              </a:rPr>
              <a:t>Title</a:t>
            </a:r>
            <a:endParaRPr sz="500"/>
          </a:p>
        </p:txBody>
      </p:sp>
      <p:sp>
        <p:nvSpPr>
          <p:cNvPr id="921" name="Google Shape;921;p86"/>
          <p:cNvSpPr/>
          <p:nvPr/>
        </p:nvSpPr>
        <p:spPr>
          <a:xfrm>
            <a:off x="6672263" y="3050690"/>
            <a:ext cx="150000" cy="150000"/>
          </a:xfrm>
          <a:prstGeom prst="rect">
            <a:avLst/>
          </a:prstGeom>
          <a:solidFill>
            <a:srgbClr val="507FC0"/>
          </a:solidFill>
          <a:ln>
            <a:noFill/>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922" name="Google Shape;922;p86"/>
          <p:cNvSpPr txBox="1"/>
          <p:nvPr/>
        </p:nvSpPr>
        <p:spPr>
          <a:xfrm>
            <a:off x="6822281" y="3050689"/>
            <a:ext cx="1109700" cy="145500"/>
          </a:xfrm>
          <a:prstGeom prst="rect">
            <a:avLst/>
          </a:prstGeom>
          <a:noFill/>
          <a:ln>
            <a:noFill/>
          </a:ln>
        </p:spPr>
        <p:txBody>
          <a:bodyPr anchorCtr="0" anchor="ctr" bIns="0" lIns="34275" spcFirstLastPara="1" rIns="34275" wrap="square" tIns="34275">
            <a:spAutoFit/>
          </a:bodyPr>
          <a:lstStyle/>
          <a:p>
            <a:pPr indent="0" lvl="0" marL="0" marR="0" rtl="0" algn="l">
              <a:lnSpc>
                <a:spcPct val="90000"/>
              </a:lnSpc>
              <a:spcBef>
                <a:spcPts val="0"/>
              </a:spcBef>
              <a:spcAft>
                <a:spcPts val="0"/>
              </a:spcAft>
              <a:buClr>
                <a:srgbClr val="000000"/>
              </a:buClr>
              <a:buSzPts val="800"/>
              <a:buFont typeface="Outfit Light"/>
              <a:buNone/>
            </a:pPr>
            <a:r>
              <a:rPr b="0" i="0" lang="en" sz="800" u="none" cap="none" strike="noStrike">
                <a:solidFill>
                  <a:srgbClr val="000000"/>
                </a:solidFill>
                <a:latin typeface="Outfit Light"/>
                <a:ea typeface="Outfit Light"/>
                <a:cs typeface="Outfit Light"/>
                <a:sym typeface="Outfit Light"/>
              </a:rPr>
              <a:t>Title</a:t>
            </a:r>
            <a:endParaRPr sz="500"/>
          </a:p>
        </p:txBody>
      </p:sp>
      <p:sp>
        <p:nvSpPr>
          <p:cNvPr id="923" name="Google Shape;923;p86"/>
          <p:cNvSpPr/>
          <p:nvPr/>
        </p:nvSpPr>
        <p:spPr>
          <a:xfrm>
            <a:off x="6672263" y="3295618"/>
            <a:ext cx="150000" cy="150000"/>
          </a:xfrm>
          <a:prstGeom prst="rect">
            <a:avLst/>
          </a:prstGeom>
          <a:solidFill>
            <a:schemeClr val="accent3"/>
          </a:solidFill>
          <a:ln>
            <a:noFill/>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924" name="Google Shape;924;p86"/>
          <p:cNvSpPr txBox="1"/>
          <p:nvPr/>
        </p:nvSpPr>
        <p:spPr>
          <a:xfrm>
            <a:off x="6822281" y="3295617"/>
            <a:ext cx="1109700" cy="145500"/>
          </a:xfrm>
          <a:prstGeom prst="rect">
            <a:avLst/>
          </a:prstGeom>
          <a:noFill/>
          <a:ln>
            <a:noFill/>
          </a:ln>
        </p:spPr>
        <p:txBody>
          <a:bodyPr anchorCtr="0" anchor="ctr" bIns="0" lIns="34275" spcFirstLastPara="1" rIns="34275" wrap="square" tIns="34275">
            <a:spAutoFit/>
          </a:bodyPr>
          <a:lstStyle/>
          <a:p>
            <a:pPr indent="0" lvl="0" marL="0" marR="0" rtl="0" algn="l">
              <a:lnSpc>
                <a:spcPct val="90000"/>
              </a:lnSpc>
              <a:spcBef>
                <a:spcPts val="0"/>
              </a:spcBef>
              <a:spcAft>
                <a:spcPts val="0"/>
              </a:spcAft>
              <a:buClr>
                <a:srgbClr val="000000"/>
              </a:buClr>
              <a:buSzPts val="800"/>
              <a:buFont typeface="Outfit Light"/>
              <a:buNone/>
            </a:pPr>
            <a:r>
              <a:rPr b="0" i="0" lang="en" sz="800" u="none" cap="none" strike="noStrike">
                <a:solidFill>
                  <a:srgbClr val="000000"/>
                </a:solidFill>
                <a:latin typeface="Outfit Light"/>
                <a:ea typeface="Outfit Light"/>
                <a:cs typeface="Outfit Light"/>
                <a:sym typeface="Outfit Light"/>
              </a:rPr>
              <a:t>Title</a:t>
            </a:r>
            <a:endParaRPr sz="500"/>
          </a:p>
        </p:txBody>
      </p:sp>
      <p:sp>
        <p:nvSpPr>
          <p:cNvPr id="925" name="Google Shape;925;p86"/>
          <p:cNvSpPr txBox="1"/>
          <p:nvPr/>
        </p:nvSpPr>
        <p:spPr>
          <a:xfrm>
            <a:off x="1040991" y="468375"/>
            <a:ext cx="4760700" cy="228600"/>
          </a:xfrm>
          <a:prstGeom prst="rect">
            <a:avLst/>
          </a:prstGeom>
          <a:noFill/>
          <a:ln>
            <a:noFill/>
          </a:ln>
        </p:spPr>
        <p:txBody>
          <a:bodyPr anchorCtr="0" anchor="ctr" bIns="0" lIns="34275" spcFirstLastPara="1" rIns="34275" wrap="square" tIns="34275">
            <a:spAutoFit/>
          </a:bodyPr>
          <a:lstStyle/>
          <a:p>
            <a:pPr indent="0" lvl="0" marL="0" marR="0" rtl="0" algn="ctr">
              <a:lnSpc>
                <a:spcPct val="90000"/>
              </a:lnSpc>
              <a:spcBef>
                <a:spcPts val="0"/>
              </a:spcBef>
              <a:spcAft>
                <a:spcPts val="0"/>
              </a:spcAft>
              <a:buClr>
                <a:srgbClr val="000000"/>
              </a:buClr>
              <a:buSzPts val="800"/>
              <a:buFont typeface="Outfit Light"/>
              <a:buNone/>
            </a:pPr>
            <a:r>
              <a:rPr lang="en">
                <a:latin typeface="Outfit"/>
                <a:ea typeface="Outfit"/>
                <a:cs typeface="Outfit"/>
                <a:sym typeface="Outfit"/>
              </a:rPr>
              <a:t>Chart Title</a:t>
            </a:r>
            <a:endParaRPr>
              <a:latin typeface="Outfit"/>
              <a:ea typeface="Outfit"/>
              <a:cs typeface="Outfit"/>
              <a:sym typeface="Outfi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87"/>
          <p:cNvSpPr/>
          <p:nvPr/>
        </p:nvSpPr>
        <p:spPr>
          <a:xfrm>
            <a:off x="7550944" y="2433250"/>
            <a:ext cx="150000" cy="150000"/>
          </a:xfrm>
          <a:prstGeom prst="rect">
            <a:avLst/>
          </a:prstGeom>
          <a:solidFill>
            <a:schemeClr val="accent5"/>
          </a:solidFill>
          <a:ln>
            <a:noFill/>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931" name="Google Shape;931;p87"/>
          <p:cNvSpPr/>
          <p:nvPr/>
        </p:nvSpPr>
        <p:spPr>
          <a:xfrm>
            <a:off x="7550944" y="2678179"/>
            <a:ext cx="150000" cy="150000"/>
          </a:xfrm>
          <a:prstGeom prst="rect">
            <a:avLst/>
          </a:prstGeom>
          <a:solidFill>
            <a:schemeClr val="dk1"/>
          </a:solidFill>
          <a:ln>
            <a:noFill/>
          </a:ln>
        </p:spPr>
        <p:txBody>
          <a:bodyPr anchorCtr="0" anchor="ctr" bIns="17150" lIns="34275" spcFirstLastPara="1" rIns="34275" wrap="square" tIns="17150">
            <a:noAutofit/>
          </a:bodyPr>
          <a:lstStyle/>
          <a:p>
            <a:pPr indent="0" lvl="0" marL="0" marR="0" rtl="0" algn="ctr">
              <a:lnSpc>
                <a:spcPct val="90000"/>
              </a:lnSpc>
              <a:spcBef>
                <a:spcPts val="0"/>
              </a:spcBef>
              <a:spcAft>
                <a:spcPts val="0"/>
              </a:spcAft>
              <a:buClr>
                <a:srgbClr val="000000"/>
              </a:buClr>
              <a:buSzPts val="1800"/>
              <a:buFont typeface="Outfit"/>
              <a:buNone/>
            </a:pPr>
            <a:r>
              <a:t/>
            </a:r>
            <a:endParaRPr b="0" i="0" sz="1800" u="none" cap="none" strike="noStrike">
              <a:solidFill>
                <a:schemeClr val="lt1"/>
              </a:solidFill>
              <a:latin typeface="Outfit"/>
              <a:ea typeface="Outfit"/>
              <a:cs typeface="Outfit"/>
              <a:sym typeface="Outfit"/>
            </a:endParaRPr>
          </a:p>
        </p:txBody>
      </p:sp>
      <p:sp>
        <p:nvSpPr>
          <p:cNvPr id="932" name="Google Shape;932;p87"/>
          <p:cNvSpPr txBox="1"/>
          <p:nvPr/>
        </p:nvSpPr>
        <p:spPr>
          <a:xfrm>
            <a:off x="7700963" y="2433250"/>
            <a:ext cx="1109700" cy="145500"/>
          </a:xfrm>
          <a:prstGeom prst="rect">
            <a:avLst/>
          </a:prstGeom>
          <a:noFill/>
          <a:ln>
            <a:noFill/>
          </a:ln>
        </p:spPr>
        <p:txBody>
          <a:bodyPr anchorCtr="0" anchor="ctr" bIns="0" lIns="34275" spcFirstLastPara="1" rIns="34275" wrap="square" tIns="34275">
            <a:spAutoFit/>
          </a:bodyPr>
          <a:lstStyle/>
          <a:p>
            <a:pPr indent="0" lvl="0" marL="0" marR="0" rtl="0" algn="l">
              <a:lnSpc>
                <a:spcPct val="90000"/>
              </a:lnSpc>
              <a:spcBef>
                <a:spcPts val="0"/>
              </a:spcBef>
              <a:spcAft>
                <a:spcPts val="0"/>
              </a:spcAft>
              <a:buClr>
                <a:srgbClr val="000000"/>
              </a:buClr>
              <a:buSzPts val="800"/>
              <a:buFont typeface="Outfit Light"/>
              <a:buNone/>
            </a:pPr>
            <a:r>
              <a:rPr b="0" i="0" lang="en" sz="800" u="none" cap="none" strike="noStrike">
                <a:solidFill>
                  <a:srgbClr val="000000"/>
                </a:solidFill>
                <a:latin typeface="Outfit Light"/>
                <a:ea typeface="Outfit Light"/>
                <a:cs typeface="Outfit Light"/>
                <a:sym typeface="Outfit Light"/>
              </a:rPr>
              <a:t>Title</a:t>
            </a:r>
            <a:endParaRPr sz="500"/>
          </a:p>
        </p:txBody>
      </p:sp>
      <p:sp>
        <p:nvSpPr>
          <p:cNvPr id="933" name="Google Shape;933;p87"/>
          <p:cNvSpPr txBox="1"/>
          <p:nvPr/>
        </p:nvSpPr>
        <p:spPr>
          <a:xfrm>
            <a:off x="7700963" y="2678179"/>
            <a:ext cx="1109700" cy="145500"/>
          </a:xfrm>
          <a:prstGeom prst="rect">
            <a:avLst/>
          </a:prstGeom>
          <a:noFill/>
          <a:ln>
            <a:noFill/>
          </a:ln>
        </p:spPr>
        <p:txBody>
          <a:bodyPr anchorCtr="0" anchor="ctr" bIns="0" lIns="34275" spcFirstLastPara="1" rIns="34275" wrap="square" tIns="34275">
            <a:spAutoFit/>
          </a:bodyPr>
          <a:lstStyle/>
          <a:p>
            <a:pPr indent="0" lvl="0" marL="0" marR="0" rtl="0" algn="l">
              <a:lnSpc>
                <a:spcPct val="90000"/>
              </a:lnSpc>
              <a:spcBef>
                <a:spcPts val="0"/>
              </a:spcBef>
              <a:spcAft>
                <a:spcPts val="0"/>
              </a:spcAft>
              <a:buClr>
                <a:srgbClr val="000000"/>
              </a:buClr>
              <a:buSzPts val="800"/>
              <a:buFont typeface="Outfit Light"/>
              <a:buNone/>
            </a:pPr>
            <a:r>
              <a:rPr b="0" i="0" lang="en" sz="800" u="none" cap="none" strike="noStrike">
                <a:solidFill>
                  <a:srgbClr val="000000"/>
                </a:solidFill>
                <a:latin typeface="Outfit Light"/>
                <a:ea typeface="Outfit Light"/>
                <a:cs typeface="Outfit Light"/>
                <a:sym typeface="Outfit Light"/>
              </a:rPr>
              <a:t>Title</a:t>
            </a:r>
            <a:endParaRPr sz="500"/>
          </a:p>
        </p:txBody>
      </p:sp>
      <p:sp>
        <p:nvSpPr>
          <p:cNvPr id="934" name="Google Shape;934;p87"/>
          <p:cNvSpPr txBox="1"/>
          <p:nvPr/>
        </p:nvSpPr>
        <p:spPr>
          <a:xfrm>
            <a:off x="7952014" y="4131129"/>
            <a:ext cx="69300" cy="284100"/>
          </a:xfrm>
          <a:prstGeom prst="rect">
            <a:avLst/>
          </a:prstGeom>
          <a:noFill/>
          <a:ln>
            <a:noFill/>
          </a:ln>
        </p:spPr>
        <p:txBody>
          <a:bodyPr anchorCtr="0" anchor="t" bIns="17150" lIns="34275" spcFirstLastPara="1" rIns="34275" wrap="square" tIns="17150">
            <a:spAutoFit/>
          </a:bodyPr>
          <a:lstStyle/>
          <a:p>
            <a:pPr indent="0" lvl="0" marL="0" marR="0" rtl="0" algn="l">
              <a:lnSpc>
                <a:spcPct val="90000"/>
              </a:lnSpc>
              <a:spcBef>
                <a:spcPts val="0"/>
              </a:spcBef>
              <a:spcAft>
                <a:spcPts val="0"/>
              </a:spcAft>
              <a:buClr>
                <a:srgbClr val="000000"/>
              </a:buClr>
              <a:buSzPts val="1800"/>
              <a:buFont typeface="Outfit"/>
              <a:buNone/>
            </a:pPr>
            <a:r>
              <a:t/>
            </a:r>
            <a:endParaRPr b="0" i="0" sz="1800" u="none" cap="none" strike="noStrike">
              <a:solidFill>
                <a:srgbClr val="000000"/>
              </a:solidFill>
              <a:latin typeface="Outfit"/>
              <a:ea typeface="Outfit"/>
              <a:cs typeface="Outfit"/>
              <a:sym typeface="Outfit"/>
            </a:endParaRPr>
          </a:p>
        </p:txBody>
      </p:sp>
      <p:pic>
        <p:nvPicPr>
          <p:cNvPr id="935" name="Google Shape;935;p87" title="Points scored"/>
          <p:cNvPicPr preferRelativeResize="0"/>
          <p:nvPr/>
        </p:nvPicPr>
        <p:blipFill rotWithShape="1">
          <a:blip r:embed="rId3">
            <a:alphaModFix/>
          </a:blip>
          <a:srcRect b="9535" l="7089" r="0" t="0"/>
          <a:stretch/>
        </p:blipFill>
        <p:spPr>
          <a:xfrm>
            <a:off x="1005544" y="1227356"/>
            <a:ext cx="5100102" cy="3070669"/>
          </a:xfrm>
          <a:prstGeom prst="rect">
            <a:avLst/>
          </a:prstGeom>
          <a:noFill/>
          <a:ln>
            <a:noFill/>
          </a:ln>
        </p:spPr>
      </p:pic>
      <p:sp>
        <p:nvSpPr>
          <p:cNvPr id="936" name="Google Shape;936;p87"/>
          <p:cNvSpPr txBox="1"/>
          <p:nvPr/>
        </p:nvSpPr>
        <p:spPr>
          <a:xfrm>
            <a:off x="285750" y="1349813"/>
            <a:ext cx="654900" cy="145500"/>
          </a:xfrm>
          <a:prstGeom prst="rect">
            <a:avLst/>
          </a:prstGeom>
          <a:noFill/>
          <a:ln>
            <a:noFill/>
          </a:ln>
        </p:spPr>
        <p:txBody>
          <a:bodyPr anchorCtr="0" anchor="ctr" bIns="0" lIns="34275" spcFirstLastPara="1" rIns="34275" wrap="square" tIns="34275">
            <a:spAutoFit/>
          </a:bodyPr>
          <a:lstStyle/>
          <a:p>
            <a:pPr indent="0" lvl="0" marL="0" marR="0" rtl="0" algn="r">
              <a:lnSpc>
                <a:spcPct val="90000"/>
              </a:lnSpc>
              <a:spcBef>
                <a:spcPts val="0"/>
              </a:spcBef>
              <a:spcAft>
                <a:spcPts val="0"/>
              </a:spcAft>
              <a:buClr>
                <a:srgbClr val="000000"/>
              </a:buClr>
              <a:buSzPts val="800"/>
              <a:buFont typeface="Outfit Light"/>
              <a:buNone/>
            </a:pPr>
            <a:r>
              <a:rPr b="0" i="0" lang="en" sz="800" u="none" cap="none" strike="noStrike">
                <a:solidFill>
                  <a:srgbClr val="000000"/>
                </a:solidFill>
                <a:latin typeface="Outfit Light"/>
                <a:ea typeface="Outfit Light"/>
                <a:cs typeface="Outfit Light"/>
                <a:sym typeface="Outfit Light"/>
              </a:rPr>
              <a:t>Title</a:t>
            </a:r>
            <a:endParaRPr sz="500"/>
          </a:p>
        </p:txBody>
      </p:sp>
      <p:sp>
        <p:nvSpPr>
          <p:cNvPr id="937" name="Google Shape;937;p87"/>
          <p:cNvSpPr txBox="1"/>
          <p:nvPr/>
        </p:nvSpPr>
        <p:spPr>
          <a:xfrm>
            <a:off x="285750" y="2063944"/>
            <a:ext cx="654900" cy="145500"/>
          </a:xfrm>
          <a:prstGeom prst="rect">
            <a:avLst/>
          </a:prstGeom>
          <a:noFill/>
          <a:ln>
            <a:noFill/>
          </a:ln>
        </p:spPr>
        <p:txBody>
          <a:bodyPr anchorCtr="0" anchor="ctr" bIns="0" lIns="34275" spcFirstLastPara="1" rIns="34275" wrap="square" tIns="34275">
            <a:spAutoFit/>
          </a:bodyPr>
          <a:lstStyle/>
          <a:p>
            <a:pPr indent="0" lvl="0" marL="0" marR="0" rtl="0" algn="r">
              <a:lnSpc>
                <a:spcPct val="90000"/>
              </a:lnSpc>
              <a:spcBef>
                <a:spcPts val="0"/>
              </a:spcBef>
              <a:spcAft>
                <a:spcPts val="0"/>
              </a:spcAft>
              <a:buClr>
                <a:srgbClr val="000000"/>
              </a:buClr>
              <a:buSzPts val="800"/>
              <a:buFont typeface="Outfit Light"/>
              <a:buNone/>
            </a:pPr>
            <a:r>
              <a:rPr b="0" i="0" lang="en" sz="800" u="none" cap="none" strike="noStrike">
                <a:solidFill>
                  <a:srgbClr val="000000"/>
                </a:solidFill>
                <a:latin typeface="Outfit Light"/>
                <a:ea typeface="Outfit Light"/>
                <a:cs typeface="Outfit Light"/>
                <a:sym typeface="Outfit Light"/>
              </a:rPr>
              <a:t>Title</a:t>
            </a:r>
            <a:endParaRPr sz="500"/>
          </a:p>
        </p:txBody>
      </p:sp>
      <p:sp>
        <p:nvSpPr>
          <p:cNvPr id="938" name="Google Shape;938;p87"/>
          <p:cNvSpPr txBox="1"/>
          <p:nvPr/>
        </p:nvSpPr>
        <p:spPr>
          <a:xfrm>
            <a:off x="285750" y="2778075"/>
            <a:ext cx="654900" cy="145500"/>
          </a:xfrm>
          <a:prstGeom prst="rect">
            <a:avLst/>
          </a:prstGeom>
          <a:noFill/>
          <a:ln>
            <a:noFill/>
          </a:ln>
        </p:spPr>
        <p:txBody>
          <a:bodyPr anchorCtr="0" anchor="ctr" bIns="0" lIns="34275" spcFirstLastPara="1" rIns="34275" wrap="square" tIns="34275">
            <a:spAutoFit/>
          </a:bodyPr>
          <a:lstStyle/>
          <a:p>
            <a:pPr indent="0" lvl="0" marL="0" marR="0" rtl="0" algn="r">
              <a:lnSpc>
                <a:spcPct val="90000"/>
              </a:lnSpc>
              <a:spcBef>
                <a:spcPts val="0"/>
              </a:spcBef>
              <a:spcAft>
                <a:spcPts val="0"/>
              </a:spcAft>
              <a:buClr>
                <a:srgbClr val="000000"/>
              </a:buClr>
              <a:buSzPts val="800"/>
              <a:buFont typeface="Outfit Light"/>
              <a:buNone/>
            </a:pPr>
            <a:r>
              <a:rPr b="0" i="0" lang="en" sz="800" u="none" cap="none" strike="noStrike">
                <a:solidFill>
                  <a:srgbClr val="000000"/>
                </a:solidFill>
                <a:latin typeface="Outfit Light"/>
                <a:ea typeface="Outfit Light"/>
                <a:cs typeface="Outfit Light"/>
                <a:sym typeface="Outfit Light"/>
              </a:rPr>
              <a:t>Title</a:t>
            </a:r>
            <a:endParaRPr sz="500"/>
          </a:p>
        </p:txBody>
      </p:sp>
      <p:sp>
        <p:nvSpPr>
          <p:cNvPr id="939" name="Google Shape;939;p87"/>
          <p:cNvSpPr txBox="1"/>
          <p:nvPr/>
        </p:nvSpPr>
        <p:spPr>
          <a:xfrm>
            <a:off x="285750" y="3492206"/>
            <a:ext cx="654900" cy="145500"/>
          </a:xfrm>
          <a:prstGeom prst="rect">
            <a:avLst/>
          </a:prstGeom>
          <a:noFill/>
          <a:ln>
            <a:noFill/>
          </a:ln>
        </p:spPr>
        <p:txBody>
          <a:bodyPr anchorCtr="0" anchor="ctr" bIns="0" lIns="34275" spcFirstLastPara="1" rIns="34275" wrap="square" tIns="34275">
            <a:spAutoFit/>
          </a:bodyPr>
          <a:lstStyle/>
          <a:p>
            <a:pPr indent="0" lvl="0" marL="0" marR="0" rtl="0" algn="r">
              <a:lnSpc>
                <a:spcPct val="90000"/>
              </a:lnSpc>
              <a:spcBef>
                <a:spcPts val="0"/>
              </a:spcBef>
              <a:spcAft>
                <a:spcPts val="0"/>
              </a:spcAft>
              <a:buClr>
                <a:srgbClr val="000000"/>
              </a:buClr>
              <a:buSzPts val="800"/>
              <a:buFont typeface="Outfit Light"/>
              <a:buNone/>
            </a:pPr>
            <a:r>
              <a:rPr b="0" i="0" lang="en" sz="800" u="none" cap="none" strike="noStrike">
                <a:solidFill>
                  <a:srgbClr val="000000"/>
                </a:solidFill>
                <a:latin typeface="Outfit Light"/>
                <a:ea typeface="Outfit Light"/>
                <a:cs typeface="Outfit Light"/>
                <a:sym typeface="Outfit Light"/>
              </a:rPr>
              <a:t>Title</a:t>
            </a:r>
            <a:endParaRPr sz="500"/>
          </a:p>
        </p:txBody>
      </p:sp>
      <p:sp>
        <p:nvSpPr>
          <p:cNvPr id="940" name="Google Shape;940;p87"/>
          <p:cNvSpPr txBox="1"/>
          <p:nvPr/>
        </p:nvSpPr>
        <p:spPr>
          <a:xfrm>
            <a:off x="1040991" y="468375"/>
            <a:ext cx="4760700" cy="228600"/>
          </a:xfrm>
          <a:prstGeom prst="rect">
            <a:avLst/>
          </a:prstGeom>
          <a:noFill/>
          <a:ln>
            <a:noFill/>
          </a:ln>
        </p:spPr>
        <p:txBody>
          <a:bodyPr anchorCtr="0" anchor="ctr" bIns="0" lIns="34275" spcFirstLastPara="1" rIns="34275" wrap="square" tIns="34275">
            <a:spAutoFit/>
          </a:bodyPr>
          <a:lstStyle/>
          <a:p>
            <a:pPr indent="0" lvl="0" marL="0" marR="0" rtl="0" algn="ctr">
              <a:lnSpc>
                <a:spcPct val="90000"/>
              </a:lnSpc>
              <a:spcBef>
                <a:spcPts val="0"/>
              </a:spcBef>
              <a:spcAft>
                <a:spcPts val="0"/>
              </a:spcAft>
              <a:buClr>
                <a:srgbClr val="000000"/>
              </a:buClr>
              <a:buSzPts val="800"/>
              <a:buFont typeface="Outfit Light"/>
              <a:buNone/>
            </a:pPr>
            <a:r>
              <a:rPr lang="en">
                <a:latin typeface="Outfit"/>
                <a:ea typeface="Outfit"/>
                <a:cs typeface="Outfit"/>
                <a:sym typeface="Outfit"/>
              </a:rPr>
              <a:t>Chart Title</a:t>
            </a:r>
            <a:endParaRPr>
              <a:latin typeface="Outfit"/>
              <a:ea typeface="Outfit"/>
              <a:cs typeface="Outfit"/>
              <a:sym typeface="Outfi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88"/>
          <p:cNvSpPr txBox="1"/>
          <p:nvPr/>
        </p:nvSpPr>
        <p:spPr>
          <a:xfrm>
            <a:off x="7952014" y="4131129"/>
            <a:ext cx="69300" cy="284100"/>
          </a:xfrm>
          <a:prstGeom prst="rect">
            <a:avLst/>
          </a:prstGeom>
          <a:noFill/>
          <a:ln>
            <a:noFill/>
          </a:ln>
        </p:spPr>
        <p:txBody>
          <a:bodyPr anchorCtr="0" anchor="t" bIns="17150" lIns="34275" spcFirstLastPara="1" rIns="34275" wrap="square" tIns="17150">
            <a:spAutoFit/>
          </a:bodyPr>
          <a:lstStyle/>
          <a:p>
            <a:pPr indent="0" lvl="0" marL="0" marR="0" rtl="0" algn="l">
              <a:lnSpc>
                <a:spcPct val="90000"/>
              </a:lnSpc>
              <a:spcBef>
                <a:spcPts val="0"/>
              </a:spcBef>
              <a:spcAft>
                <a:spcPts val="0"/>
              </a:spcAft>
              <a:buClr>
                <a:srgbClr val="000000"/>
              </a:buClr>
              <a:buSzPts val="1800"/>
              <a:buFont typeface="Outfit"/>
              <a:buNone/>
            </a:pPr>
            <a:r>
              <a:t/>
            </a:r>
            <a:endParaRPr b="0" i="0" sz="1800" u="none" cap="none" strike="noStrike">
              <a:solidFill>
                <a:srgbClr val="000000"/>
              </a:solidFill>
              <a:latin typeface="Outfit"/>
              <a:ea typeface="Outfit"/>
              <a:cs typeface="Outfit"/>
              <a:sym typeface="Outfit"/>
            </a:endParaRPr>
          </a:p>
        </p:txBody>
      </p:sp>
      <p:graphicFrame>
        <p:nvGraphicFramePr>
          <p:cNvPr id="946" name="Google Shape;946;p88"/>
          <p:cNvGraphicFramePr/>
          <p:nvPr/>
        </p:nvGraphicFramePr>
        <p:xfrm>
          <a:off x="629962" y="810476"/>
          <a:ext cx="3000000" cy="3000000"/>
        </p:xfrm>
        <a:graphic>
          <a:graphicData uri="http://schemas.openxmlformats.org/drawingml/2006/table">
            <a:tbl>
              <a:tblPr bandRow="1" firstRow="1">
                <a:gradFill>
                  <a:gsLst>
                    <a:gs pos="0">
                      <a:srgbClr val="EAF1ED"/>
                    </a:gs>
                    <a:gs pos="50000">
                      <a:srgbClr val="E0EAE3"/>
                    </a:gs>
                    <a:gs pos="100000">
                      <a:srgbClr val="DCE8E0"/>
                    </a:gs>
                  </a:gsLst>
                  <a:lin ang="5400012" scaled="0"/>
                </a:gradFill>
                <a:tableStyleId>{1F0C03AB-D915-4ABA-A61D-CA6573B6E78F}</a:tableStyleId>
              </a:tblPr>
              <a:tblGrid>
                <a:gridCol w="1126300"/>
                <a:gridCol w="1126300"/>
                <a:gridCol w="1126300"/>
                <a:gridCol w="1126300"/>
                <a:gridCol w="1126300"/>
                <a:gridCol w="1126300"/>
                <a:gridCol w="1126300"/>
              </a:tblGrid>
              <a:tr h="452225">
                <a:tc gridSpan="7">
                  <a:txBody>
                    <a:bodyPr/>
                    <a:lstStyle/>
                    <a:p>
                      <a:pPr indent="0" lvl="0" marL="0" marR="0" rtl="0" algn="l">
                        <a:spcBef>
                          <a:spcPts val="0"/>
                        </a:spcBef>
                        <a:spcAft>
                          <a:spcPts val="0"/>
                        </a:spcAft>
                        <a:buNone/>
                      </a:pPr>
                      <a:r>
                        <a:rPr b="0" i="0" lang="en" sz="1300" u="none" cap="none" strike="noStrike">
                          <a:solidFill>
                            <a:schemeClr val="accent5"/>
                          </a:solidFill>
                          <a:latin typeface="Outfit"/>
                          <a:ea typeface="Outfit"/>
                          <a:cs typeface="Outfit"/>
                          <a:sym typeface="Outfit"/>
                        </a:rPr>
                        <a:t>Table Title</a:t>
                      </a:r>
                      <a:endParaRPr sz="700"/>
                    </a:p>
                  </a:txBody>
                  <a:tcPr marT="68575" marB="68575" marR="68575" marL="6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c hMerge="1"/>
                <a:tc hMerge="1"/>
                <a:tc hMerge="1"/>
                <a:tc hMerge="1"/>
                <a:tc hMerge="1"/>
                <a:tc hMerge="1"/>
              </a:tr>
              <a:tr h="452225">
                <a:tc>
                  <a:txBody>
                    <a:bodyPr/>
                    <a:lstStyle/>
                    <a:p>
                      <a:pPr indent="0" lvl="0" marL="0" marR="0" rtl="0" algn="l">
                        <a:spcBef>
                          <a:spcPts val="0"/>
                        </a:spcBef>
                        <a:spcAft>
                          <a:spcPts val="0"/>
                        </a:spcAft>
                        <a:buNone/>
                      </a:pPr>
                      <a:r>
                        <a:rPr lang="en" sz="800" u="none" cap="none" strike="noStrike"/>
                        <a:t>Lorem Ipsum</a:t>
                      </a:r>
                      <a:endParaRPr sz="600"/>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AFC9B9"/>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b="0" i="0" sz="800" u="none" cap="none" strike="noStrike">
                        <a:solidFill>
                          <a:srgbClr val="12352A"/>
                        </a:solidFill>
                        <a:latin typeface="Outfit Light"/>
                        <a:ea typeface="Outfit Light"/>
                        <a:cs typeface="Outfit Light"/>
                        <a:sym typeface="Outfit Ligh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AFC9B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b="0" i="0" sz="800" u="none" cap="none" strike="noStrike">
                        <a:solidFill>
                          <a:srgbClr val="12352A"/>
                        </a:solidFill>
                        <a:latin typeface="Outfit Light"/>
                        <a:ea typeface="Outfit Light"/>
                        <a:cs typeface="Outfit Light"/>
                        <a:sym typeface="Outfit Ligh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AFC9B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b="0" i="0" sz="800" u="none" cap="none" strike="noStrike">
                        <a:solidFill>
                          <a:srgbClr val="12352A"/>
                        </a:solidFill>
                        <a:latin typeface="Outfit Light"/>
                        <a:ea typeface="Outfit Light"/>
                        <a:cs typeface="Outfit Light"/>
                        <a:sym typeface="Outfit Ligh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AFC9B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b="0" i="0" sz="800" u="none" cap="none" strike="noStrike">
                        <a:solidFill>
                          <a:srgbClr val="12352A"/>
                        </a:solidFill>
                        <a:latin typeface="Outfit Light"/>
                        <a:ea typeface="Outfit Light"/>
                        <a:cs typeface="Outfit Light"/>
                        <a:sym typeface="Outfit Ligh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AFC9B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b="0" i="0" sz="800" u="none" cap="none" strike="noStrike">
                        <a:solidFill>
                          <a:srgbClr val="12352A"/>
                        </a:solidFill>
                        <a:latin typeface="Outfit Light"/>
                        <a:ea typeface="Outfit Light"/>
                        <a:cs typeface="Outfit Light"/>
                        <a:sym typeface="Outfit Ligh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AFC9B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b="0" i="0" sz="800" u="none" cap="none" strike="noStrike">
                        <a:solidFill>
                          <a:srgbClr val="12352A"/>
                        </a:solidFill>
                        <a:latin typeface="Outfit Light"/>
                        <a:ea typeface="Outfit Light"/>
                        <a:cs typeface="Outfit Light"/>
                        <a:sym typeface="Outfit Ligh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AFC9B9"/>
                      </a:solidFill>
                      <a:prstDash val="solid"/>
                      <a:round/>
                      <a:headEnd len="sm" w="sm" type="none"/>
                      <a:tailEnd len="sm" w="sm" type="none"/>
                    </a:lnB>
                    <a:solidFill>
                      <a:srgbClr val="FFFFFF"/>
                    </a:solidFill>
                  </a:tcPr>
                </a:tc>
              </a:tr>
              <a:tr h="452225">
                <a:tc>
                  <a:txBody>
                    <a:bodyPr/>
                    <a:lstStyle/>
                    <a:p>
                      <a:pPr indent="0" lvl="0" marL="0" marR="0" rtl="0" algn="l">
                        <a:lnSpc>
                          <a:spcPct val="100000"/>
                        </a:lnSpc>
                        <a:spcBef>
                          <a:spcPts val="0"/>
                        </a:spcBef>
                        <a:spcAft>
                          <a:spcPts val="0"/>
                        </a:spcAft>
                        <a:buClr>
                          <a:schemeClr val="dk1"/>
                        </a:buClr>
                        <a:buSzPts val="700"/>
                        <a:buFont typeface="Outfit"/>
                        <a:buNone/>
                      </a:pPr>
                      <a:r>
                        <a:rPr lang="en" sz="800" u="none" cap="none" strike="noStrike"/>
                        <a:t>Lorem Ipsum</a:t>
                      </a:r>
                      <a:endParaRPr sz="600"/>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sz="600"/>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sz="600"/>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sz="600"/>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sz="600"/>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sz="600"/>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sz="600"/>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tcPr>
                </a:tc>
              </a:tr>
              <a:tr h="452225">
                <a:tc>
                  <a:txBody>
                    <a:bodyPr/>
                    <a:lstStyle/>
                    <a:p>
                      <a:pPr indent="0" lvl="0" marL="0" marR="0" rtl="0" algn="l">
                        <a:lnSpc>
                          <a:spcPct val="100000"/>
                        </a:lnSpc>
                        <a:spcBef>
                          <a:spcPts val="0"/>
                        </a:spcBef>
                        <a:spcAft>
                          <a:spcPts val="0"/>
                        </a:spcAft>
                        <a:buClr>
                          <a:srgbClr val="12352A"/>
                        </a:buClr>
                        <a:buSzPts val="700"/>
                        <a:buFont typeface="Outfit"/>
                        <a:buNone/>
                      </a:pPr>
                      <a:r>
                        <a:rPr b="0" i="0" lang="en" sz="800" u="none" cap="none" strike="noStrike">
                          <a:solidFill>
                            <a:srgbClr val="12352A"/>
                          </a:solidFill>
                          <a:latin typeface="Outfit"/>
                          <a:ea typeface="Outfit"/>
                          <a:cs typeface="Outfit"/>
                          <a:sym typeface="Outfit"/>
                        </a:rPr>
                        <a:t>Lorem Ipsum</a:t>
                      </a:r>
                      <a:endParaRPr b="0" i="0" sz="800" u="none" cap="none" strike="noStrike">
                        <a:solidFill>
                          <a:srgbClr val="12352A"/>
                        </a:solidFill>
                        <a:latin typeface="Outfit"/>
                        <a:ea typeface="Outfit"/>
                        <a:cs typeface="Outfit"/>
                        <a:sym typeface="Outfi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b="0" i="0" sz="800" u="none" cap="none" strike="noStrike">
                        <a:solidFill>
                          <a:srgbClr val="12352A"/>
                        </a:solidFill>
                        <a:latin typeface="Outfit Light"/>
                        <a:ea typeface="Outfit Light"/>
                        <a:cs typeface="Outfit Light"/>
                        <a:sym typeface="Outfit Ligh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b="0" i="0" sz="800" u="none" cap="none" strike="noStrike">
                        <a:solidFill>
                          <a:srgbClr val="12352A"/>
                        </a:solidFill>
                        <a:latin typeface="Outfit Light"/>
                        <a:ea typeface="Outfit Light"/>
                        <a:cs typeface="Outfit Light"/>
                        <a:sym typeface="Outfit Ligh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b="0" i="0" sz="800" u="none" cap="none" strike="noStrike">
                        <a:solidFill>
                          <a:srgbClr val="12352A"/>
                        </a:solidFill>
                        <a:latin typeface="Outfit Light"/>
                        <a:ea typeface="Outfit Light"/>
                        <a:cs typeface="Outfit Light"/>
                        <a:sym typeface="Outfit Ligh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b="0" i="0" sz="800" u="none" cap="none" strike="noStrike">
                        <a:solidFill>
                          <a:srgbClr val="12352A"/>
                        </a:solidFill>
                        <a:latin typeface="Outfit Light"/>
                        <a:ea typeface="Outfit Light"/>
                        <a:cs typeface="Outfit Light"/>
                        <a:sym typeface="Outfit Ligh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b="0" i="0" sz="800" u="none" cap="none" strike="noStrike">
                        <a:solidFill>
                          <a:srgbClr val="12352A"/>
                        </a:solidFill>
                        <a:latin typeface="Outfit Light"/>
                        <a:ea typeface="Outfit Light"/>
                        <a:cs typeface="Outfit Light"/>
                        <a:sym typeface="Outfit Ligh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b="0" i="0" sz="800" u="none" cap="none" strike="noStrike">
                        <a:solidFill>
                          <a:srgbClr val="12352A"/>
                        </a:solidFill>
                        <a:latin typeface="Outfit Light"/>
                        <a:ea typeface="Outfit Light"/>
                        <a:cs typeface="Outfit Light"/>
                        <a:sym typeface="Outfit Ligh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solidFill>
                      <a:srgbClr val="FFFFFF"/>
                    </a:solidFill>
                  </a:tcPr>
                </a:tc>
              </a:tr>
              <a:tr h="452225">
                <a:tc>
                  <a:txBody>
                    <a:bodyPr/>
                    <a:lstStyle/>
                    <a:p>
                      <a:pPr indent="0" lvl="0" marL="0" marR="0" rtl="0" algn="l">
                        <a:lnSpc>
                          <a:spcPct val="100000"/>
                        </a:lnSpc>
                        <a:spcBef>
                          <a:spcPts val="0"/>
                        </a:spcBef>
                        <a:spcAft>
                          <a:spcPts val="0"/>
                        </a:spcAft>
                        <a:buClr>
                          <a:srgbClr val="12352A"/>
                        </a:buClr>
                        <a:buSzPts val="700"/>
                        <a:buFont typeface="Outfit"/>
                        <a:buNone/>
                      </a:pPr>
                      <a:r>
                        <a:rPr b="0" i="0" lang="en" sz="800" u="none" cap="none" strike="noStrike">
                          <a:solidFill>
                            <a:srgbClr val="12352A"/>
                          </a:solidFill>
                          <a:latin typeface="Outfit"/>
                          <a:ea typeface="Outfit"/>
                          <a:cs typeface="Outfit"/>
                          <a:sym typeface="Outfit"/>
                        </a:rPr>
                        <a:t>Lorem Ipsum</a:t>
                      </a:r>
                      <a:endParaRPr b="0" i="0" sz="800" u="none" cap="none" strike="noStrike">
                        <a:solidFill>
                          <a:srgbClr val="12352A"/>
                        </a:solidFill>
                        <a:latin typeface="Outfit"/>
                        <a:ea typeface="Outfit"/>
                        <a:cs typeface="Outfit"/>
                        <a:sym typeface="Outfi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b="0" i="0" sz="800" u="none" cap="none" strike="noStrike">
                        <a:solidFill>
                          <a:srgbClr val="12352A"/>
                        </a:solidFill>
                        <a:latin typeface="Outfit Light"/>
                        <a:ea typeface="Outfit Light"/>
                        <a:cs typeface="Outfit Light"/>
                        <a:sym typeface="Outfit Ligh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b="0" i="0" sz="800" u="none" cap="none" strike="noStrike">
                        <a:solidFill>
                          <a:srgbClr val="12352A"/>
                        </a:solidFill>
                        <a:latin typeface="Outfit Light"/>
                        <a:ea typeface="Outfit Light"/>
                        <a:cs typeface="Outfit Light"/>
                        <a:sym typeface="Outfit Ligh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b="0" i="0" sz="800" u="none" cap="none" strike="noStrike">
                        <a:solidFill>
                          <a:srgbClr val="12352A"/>
                        </a:solidFill>
                        <a:latin typeface="Outfit Light"/>
                        <a:ea typeface="Outfit Light"/>
                        <a:cs typeface="Outfit Light"/>
                        <a:sym typeface="Outfit Ligh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b="0" i="0" sz="800" u="none" cap="none" strike="noStrike">
                        <a:solidFill>
                          <a:srgbClr val="12352A"/>
                        </a:solidFill>
                        <a:latin typeface="Outfit Light"/>
                        <a:ea typeface="Outfit Light"/>
                        <a:cs typeface="Outfit Light"/>
                        <a:sym typeface="Outfit Ligh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b="0" i="0" sz="800" u="none" cap="none" strike="noStrike">
                        <a:solidFill>
                          <a:srgbClr val="12352A"/>
                        </a:solidFill>
                        <a:latin typeface="Outfit Light"/>
                        <a:ea typeface="Outfit Light"/>
                        <a:cs typeface="Outfit Light"/>
                        <a:sym typeface="Outfit Ligh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b="0" i="0" sz="800" u="none" cap="none" strike="noStrike">
                        <a:solidFill>
                          <a:srgbClr val="12352A"/>
                        </a:solidFill>
                        <a:latin typeface="Outfit Light"/>
                        <a:ea typeface="Outfit Light"/>
                        <a:cs typeface="Outfit Light"/>
                        <a:sym typeface="Outfit Ligh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tcPr>
                </a:tc>
              </a:tr>
              <a:tr h="452225">
                <a:tc>
                  <a:txBody>
                    <a:bodyPr/>
                    <a:lstStyle/>
                    <a:p>
                      <a:pPr indent="0" lvl="0" marL="0" marR="0" rtl="0" algn="l">
                        <a:lnSpc>
                          <a:spcPct val="100000"/>
                        </a:lnSpc>
                        <a:spcBef>
                          <a:spcPts val="0"/>
                        </a:spcBef>
                        <a:spcAft>
                          <a:spcPts val="0"/>
                        </a:spcAft>
                        <a:buClr>
                          <a:srgbClr val="12352A"/>
                        </a:buClr>
                        <a:buSzPts val="700"/>
                        <a:buFont typeface="Outfit"/>
                        <a:buNone/>
                      </a:pPr>
                      <a:r>
                        <a:rPr b="0" i="0" lang="en" sz="800" u="none" cap="none" strike="noStrike">
                          <a:solidFill>
                            <a:srgbClr val="12352A"/>
                          </a:solidFill>
                          <a:latin typeface="Outfit"/>
                          <a:ea typeface="Outfit"/>
                          <a:cs typeface="Outfit"/>
                          <a:sym typeface="Outfit"/>
                        </a:rPr>
                        <a:t>Lorem Ipsum</a:t>
                      </a:r>
                      <a:endParaRPr b="0" i="0" sz="800" u="none" cap="none" strike="noStrike">
                        <a:solidFill>
                          <a:srgbClr val="12352A"/>
                        </a:solidFill>
                        <a:latin typeface="Outfit"/>
                        <a:ea typeface="Outfit"/>
                        <a:cs typeface="Outfit"/>
                        <a:sym typeface="Outfi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b="0" i="0" sz="800" u="none" cap="none" strike="noStrike">
                        <a:solidFill>
                          <a:srgbClr val="12352A"/>
                        </a:solidFill>
                        <a:latin typeface="Outfit Light"/>
                        <a:ea typeface="Outfit Light"/>
                        <a:cs typeface="Outfit Light"/>
                        <a:sym typeface="Outfit Ligh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b="0" i="0" sz="800" u="none" cap="none" strike="noStrike">
                        <a:solidFill>
                          <a:srgbClr val="12352A"/>
                        </a:solidFill>
                        <a:latin typeface="Outfit Light"/>
                        <a:ea typeface="Outfit Light"/>
                        <a:cs typeface="Outfit Light"/>
                        <a:sym typeface="Outfit Ligh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b="0" i="0" sz="800" u="none" cap="none" strike="noStrike">
                        <a:solidFill>
                          <a:srgbClr val="12352A"/>
                        </a:solidFill>
                        <a:latin typeface="Outfit Light"/>
                        <a:ea typeface="Outfit Light"/>
                        <a:cs typeface="Outfit Light"/>
                        <a:sym typeface="Outfit Ligh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b="0" i="0" sz="800" u="none" cap="none" strike="noStrike">
                        <a:solidFill>
                          <a:srgbClr val="12352A"/>
                        </a:solidFill>
                        <a:latin typeface="Outfit Light"/>
                        <a:ea typeface="Outfit Light"/>
                        <a:cs typeface="Outfit Light"/>
                        <a:sym typeface="Outfit Ligh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b="0" i="0" sz="800" u="none" cap="none" strike="noStrike">
                        <a:solidFill>
                          <a:srgbClr val="12352A"/>
                        </a:solidFill>
                        <a:latin typeface="Outfit Light"/>
                        <a:ea typeface="Outfit Light"/>
                        <a:cs typeface="Outfit Light"/>
                        <a:sym typeface="Outfit Ligh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b="0" i="0" sz="800" u="none" cap="none" strike="noStrike">
                        <a:solidFill>
                          <a:srgbClr val="12352A"/>
                        </a:solidFill>
                        <a:latin typeface="Outfit Light"/>
                        <a:ea typeface="Outfit Light"/>
                        <a:cs typeface="Outfit Light"/>
                        <a:sym typeface="Outfit Ligh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solidFill>
                      <a:srgbClr val="FFFFFF"/>
                    </a:solidFill>
                  </a:tcPr>
                </a:tc>
              </a:tr>
              <a:tr h="452225">
                <a:tc>
                  <a:txBody>
                    <a:bodyPr/>
                    <a:lstStyle/>
                    <a:p>
                      <a:pPr indent="0" lvl="0" marL="0" marR="0" rtl="0" algn="l">
                        <a:lnSpc>
                          <a:spcPct val="100000"/>
                        </a:lnSpc>
                        <a:spcBef>
                          <a:spcPts val="0"/>
                        </a:spcBef>
                        <a:spcAft>
                          <a:spcPts val="0"/>
                        </a:spcAft>
                        <a:buClr>
                          <a:srgbClr val="12352A"/>
                        </a:buClr>
                        <a:buSzPts val="700"/>
                        <a:buFont typeface="Outfit"/>
                        <a:buNone/>
                      </a:pPr>
                      <a:r>
                        <a:rPr b="0" i="0" lang="en" sz="800" u="none" cap="none" strike="noStrike">
                          <a:solidFill>
                            <a:srgbClr val="12352A"/>
                          </a:solidFill>
                          <a:latin typeface="Outfit"/>
                          <a:ea typeface="Outfit"/>
                          <a:cs typeface="Outfit"/>
                          <a:sym typeface="Outfit"/>
                        </a:rPr>
                        <a:t>Lorem Ipsum</a:t>
                      </a:r>
                      <a:endParaRPr b="0" i="0" sz="800" u="none" cap="none" strike="noStrike">
                        <a:solidFill>
                          <a:srgbClr val="12352A"/>
                        </a:solidFill>
                        <a:latin typeface="Outfit"/>
                        <a:ea typeface="Outfit"/>
                        <a:cs typeface="Outfit"/>
                        <a:sym typeface="Outfi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b="0" i="0" sz="800" u="none" cap="none" strike="noStrike">
                        <a:solidFill>
                          <a:srgbClr val="12352A"/>
                        </a:solidFill>
                        <a:latin typeface="Outfit Light"/>
                        <a:ea typeface="Outfit Light"/>
                        <a:cs typeface="Outfit Light"/>
                        <a:sym typeface="Outfit Ligh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b="0" i="0" sz="800" u="none" cap="none" strike="noStrike">
                        <a:solidFill>
                          <a:srgbClr val="12352A"/>
                        </a:solidFill>
                        <a:latin typeface="Outfit Light"/>
                        <a:ea typeface="Outfit Light"/>
                        <a:cs typeface="Outfit Light"/>
                        <a:sym typeface="Outfit Ligh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b="0" i="0" sz="800" u="none" cap="none" strike="noStrike">
                        <a:solidFill>
                          <a:srgbClr val="12352A"/>
                        </a:solidFill>
                        <a:latin typeface="Outfit Light"/>
                        <a:ea typeface="Outfit Light"/>
                        <a:cs typeface="Outfit Light"/>
                        <a:sym typeface="Outfit Ligh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b="0" i="0" sz="800" u="none" cap="none" strike="noStrike">
                        <a:solidFill>
                          <a:srgbClr val="12352A"/>
                        </a:solidFill>
                        <a:latin typeface="Outfit Light"/>
                        <a:ea typeface="Outfit Light"/>
                        <a:cs typeface="Outfit Light"/>
                        <a:sym typeface="Outfit Ligh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b="0" i="0" sz="800" u="none" cap="none" strike="noStrike">
                        <a:solidFill>
                          <a:srgbClr val="12352A"/>
                        </a:solidFill>
                        <a:latin typeface="Outfit Light"/>
                        <a:ea typeface="Outfit Light"/>
                        <a:cs typeface="Outfit Light"/>
                        <a:sym typeface="Outfit Ligh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b="0" i="0" sz="800" u="none" cap="none" strike="noStrike">
                        <a:solidFill>
                          <a:srgbClr val="12352A"/>
                        </a:solidFill>
                        <a:latin typeface="Outfit Light"/>
                        <a:ea typeface="Outfit Light"/>
                        <a:cs typeface="Outfit Light"/>
                        <a:sym typeface="Outfit Ligh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tcPr>
                </a:tc>
              </a:tr>
              <a:tr h="452225">
                <a:tc>
                  <a:txBody>
                    <a:bodyPr/>
                    <a:lstStyle/>
                    <a:p>
                      <a:pPr indent="0" lvl="0" marL="0" marR="0" rtl="0" algn="l">
                        <a:lnSpc>
                          <a:spcPct val="100000"/>
                        </a:lnSpc>
                        <a:spcBef>
                          <a:spcPts val="0"/>
                        </a:spcBef>
                        <a:spcAft>
                          <a:spcPts val="0"/>
                        </a:spcAft>
                        <a:buClr>
                          <a:srgbClr val="12352A"/>
                        </a:buClr>
                        <a:buSzPts val="700"/>
                        <a:buFont typeface="Outfit"/>
                        <a:buNone/>
                      </a:pPr>
                      <a:r>
                        <a:rPr b="0" i="0" lang="en" sz="800" u="none" cap="none" strike="noStrike">
                          <a:solidFill>
                            <a:srgbClr val="12352A"/>
                          </a:solidFill>
                          <a:latin typeface="Outfit"/>
                          <a:ea typeface="Outfit"/>
                          <a:cs typeface="Outfit"/>
                          <a:sym typeface="Outfit"/>
                        </a:rPr>
                        <a:t>Lorem Ipsum</a:t>
                      </a:r>
                      <a:endParaRPr sz="600"/>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sz="600"/>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b="0" i="0" sz="800" u="none" cap="none" strike="noStrike">
                        <a:solidFill>
                          <a:srgbClr val="12352A"/>
                        </a:solidFill>
                        <a:latin typeface="Outfit Light"/>
                        <a:ea typeface="Outfit Light"/>
                        <a:cs typeface="Outfit Light"/>
                        <a:sym typeface="Outfit Ligh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b="0" i="0" sz="800" u="none" cap="none" strike="noStrike">
                        <a:solidFill>
                          <a:srgbClr val="12352A"/>
                        </a:solidFill>
                        <a:latin typeface="Outfit Light"/>
                        <a:ea typeface="Outfit Light"/>
                        <a:cs typeface="Outfit Light"/>
                        <a:sym typeface="Outfit Ligh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b="0" i="0" sz="800" u="none" cap="none" strike="noStrike">
                        <a:solidFill>
                          <a:srgbClr val="12352A"/>
                        </a:solidFill>
                        <a:latin typeface="Outfit Light"/>
                        <a:ea typeface="Outfit Light"/>
                        <a:cs typeface="Outfit Light"/>
                        <a:sym typeface="Outfit Ligh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b="0" i="0" sz="800" u="none" cap="none" strike="noStrike">
                        <a:solidFill>
                          <a:srgbClr val="12352A"/>
                        </a:solidFill>
                        <a:latin typeface="Outfit Light"/>
                        <a:ea typeface="Outfit Light"/>
                        <a:cs typeface="Outfit Light"/>
                        <a:sym typeface="Outfit Light"/>
                      </a:endParaRPr>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2352A"/>
                        </a:buClr>
                        <a:buSzPts val="700"/>
                        <a:buFont typeface="Outfit Light"/>
                        <a:buNone/>
                      </a:pPr>
                      <a:r>
                        <a:rPr b="0" i="0" lang="en" sz="800" u="none" cap="none" strike="noStrike">
                          <a:solidFill>
                            <a:srgbClr val="12352A"/>
                          </a:solidFill>
                          <a:latin typeface="Outfit Light"/>
                          <a:ea typeface="Outfit Light"/>
                          <a:cs typeface="Outfit Light"/>
                          <a:sym typeface="Outfit Light"/>
                        </a:rPr>
                        <a:t>Lorem Ipsum</a:t>
                      </a:r>
                      <a:endParaRPr sz="600"/>
                    </a:p>
                  </a:txBody>
                  <a:tcPr marT="68575" marB="68575" marR="68575" marL="68575" anchor="ctr">
                    <a:lnL cap="flat" cmpd="sng" w="9525">
                      <a:solidFill>
                        <a:srgbClr val="AFC9B9"/>
                      </a:solidFill>
                      <a:prstDash val="solid"/>
                      <a:round/>
                      <a:headEnd len="sm" w="sm" type="none"/>
                      <a:tailEnd len="sm" w="sm" type="none"/>
                    </a:lnL>
                    <a:lnR cap="flat" cmpd="sng" w="9525">
                      <a:solidFill>
                        <a:srgbClr val="AFC9B9"/>
                      </a:solidFill>
                      <a:prstDash val="solid"/>
                      <a:round/>
                      <a:headEnd len="sm" w="sm" type="none"/>
                      <a:tailEnd len="sm" w="sm" type="none"/>
                    </a:lnR>
                    <a:lnT cap="flat" cmpd="sng" w="9525">
                      <a:solidFill>
                        <a:srgbClr val="AFC9B9"/>
                      </a:solidFill>
                      <a:prstDash val="solid"/>
                      <a:round/>
                      <a:headEnd len="sm" w="sm" type="none"/>
                      <a:tailEnd len="sm" w="sm" type="none"/>
                    </a:lnT>
                    <a:lnB cap="flat" cmpd="sng" w="9525">
                      <a:solidFill>
                        <a:srgbClr val="AFC9B9"/>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graphicFrame>
        <p:nvGraphicFramePr>
          <p:cNvPr id="951" name="Google Shape;951;p89"/>
          <p:cNvGraphicFramePr/>
          <p:nvPr/>
        </p:nvGraphicFramePr>
        <p:xfrm>
          <a:off x="629962" y="810476"/>
          <a:ext cx="3000000" cy="3000000"/>
        </p:xfrm>
        <a:graphic>
          <a:graphicData uri="http://schemas.openxmlformats.org/drawingml/2006/table">
            <a:tbl>
              <a:tblPr bandRow="1" firstRow="1">
                <a:gradFill>
                  <a:gsLst>
                    <a:gs pos="0">
                      <a:srgbClr val="F3F8FB"/>
                    </a:gs>
                    <a:gs pos="50000">
                      <a:srgbClr val="E6F0F7"/>
                    </a:gs>
                    <a:gs pos="100000">
                      <a:srgbClr val="E2EEF7"/>
                    </a:gs>
                  </a:gsLst>
                  <a:lin ang="5400012" scaled="0"/>
                </a:gradFill>
                <a:tableStyleId>{19E57595-32C7-44A5-9A60-03F62C8D46A0}</a:tableStyleId>
              </a:tblPr>
              <a:tblGrid>
                <a:gridCol w="1126300"/>
                <a:gridCol w="1126300"/>
                <a:gridCol w="1126300"/>
                <a:gridCol w="1126300"/>
                <a:gridCol w="1126300"/>
                <a:gridCol w="1126300"/>
                <a:gridCol w="1126300"/>
              </a:tblGrid>
              <a:tr h="452500">
                <a:tc gridSpan="7">
                  <a:txBody>
                    <a:bodyPr/>
                    <a:lstStyle/>
                    <a:p>
                      <a:pPr indent="0" lvl="0" marL="0" marR="0" rtl="0" algn="l">
                        <a:spcBef>
                          <a:spcPts val="0"/>
                        </a:spcBef>
                        <a:spcAft>
                          <a:spcPts val="0"/>
                        </a:spcAft>
                        <a:buNone/>
                      </a:pPr>
                      <a:r>
                        <a:rPr b="0" lang="en" sz="1300" u="none" cap="none" strike="noStrike">
                          <a:solidFill>
                            <a:schemeClr val="accent2"/>
                          </a:solidFill>
                        </a:rPr>
                        <a:t>Table Title</a:t>
                      </a:r>
                      <a:endParaRPr b="0" i="0" sz="1300" u="none" cap="none" strike="noStrike">
                        <a:solidFill>
                          <a:schemeClr val="accent2"/>
                        </a:solidFill>
                        <a:latin typeface="Outfit"/>
                        <a:ea typeface="Outfit"/>
                        <a:cs typeface="Outfit"/>
                        <a:sym typeface="Outfit"/>
                      </a:endParaRPr>
                    </a:p>
                  </a:txBody>
                  <a:tcPr marT="68575" marB="68575" marR="68575" marL="685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hMerge="1"/>
                <a:tc hMerge="1"/>
                <a:tc hMerge="1"/>
                <a:tc hMerge="1"/>
                <a:tc hMerge="1"/>
                <a:tc hMerge="1"/>
              </a:tr>
              <a:tr h="452500">
                <a:tc>
                  <a:txBody>
                    <a:bodyPr/>
                    <a:lstStyle/>
                    <a:p>
                      <a:pPr indent="0" lvl="0" marL="0" marR="0" rtl="0" algn="l">
                        <a:spcBef>
                          <a:spcPts val="0"/>
                        </a:spcBef>
                        <a:spcAft>
                          <a:spcPts val="0"/>
                        </a:spcAft>
                        <a:buNone/>
                      </a:pPr>
                      <a:r>
                        <a:rPr lang="en" sz="800" u="none" cap="none" strike="noStrike">
                          <a:solidFill>
                            <a:schemeClr val="lt1"/>
                          </a:solidFill>
                        </a:rPr>
                        <a:t>Lorem Ipsum</a:t>
                      </a:r>
                      <a:endParaRPr sz="600"/>
                    </a:p>
                  </a:txBody>
                  <a:tcPr marT="68575" marB="68575" marR="68575" marL="68575" anchor="ctr">
                    <a:lnT cap="flat" cmpd="sng" w="9525">
                      <a:solidFill>
                        <a:schemeClr val="lt1"/>
                      </a:solidFill>
                      <a:prstDash val="solid"/>
                      <a:round/>
                      <a:headEnd len="sm" w="sm" type="none"/>
                      <a:tailEnd len="sm" w="sm" type="none"/>
                    </a:lnT>
                    <a:solidFill>
                      <a:srgbClr val="CDE0EF">
                        <a:alpha val="58230"/>
                      </a:srgbClr>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lnT cap="flat" cmpd="sng" w="9525">
                      <a:solidFill>
                        <a:schemeClr val="lt1"/>
                      </a:solidFill>
                      <a:prstDash val="solid"/>
                      <a:round/>
                      <a:headEnd len="sm" w="sm" type="none"/>
                      <a:tailEnd len="sm" w="sm" type="none"/>
                    </a:lnT>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lnT cap="flat" cmpd="sng" w="9525">
                      <a:solidFill>
                        <a:schemeClr val="lt1"/>
                      </a:solidFill>
                      <a:prstDash val="solid"/>
                      <a:round/>
                      <a:headEnd len="sm" w="sm" type="none"/>
                      <a:tailEnd len="sm" w="sm" type="none"/>
                    </a:lnT>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lnT cap="flat" cmpd="sng" w="9525">
                      <a:solidFill>
                        <a:schemeClr val="lt1"/>
                      </a:solidFill>
                      <a:prstDash val="solid"/>
                      <a:round/>
                      <a:headEnd len="sm" w="sm" type="none"/>
                      <a:tailEnd len="sm" w="sm" type="none"/>
                    </a:lnT>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lnT cap="flat" cmpd="sng" w="9525">
                      <a:solidFill>
                        <a:schemeClr val="lt1"/>
                      </a:solidFill>
                      <a:prstDash val="solid"/>
                      <a:round/>
                      <a:headEnd len="sm" w="sm" type="none"/>
                      <a:tailEnd len="sm" w="sm" type="none"/>
                    </a:lnT>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lnT cap="flat" cmpd="sng" w="9525">
                      <a:solidFill>
                        <a:schemeClr val="lt1"/>
                      </a:solidFill>
                      <a:prstDash val="solid"/>
                      <a:round/>
                      <a:headEnd len="sm" w="sm" type="none"/>
                      <a:tailEnd len="sm" w="sm" type="none"/>
                    </a:lnT>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lnT cap="flat" cmpd="sng" w="9525">
                      <a:solidFill>
                        <a:schemeClr val="lt1"/>
                      </a:solidFill>
                      <a:prstDash val="solid"/>
                      <a:round/>
                      <a:headEnd len="sm" w="sm" type="none"/>
                      <a:tailEnd len="sm" w="sm" type="none"/>
                    </a:lnT>
                    <a:solidFill>
                      <a:srgbClr val="FFFFFF"/>
                    </a:solidFill>
                  </a:tcPr>
                </a:tc>
              </a:tr>
              <a:tr h="452500">
                <a:tc>
                  <a:txBody>
                    <a:bodyPr/>
                    <a:lstStyle/>
                    <a:p>
                      <a:pPr indent="0" lvl="0" marL="0" marR="0" rtl="0" algn="l">
                        <a:lnSpc>
                          <a:spcPct val="100000"/>
                        </a:lnSpc>
                        <a:spcBef>
                          <a:spcPts val="0"/>
                        </a:spcBef>
                        <a:spcAft>
                          <a:spcPts val="0"/>
                        </a:spcAft>
                        <a:buClr>
                          <a:schemeClr val="lt1"/>
                        </a:buClr>
                        <a:buSzPts val="700"/>
                        <a:buFont typeface="Outfit"/>
                        <a:buNone/>
                      </a:pPr>
                      <a:r>
                        <a:rPr lang="en" sz="800" u="none" cap="none" strike="noStrike">
                          <a:solidFill>
                            <a:schemeClr val="lt1"/>
                          </a:solidFill>
                        </a:rPr>
                        <a:t>Lorem Ipsum</a:t>
                      </a:r>
                      <a:endParaRPr sz="600"/>
                    </a:p>
                  </a:txBody>
                  <a:tcPr marT="68575" marB="68575" marR="68575" marL="68575" anchor="ctr">
                    <a:solidFill>
                      <a:srgbClr val="CDE0EF">
                        <a:alpha val="58230"/>
                      </a:srgbClr>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r>
              <a:tr h="452500">
                <a:tc>
                  <a:txBody>
                    <a:bodyPr/>
                    <a:lstStyle/>
                    <a:p>
                      <a:pPr indent="0" lvl="0" marL="0" marR="0" rtl="0" algn="l">
                        <a:lnSpc>
                          <a:spcPct val="100000"/>
                        </a:lnSpc>
                        <a:spcBef>
                          <a:spcPts val="0"/>
                        </a:spcBef>
                        <a:spcAft>
                          <a:spcPts val="0"/>
                        </a:spcAft>
                        <a:buClr>
                          <a:schemeClr val="lt1"/>
                        </a:buClr>
                        <a:buSzPts val="700"/>
                        <a:buFont typeface="Outfit"/>
                        <a:buNone/>
                      </a:pPr>
                      <a:r>
                        <a:rPr b="0" lang="en" sz="800" u="none" cap="none" strike="noStrike">
                          <a:solidFill>
                            <a:schemeClr val="lt1"/>
                          </a:solidFill>
                        </a:rPr>
                        <a:t>Lorem Ipsum</a:t>
                      </a:r>
                      <a:endParaRPr b="0" i="0" sz="800" u="none" cap="none" strike="noStrike">
                        <a:solidFill>
                          <a:schemeClr val="lt1"/>
                        </a:solidFill>
                        <a:latin typeface="Outfit"/>
                        <a:ea typeface="Outfit"/>
                        <a:cs typeface="Outfit"/>
                        <a:sym typeface="Outfit"/>
                      </a:endParaRPr>
                    </a:p>
                  </a:txBody>
                  <a:tcPr marT="68575" marB="68575" marR="68575" marL="68575" anchor="ctr">
                    <a:solidFill>
                      <a:srgbClr val="CDE0EF">
                        <a:alpha val="58230"/>
                      </a:srgbClr>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r>
              <a:tr h="452500">
                <a:tc>
                  <a:txBody>
                    <a:bodyPr/>
                    <a:lstStyle/>
                    <a:p>
                      <a:pPr indent="0" lvl="0" marL="0" marR="0" rtl="0" algn="l">
                        <a:lnSpc>
                          <a:spcPct val="100000"/>
                        </a:lnSpc>
                        <a:spcBef>
                          <a:spcPts val="0"/>
                        </a:spcBef>
                        <a:spcAft>
                          <a:spcPts val="0"/>
                        </a:spcAft>
                        <a:buClr>
                          <a:schemeClr val="lt1"/>
                        </a:buClr>
                        <a:buSzPts val="700"/>
                        <a:buFont typeface="Outfit"/>
                        <a:buNone/>
                      </a:pPr>
                      <a:r>
                        <a:rPr b="0" lang="en" sz="800" u="none" cap="none" strike="noStrike">
                          <a:solidFill>
                            <a:schemeClr val="lt1"/>
                          </a:solidFill>
                        </a:rPr>
                        <a:t>Lorem Ipsum</a:t>
                      </a:r>
                      <a:endParaRPr b="0" i="0" sz="800" u="none" cap="none" strike="noStrike">
                        <a:solidFill>
                          <a:schemeClr val="lt1"/>
                        </a:solidFill>
                        <a:latin typeface="Outfit"/>
                        <a:ea typeface="Outfit"/>
                        <a:cs typeface="Outfit"/>
                        <a:sym typeface="Outfit"/>
                      </a:endParaRPr>
                    </a:p>
                  </a:txBody>
                  <a:tcPr marT="68575" marB="68575" marR="68575" marL="68575" anchor="ctr">
                    <a:solidFill>
                      <a:srgbClr val="CDE0EF">
                        <a:alpha val="58230"/>
                      </a:srgbClr>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r>
              <a:tr h="452500">
                <a:tc>
                  <a:txBody>
                    <a:bodyPr/>
                    <a:lstStyle/>
                    <a:p>
                      <a:pPr indent="0" lvl="0" marL="0" marR="0" rtl="0" algn="l">
                        <a:lnSpc>
                          <a:spcPct val="100000"/>
                        </a:lnSpc>
                        <a:spcBef>
                          <a:spcPts val="0"/>
                        </a:spcBef>
                        <a:spcAft>
                          <a:spcPts val="0"/>
                        </a:spcAft>
                        <a:buClr>
                          <a:schemeClr val="lt1"/>
                        </a:buClr>
                        <a:buSzPts val="700"/>
                        <a:buFont typeface="Outfit"/>
                        <a:buNone/>
                      </a:pPr>
                      <a:r>
                        <a:rPr b="0" lang="en" sz="800" u="none" cap="none" strike="noStrike">
                          <a:solidFill>
                            <a:schemeClr val="lt1"/>
                          </a:solidFill>
                        </a:rPr>
                        <a:t>Lorem Ipsum</a:t>
                      </a:r>
                      <a:endParaRPr b="0" i="0" sz="800" u="none" cap="none" strike="noStrike">
                        <a:solidFill>
                          <a:schemeClr val="lt1"/>
                        </a:solidFill>
                        <a:latin typeface="Outfit"/>
                        <a:ea typeface="Outfit"/>
                        <a:cs typeface="Outfit"/>
                        <a:sym typeface="Outfit"/>
                      </a:endParaRPr>
                    </a:p>
                  </a:txBody>
                  <a:tcPr marT="68575" marB="68575" marR="68575" marL="68575" anchor="ctr">
                    <a:solidFill>
                      <a:srgbClr val="CDE0EF">
                        <a:alpha val="58230"/>
                      </a:srgbClr>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r>
              <a:tr h="452500">
                <a:tc>
                  <a:txBody>
                    <a:bodyPr/>
                    <a:lstStyle/>
                    <a:p>
                      <a:pPr indent="0" lvl="0" marL="0" marR="0" rtl="0" algn="l">
                        <a:lnSpc>
                          <a:spcPct val="100000"/>
                        </a:lnSpc>
                        <a:spcBef>
                          <a:spcPts val="0"/>
                        </a:spcBef>
                        <a:spcAft>
                          <a:spcPts val="0"/>
                        </a:spcAft>
                        <a:buClr>
                          <a:schemeClr val="lt1"/>
                        </a:buClr>
                        <a:buSzPts val="700"/>
                        <a:buFont typeface="Outfit"/>
                        <a:buNone/>
                      </a:pPr>
                      <a:r>
                        <a:rPr b="0" lang="en" sz="800" u="none" cap="none" strike="noStrike">
                          <a:solidFill>
                            <a:schemeClr val="lt1"/>
                          </a:solidFill>
                        </a:rPr>
                        <a:t>Lorem Ipsum</a:t>
                      </a:r>
                      <a:endParaRPr b="0" i="0" sz="800" u="none" cap="none" strike="noStrike">
                        <a:solidFill>
                          <a:schemeClr val="lt1"/>
                        </a:solidFill>
                        <a:latin typeface="Outfit"/>
                        <a:ea typeface="Outfit"/>
                        <a:cs typeface="Outfit"/>
                        <a:sym typeface="Outfit"/>
                      </a:endParaRPr>
                    </a:p>
                  </a:txBody>
                  <a:tcPr marT="68575" marB="68575" marR="68575" marL="68575" anchor="ctr">
                    <a:solidFill>
                      <a:srgbClr val="CDE0EF">
                        <a:alpha val="58230"/>
                      </a:srgbClr>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r>
              <a:tr h="452500">
                <a:tc>
                  <a:txBody>
                    <a:bodyPr/>
                    <a:lstStyle/>
                    <a:p>
                      <a:pPr indent="0" lvl="0" marL="0" marR="0" rtl="0" algn="l">
                        <a:lnSpc>
                          <a:spcPct val="100000"/>
                        </a:lnSpc>
                        <a:spcBef>
                          <a:spcPts val="0"/>
                        </a:spcBef>
                        <a:spcAft>
                          <a:spcPts val="0"/>
                        </a:spcAft>
                        <a:buClr>
                          <a:schemeClr val="lt1"/>
                        </a:buClr>
                        <a:buSzPts val="700"/>
                        <a:buFont typeface="Outfit"/>
                        <a:buNone/>
                      </a:pPr>
                      <a:r>
                        <a:rPr b="0" lang="en" sz="800" u="none" cap="none" strike="noStrike">
                          <a:solidFill>
                            <a:schemeClr val="lt1"/>
                          </a:solidFill>
                        </a:rPr>
                        <a:t>Lorem Ipsum</a:t>
                      </a:r>
                      <a:endParaRPr b="0" i="0" sz="800" u="none" cap="none" strike="noStrike">
                        <a:solidFill>
                          <a:schemeClr val="lt1"/>
                        </a:solidFill>
                        <a:latin typeface="Outfit"/>
                        <a:ea typeface="Outfit"/>
                        <a:cs typeface="Outfit"/>
                        <a:sym typeface="Outfit"/>
                      </a:endParaRPr>
                    </a:p>
                  </a:txBody>
                  <a:tcPr marT="68575" marB="68575" marR="68575" marL="68575" anchor="ctr">
                    <a:solidFill>
                      <a:srgbClr val="CDE0EF">
                        <a:alpha val="58230"/>
                      </a:srgbClr>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r>
            </a:tbl>
          </a:graphicData>
        </a:graphic>
      </p:graphicFrame>
      <p:sp>
        <p:nvSpPr>
          <p:cNvPr id="952" name="Google Shape;952;p89"/>
          <p:cNvSpPr txBox="1"/>
          <p:nvPr/>
        </p:nvSpPr>
        <p:spPr>
          <a:xfrm>
            <a:off x="7952014" y="4131129"/>
            <a:ext cx="69300" cy="284100"/>
          </a:xfrm>
          <a:prstGeom prst="rect">
            <a:avLst/>
          </a:prstGeom>
          <a:noFill/>
          <a:ln>
            <a:noFill/>
          </a:ln>
        </p:spPr>
        <p:txBody>
          <a:bodyPr anchorCtr="0" anchor="t" bIns="17150" lIns="34275" spcFirstLastPara="1" rIns="34275" wrap="square" tIns="17150">
            <a:spAutoFit/>
          </a:bodyPr>
          <a:lstStyle/>
          <a:p>
            <a:pPr indent="0" lvl="0" marL="0" marR="0" rtl="0" algn="l">
              <a:lnSpc>
                <a:spcPct val="90000"/>
              </a:lnSpc>
              <a:spcBef>
                <a:spcPts val="0"/>
              </a:spcBef>
              <a:spcAft>
                <a:spcPts val="0"/>
              </a:spcAft>
              <a:buClr>
                <a:srgbClr val="000000"/>
              </a:buClr>
              <a:buSzPts val="1800"/>
              <a:buFont typeface="Outfit"/>
              <a:buNone/>
            </a:pPr>
            <a:r>
              <a:t/>
            </a:r>
            <a:endParaRPr b="0" i="0" sz="1800" u="none" cap="none" strike="noStrike">
              <a:solidFill>
                <a:srgbClr val="000000"/>
              </a:solidFill>
              <a:latin typeface="Outfit"/>
              <a:ea typeface="Outfit"/>
              <a:cs typeface="Outfit"/>
              <a:sym typeface="Outfi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graphicFrame>
        <p:nvGraphicFramePr>
          <p:cNvPr id="957" name="Google Shape;957;p90"/>
          <p:cNvGraphicFramePr/>
          <p:nvPr/>
        </p:nvGraphicFramePr>
        <p:xfrm>
          <a:off x="629962" y="810476"/>
          <a:ext cx="3000000" cy="3000000"/>
        </p:xfrm>
        <a:graphic>
          <a:graphicData uri="http://schemas.openxmlformats.org/drawingml/2006/table">
            <a:tbl>
              <a:tblPr bandRow="1" firstRow="1">
                <a:gradFill>
                  <a:gsLst>
                    <a:gs pos="0">
                      <a:srgbClr val="FEFCFE"/>
                    </a:gs>
                    <a:gs pos="50000">
                      <a:srgbClr val="F6F0FA"/>
                    </a:gs>
                    <a:gs pos="100000">
                      <a:srgbClr val="F5EEF9"/>
                    </a:gs>
                  </a:gsLst>
                  <a:lin ang="5400012" scaled="0"/>
                </a:gradFill>
                <a:tableStyleId>{891AFD3D-6282-4DD4-90BE-FCD3D00BBC99}</a:tableStyleId>
              </a:tblPr>
              <a:tblGrid>
                <a:gridCol w="1126300"/>
                <a:gridCol w="1126300"/>
                <a:gridCol w="1126300"/>
                <a:gridCol w="1126300"/>
                <a:gridCol w="1126300"/>
                <a:gridCol w="1126300"/>
                <a:gridCol w="1126300"/>
              </a:tblGrid>
              <a:tr h="452500">
                <a:tc gridSpan="7">
                  <a:txBody>
                    <a:bodyPr/>
                    <a:lstStyle/>
                    <a:p>
                      <a:pPr indent="0" lvl="0" marL="0" marR="0" rtl="0" algn="l">
                        <a:spcBef>
                          <a:spcPts val="0"/>
                        </a:spcBef>
                        <a:spcAft>
                          <a:spcPts val="0"/>
                        </a:spcAft>
                        <a:buNone/>
                      </a:pPr>
                      <a:r>
                        <a:rPr b="0" lang="en" sz="1300" u="none" cap="none" strike="noStrike">
                          <a:solidFill>
                            <a:schemeClr val="accent3"/>
                          </a:solidFill>
                        </a:rPr>
                        <a:t>Table Title</a:t>
                      </a:r>
                      <a:endParaRPr b="0" i="0" sz="1300" u="none" cap="none" strike="noStrike">
                        <a:solidFill>
                          <a:schemeClr val="accent3"/>
                        </a:solidFill>
                        <a:latin typeface="Outfit"/>
                        <a:ea typeface="Outfit"/>
                        <a:cs typeface="Outfit"/>
                        <a:sym typeface="Outfit"/>
                      </a:endParaRPr>
                    </a:p>
                  </a:txBody>
                  <a:tcPr marT="68575" marB="68575" marR="68575" marL="6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dk2"/>
                    </a:solidFill>
                  </a:tcPr>
                </a:tc>
                <a:tc hMerge="1"/>
                <a:tc hMerge="1"/>
                <a:tc hMerge="1"/>
                <a:tc hMerge="1"/>
                <a:tc hMerge="1"/>
                <a:tc hMerge="1"/>
              </a:tr>
              <a:tr h="452500">
                <a:tc>
                  <a:txBody>
                    <a:bodyPr/>
                    <a:lstStyle/>
                    <a:p>
                      <a:pPr indent="0" lvl="0" marL="0" marR="0" rtl="0" algn="l">
                        <a:spcBef>
                          <a:spcPts val="0"/>
                        </a:spcBef>
                        <a:spcAft>
                          <a:spcPts val="0"/>
                        </a:spcAft>
                        <a:buNone/>
                      </a:pPr>
                      <a:r>
                        <a:rPr lang="en" sz="800" u="none" cap="none" strike="noStrike">
                          <a:solidFill>
                            <a:schemeClr val="lt1"/>
                          </a:solidFill>
                        </a:rPr>
                        <a:t>Lorem Ipsum</a:t>
                      </a:r>
                      <a:endParaRPr sz="600"/>
                    </a:p>
                  </a:txBody>
                  <a:tcPr marT="68575" marB="68575" marR="68575" marL="68575" anchor="ctr">
                    <a:lnT cap="flat" cmpd="sng" w="9525">
                      <a:solidFill>
                        <a:schemeClr val="dk2"/>
                      </a:solidFill>
                      <a:prstDash val="solid"/>
                      <a:round/>
                      <a:headEnd len="sm" w="sm" type="none"/>
                      <a:tailEnd len="sm" w="sm" type="none"/>
                    </a:lnT>
                    <a:solidFill>
                      <a:srgbClr val="E8DBF2">
                        <a:alpha val="50629"/>
                      </a:srgbClr>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lnT cap="flat" cmpd="sng" w="9525">
                      <a:solidFill>
                        <a:schemeClr val="dk2"/>
                      </a:solidFill>
                      <a:prstDash val="solid"/>
                      <a:round/>
                      <a:headEnd len="sm" w="sm" type="none"/>
                      <a:tailEnd len="sm" w="sm" type="none"/>
                    </a:lnT>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lnT cap="flat" cmpd="sng" w="9525">
                      <a:solidFill>
                        <a:schemeClr val="dk2"/>
                      </a:solidFill>
                      <a:prstDash val="solid"/>
                      <a:round/>
                      <a:headEnd len="sm" w="sm" type="none"/>
                      <a:tailEnd len="sm" w="sm" type="none"/>
                    </a:lnT>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lnT cap="flat" cmpd="sng" w="9525">
                      <a:solidFill>
                        <a:schemeClr val="dk2"/>
                      </a:solidFill>
                      <a:prstDash val="solid"/>
                      <a:round/>
                      <a:headEnd len="sm" w="sm" type="none"/>
                      <a:tailEnd len="sm" w="sm" type="none"/>
                    </a:lnT>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lnT cap="flat" cmpd="sng" w="9525">
                      <a:solidFill>
                        <a:schemeClr val="dk2"/>
                      </a:solidFill>
                      <a:prstDash val="solid"/>
                      <a:round/>
                      <a:headEnd len="sm" w="sm" type="none"/>
                      <a:tailEnd len="sm" w="sm" type="none"/>
                    </a:lnT>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lnT cap="flat" cmpd="sng" w="9525">
                      <a:solidFill>
                        <a:schemeClr val="dk2"/>
                      </a:solidFill>
                      <a:prstDash val="solid"/>
                      <a:round/>
                      <a:headEnd len="sm" w="sm" type="none"/>
                      <a:tailEnd len="sm" w="sm" type="none"/>
                    </a:lnT>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lnT cap="flat" cmpd="sng" w="9525">
                      <a:solidFill>
                        <a:schemeClr val="dk2"/>
                      </a:solidFill>
                      <a:prstDash val="solid"/>
                      <a:round/>
                      <a:headEnd len="sm" w="sm" type="none"/>
                      <a:tailEnd len="sm" w="sm" type="none"/>
                    </a:lnT>
                    <a:solidFill>
                      <a:srgbClr val="FFFFFF"/>
                    </a:solidFill>
                  </a:tcPr>
                </a:tc>
              </a:tr>
              <a:tr h="452500">
                <a:tc>
                  <a:txBody>
                    <a:bodyPr/>
                    <a:lstStyle/>
                    <a:p>
                      <a:pPr indent="0" lvl="0" marL="0" marR="0" rtl="0" algn="l">
                        <a:lnSpc>
                          <a:spcPct val="100000"/>
                        </a:lnSpc>
                        <a:spcBef>
                          <a:spcPts val="0"/>
                        </a:spcBef>
                        <a:spcAft>
                          <a:spcPts val="0"/>
                        </a:spcAft>
                        <a:buClr>
                          <a:schemeClr val="lt1"/>
                        </a:buClr>
                        <a:buSzPts val="700"/>
                        <a:buFont typeface="Outfit"/>
                        <a:buNone/>
                      </a:pPr>
                      <a:r>
                        <a:rPr lang="en" sz="800" u="none" cap="none" strike="noStrike">
                          <a:solidFill>
                            <a:schemeClr val="lt1"/>
                          </a:solidFill>
                        </a:rPr>
                        <a:t>Lorem Ipsum</a:t>
                      </a:r>
                      <a:endParaRPr sz="600"/>
                    </a:p>
                  </a:txBody>
                  <a:tcPr marT="68575" marB="68575" marR="68575" marL="68575" anchor="ctr">
                    <a:solidFill>
                      <a:srgbClr val="E8DBF2">
                        <a:alpha val="50629"/>
                      </a:srgbClr>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r>
              <a:tr h="452500">
                <a:tc>
                  <a:txBody>
                    <a:bodyPr/>
                    <a:lstStyle/>
                    <a:p>
                      <a:pPr indent="0" lvl="0" marL="0" marR="0" rtl="0" algn="l">
                        <a:lnSpc>
                          <a:spcPct val="100000"/>
                        </a:lnSpc>
                        <a:spcBef>
                          <a:spcPts val="0"/>
                        </a:spcBef>
                        <a:spcAft>
                          <a:spcPts val="0"/>
                        </a:spcAft>
                        <a:buClr>
                          <a:schemeClr val="lt1"/>
                        </a:buClr>
                        <a:buSzPts val="700"/>
                        <a:buFont typeface="Outfit"/>
                        <a:buNone/>
                      </a:pPr>
                      <a:r>
                        <a:rPr b="0" lang="en" sz="800" u="none" cap="none" strike="noStrike">
                          <a:solidFill>
                            <a:schemeClr val="lt1"/>
                          </a:solidFill>
                        </a:rPr>
                        <a:t>Lorem Ipsum</a:t>
                      </a:r>
                      <a:endParaRPr b="0" i="0" sz="800" u="none" cap="none" strike="noStrike">
                        <a:solidFill>
                          <a:schemeClr val="lt1"/>
                        </a:solidFill>
                        <a:latin typeface="Outfit"/>
                        <a:ea typeface="Outfit"/>
                        <a:cs typeface="Outfit"/>
                        <a:sym typeface="Outfit"/>
                      </a:endParaRPr>
                    </a:p>
                  </a:txBody>
                  <a:tcPr marT="68575" marB="68575" marR="68575" marL="68575" anchor="ctr">
                    <a:solidFill>
                      <a:srgbClr val="E8DBF2">
                        <a:alpha val="50629"/>
                      </a:srgbClr>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r>
              <a:tr h="452500">
                <a:tc>
                  <a:txBody>
                    <a:bodyPr/>
                    <a:lstStyle/>
                    <a:p>
                      <a:pPr indent="0" lvl="0" marL="0" marR="0" rtl="0" algn="l">
                        <a:lnSpc>
                          <a:spcPct val="100000"/>
                        </a:lnSpc>
                        <a:spcBef>
                          <a:spcPts val="0"/>
                        </a:spcBef>
                        <a:spcAft>
                          <a:spcPts val="0"/>
                        </a:spcAft>
                        <a:buClr>
                          <a:schemeClr val="lt1"/>
                        </a:buClr>
                        <a:buSzPts val="700"/>
                        <a:buFont typeface="Outfit"/>
                        <a:buNone/>
                      </a:pPr>
                      <a:r>
                        <a:rPr b="0" lang="en" sz="800" u="none" cap="none" strike="noStrike">
                          <a:solidFill>
                            <a:schemeClr val="lt1"/>
                          </a:solidFill>
                        </a:rPr>
                        <a:t>Lorem Ipsum</a:t>
                      </a:r>
                      <a:endParaRPr b="0" i="0" sz="800" u="none" cap="none" strike="noStrike">
                        <a:solidFill>
                          <a:schemeClr val="lt1"/>
                        </a:solidFill>
                        <a:latin typeface="Outfit"/>
                        <a:ea typeface="Outfit"/>
                        <a:cs typeface="Outfit"/>
                        <a:sym typeface="Outfit"/>
                      </a:endParaRPr>
                    </a:p>
                  </a:txBody>
                  <a:tcPr marT="68575" marB="68575" marR="68575" marL="68575" anchor="ctr">
                    <a:solidFill>
                      <a:srgbClr val="E8DBF2">
                        <a:alpha val="50629"/>
                      </a:srgbClr>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r>
              <a:tr h="452500">
                <a:tc>
                  <a:txBody>
                    <a:bodyPr/>
                    <a:lstStyle/>
                    <a:p>
                      <a:pPr indent="0" lvl="0" marL="0" marR="0" rtl="0" algn="l">
                        <a:lnSpc>
                          <a:spcPct val="100000"/>
                        </a:lnSpc>
                        <a:spcBef>
                          <a:spcPts val="0"/>
                        </a:spcBef>
                        <a:spcAft>
                          <a:spcPts val="0"/>
                        </a:spcAft>
                        <a:buClr>
                          <a:schemeClr val="lt1"/>
                        </a:buClr>
                        <a:buSzPts val="700"/>
                        <a:buFont typeface="Outfit"/>
                        <a:buNone/>
                      </a:pPr>
                      <a:r>
                        <a:rPr b="0" lang="en" sz="800" u="none" cap="none" strike="noStrike">
                          <a:solidFill>
                            <a:schemeClr val="lt1"/>
                          </a:solidFill>
                        </a:rPr>
                        <a:t>Lorem Ipsum</a:t>
                      </a:r>
                      <a:endParaRPr b="0" i="0" sz="800" u="none" cap="none" strike="noStrike">
                        <a:solidFill>
                          <a:schemeClr val="lt1"/>
                        </a:solidFill>
                        <a:latin typeface="Outfit"/>
                        <a:ea typeface="Outfit"/>
                        <a:cs typeface="Outfit"/>
                        <a:sym typeface="Outfit"/>
                      </a:endParaRPr>
                    </a:p>
                  </a:txBody>
                  <a:tcPr marT="68575" marB="68575" marR="68575" marL="68575" anchor="ctr">
                    <a:solidFill>
                      <a:srgbClr val="E8DBF2">
                        <a:alpha val="50629"/>
                      </a:srgbClr>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r>
              <a:tr h="452500">
                <a:tc>
                  <a:txBody>
                    <a:bodyPr/>
                    <a:lstStyle/>
                    <a:p>
                      <a:pPr indent="0" lvl="0" marL="0" marR="0" rtl="0" algn="l">
                        <a:lnSpc>
                          <a:spcPct val="100000"/>
                        </a:lnSpc>
                        <a:spcBef>
                          <a:spcPts val="0"/>
                        </a:spcBef>
                        <a:spcAft>
                          <a:spcPts val="0"/>
                        </a:spcAft>
                        <a:buClr>
                          <a:schemeClr val="lt1"/>
                        </a:buClr>
                        <a:buSzPts val="700"/>
                        <a:buFont typeface="Outfit"/>
                        <a:buNone/>
                      </a:pPr>
                      <a:r>
                        <a:rPr b="0" lang="en" sz="800" u="none" cap="none" strike="noStrike">
                          <a:solidFill>
                            <a:schemeClr val="lt1"/>
                          </a:solidFill>
                        </a:rPr>
                        <a:t>Lorem Ipsum</a:t>
                      </a:r>
                      <a:endParaRPr b="0" i="0" sz="800" u="none" cap="none" strike="noStrike">
                        <a:solidFill>
                          <a:schemeClr val="lt1"/>
                        </a:solidFill>
                        <a:latin typeface="Outfit"/>
                        <a:ea typeface="Outfit"/>
                        <a:cs typeface="Outfit"/>
                        <a:sym typeface="Outfit"/>
                      </a:endParaRPr>
                    </a:p>
                  </a:txBody>
                  <a:tcPr marT="68575" marB="68575" marR="68575" marL="68575" anchor="ctr">
                    <a:solidFill>
                      <a:srgbClr val="E8DBF2">
                        <a:alpha val="50629"/>
                      </a:srgbClr>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tc>
              </a:tr>
              <a:tr h="452500">
                <a:tc>
                  <a:txBody>
                    <a:bodyPr/>
                    <a:lstStyle/>
                    <a:p>
                      <a:pPr indent="0" lvl="0" marL="0" marR="0" rtl="0" algn="l">
                        <a:lnSpc>
                          <a:spcPct val="100000"/>
                        </a:lnSpc>
                        <a:spcBef>
                          <a:spcPts val="0"/>
                        </a:spcBef>
                        <a:spcAft>
                          <a:spcPts val="0"/>
                        </a:spcAft>
                        <a:buClr>
                          <a:schemeClr val="lt1"/>
                        </a:buClr>
                        <a:buSzPts val="700"/>
                        <a:buFont typeface="Outfit"/>
                        <a:buNone/>
                      </a:pPr>
                      <a:r>
                        <a:rPr b="0" lang="en" sz="800" u="none" cap="none" strike="noStrike">
                          <a:solidFill>
                            <a:schemeClr val="lt1"/>
                          </a:solidFill>
                        </a:rPr>
                        <a:t>Lorem Ipsum</a:t>
                      </a:r>
                      <a:endParaRPr b="0" i="0" sz="800" u="none" cap="none" strike="noStrike">
                        <a:solidFill>
                          <a:schemeClr val="lt1"/>
                        </a:solidFill>
                        <a:latin typeface="Outfit"/>
                        <a:ea typeface="Outfit"/>
                        <a:cs typeface="Outfit"/>
                        <a:sym typeface="Outfit"/>
                      </a:endParaRPr>
                    </a:p>
                  </a:txBody>
                  <a:tcPr marT="68575" marB="68575" marR="68575" marL="68575" anchor="ctr">
                    <a:solidFill>
                      <a:srgbClr val="E8DBF2">
                        <a:alpha val="50629"/>
                      </a:srgbClr>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1"/>
                        </a:buClr>
                        <a:buSzPts val="700"/>
                        <a:buFont typeface="Outfit Light"/>
                        <a:buNone/>
                      </a:pPr>
                      <a:r>
                        <a:rPr b="0" i="0" lang="en" sz="800" u="none" cap="none" strike="noStrike">
                          <a:solidFill>
                            <a:schemeClr val="lt1"/>
                          </a:solidFill>
                          <a:latin typeface="Outfit Light"/>
                          <a:ea typeface="Outfit Light"/>
                          <a:cs typeface="Outfit Light"/>
                          <a:sym typeface="Outfit Light"/>
                        </a:rPr>
                        <a:t>Lorem Ipsum</a:t>
                      </a:r>
                      <a:endParaRPr b="0" i="0" sz="800" u="none" cap="none" strike="noStrike">
                        <a:solidFill>
                          <a:schemeClr val="lt1"/>
                        </a:solidFill>
                        <a:latin typeface="Outfit Light"/>
                        <a:ea typeface="Outfit Light"/>
                        <a:cs typeface="Outfit Light"/>
                        <a:sym typeface="Outfit Light"/>
                      </a:endParaRPr>
                    </a:p>
                  </a:txBody>
                  <a:tcPr marT="68575" marB="68575" marR="68575" marL="68575" anchor="ctr">
                    <a:solidFill>
                      <a:srgbClr val="FFFFFF"/>
                    </a:solidFill>
                  </a:tcPr>
                </a:tc>
              </a:tr>
            </a:tbl>
          </a:graphicData>
        </a:graphic>
      </p:graphicFrame>
      <p:sp>
        <p:nvSpPr>
          <p:cNvPr id="958" name="Google Shape;958;p90"/>
          <p:cNvSpPr txBox="1"/>
          <p:nvPr/>
        </p:nvSpPr>
        <p:spPr>
          <a:xfrm>
            <a:off x="7952014" y="4131129"/>
            <a:ext cx="69300" cy="284100"/>
          </a:xfrm>
          <a:prstGeom prst="rect">
            <a:avLst/>
          </a:prstGeom>
          <a:noFill/>
          <a:ln>
            <a:noFill/>
          </a:ln>
        </p:spPr>
        <p:txBody>
          <a:bodyPr anchorCtr="0" anchor="t" bIns="17150" lIns="34275" spcFirstLastPara="1" rIns="34275" wrap="square" tIns="17150">
            <a:spAutoFit/>
          </a:bodyPr>
          <a:lstStyle/>
          <a:p>
            <a:pPr indent="0" lvl="0" marL="0" marR="0" rtl="0" algn="l">
              <a:lnSpc>
                <a:spcPct val="90000"/>
              </a:lnSpc>
              <a:spcBef>
                <a:spcPts val="0"/>
              </a:spcBef>
              <a:spcAft>
                <a:spcPts val="0"/>
              </a:spcAft>
              <a:buClr>
                <a:srgbClr val="000000"/>
              </a:buClr>
              <a:buSzPts val="1800"/>
              <a:buFont typeface="Outfit"/>
              <a:buNone/>
            </a:pPr>
            <a:r>
              <a:t/>
            </a:r>
            <a:endParaRPr b="0" i="0" sz="1800" u="none" cap="none" strike="noStrike">
              <a:solidFill>
                <a:srgbClr val="000000"/>
              </a:solidFill>
              <a:latin typeface="Outfit"/>
              <a:ea typeface="Outfit"/>
              <a:cs typeface="Outfit"/>
              <a:sym typeface="Outfi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graphicFrame>
        <p:nvGraphicFramePr>
          <p:cNvPr id="963" name="Google Shape;963;p91"/>
          <p:cNvGraphicFramePr/>
          <p:nvPr/>
        </p:nvGraphicFramePr>
        <p:xfrm>
          <a:off x="629962" y="810476"/>
          <a:ext cx="3000000" cy="3000000"/>
        </p:xfrm>
        <a:graphic>
          <a:graphicData uri="http://schemas.openxmlformats.org/drawingml/2006/table">
            <a:tbl>
              <a:tblPr bandRow="1" firstRow="1">
                <a:noFill/>
                <a:tableStyleId>{53025324-6643-48F6-BA0C-92B79822AB41}</a:tableStyleId>
              </a:tblPr>
              <a:tblGrid>
                <a:gridCol w="1126300"/>
                <a:gridCol w="1126300"/>
                <a:gridCol w="1126300"/>
                <a:gridCol w="1126300"/>
                <a:gridCol w="1126300"/>
                <a:gridCol w="1126300"/>
                <a:gridCol w="1126300"/>
              </a:tblGrid>
              <a:tr h="452500">
                <a:tc gridSpan="7">
                  <a:txBody>
                    <a:bodyPr/>
                    <a:lstStyle/>
                    <a:p>
                      <a:pPr indent="0" lvl="0" marL="0" marR="0" rtl="0" algn="l">
                        <a:spcBef>
                          <a:spcPts val="0"/>
                        </a:spcBef>
                        <a:spcAft>
                          <a:spcPts val="0"/>
                        </a:spcAft>
                        <a:buNone/>
                      </a:pPr>
                      <a:r>
                        <a:rPr b="0" lang="en" sz="1300" u="none" cap="none" strike="noStrike">
                          <a:solidFill>
                            <a:schemeClr val="accent4"/>
                          </a:solidFill>
                        </a:rPr>
                        <a:t>Table Title</a:t>
                      </a:r>
                      <a:endParaRPr b="0" i="0" sz="1300" u="none" cap="none" strike="noStrike">
                        <a:solidFill>
                          <a:schemeClr val="accent4"/>
                        </a:solidFill>
                        <a:latin typeface="Outfit"/>
                        <a:ea typeface="Outfit"/>
                        <a:cs typeface="Outfit"/>
                        <a:sym typeface="Outfit"/>
                      </a:endParaRPr>
                    </a:p>
                  </a:txBody>
                  <a:tcPr marT="68575" marB="68575" marR="68575" marL="6857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2"/>
                    </a:solidFill>
                  </a:tcPr>
                </a:tc>
                <a:tc hMerge="1"/>
                <a:tc hMerge="1"/>
                <a:tc hMerge="1"/>
                <a:tc hMerge="1"/>
                <a:tc hMerge="1"/>
                <a:tc hMerge="1"/>
              </a:tr>
              <a:tr h="452500">
                <a:tc>
                  <a:txBody>
                    <a:bodyPr/>
                    <a:lstStyle/>
                    <a:p>
                      <a:pPr indent="0" lvl="0" marL="0" marR="0" rtl="0" algn="l">
                        <a:spcBef>
                          <a:spcPts val="0"/>
                        </a:spcBef>
                        <a:spcAft>
                          <a:spcPts val="0"/>
                        </a:spcAft>
                        <a:buNone/>
                      </a:pPr>
                      <a:r>
                        <a:rPr lang="en" sz="800" u="none" cap="none" strike="noStrike">
                          <a:solidFill>
                            <a:schemeClr val="lt2"/>
                          </a:solidFill>
                        </a:rPr>
                        <a:t>Lorem Ipsum</a:t>
                      </a:r>
                      <a:endParaRPr sz="600"/>
                    </a:p>
                  </a:txBody>
                  <a:tcPr marT="68575" marB="68575" marR="68575" marL="68575" anchor="ctr">
                    <a:lnT cap="flat" cmpd="sng" w="9525">
                      <a:solidFill>
                        <a:schemeClr val="lt2"/>
                      </a:solidFill>
                      <a:prstDash val="solid"/>
                      <a:round/>
                      <a:headEnd len="sm" w="sm" type="none"/>
                      <a:tailEnd len="sm" w="sm" type="none"/>
                    </a:lnT>
                    <a:solidFill>
                      <a:schemeClr val="accent4"/>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lnT cap="flat" cmpd="sng" w="9525">
                      <a:solidFill>
                        <a:schemeClr val="lt2"/>
                      </a:solidFill>
                      <a:prstDash val="solid"/>
                      <a:round/>
                      <a:headEnd len="sm" w="sm" type="none"/>
                      <a:tailEnd len="sm" w="sm" type="none"/>
                    </a:lnT>
                    <a:solidFill>
                      <a:srgbClr val="FFFFFF"/>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lnT cap="flat" cmpd="sng" w="9525">
                      <a:solidFill>
                        <a:schemeClr val="lt2"/>
                      </a:solidFill>
                      <a:prstDash val="solid"/>
                      <a:round/>
                      <a:headEnd len="sm" w="sm" type="none"/>
                      <a:tailEnd len="sm" w="sm" type="none"/>
                    </a:lnT>
                    <a:solidFill>
                      <a:srgbClr val="FFFFFF"/>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lnT cap="flat" cmpd="sng" w="9525">
                      <a:solidFill>
                        <a:schemeClr val="lt2"/>
                      </a:solidFill>
                      <a:prstDash val="solid"/>
                      <a:round/>
                      <a:headEnd len="sm" w="sm" type="none"/>
                      <a:tailEnd len="sm" w="sm" type="none"/>
                    </a:lnT>
                    <a:solidFill>
                      <a:srgbClr val="FFFFFF"/>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lnT cap="flat" cmpd="sng" w="9525">
                      <a:solidFill>
                        <a:schemeClr val="lt2"/>
                      </a:solidFill>
                      <a:prstDash val="solid"/>
                      <a:round/>
                      <a:headEnd len="sm" w="sm" type="none"/>
                      <a:tailEnd len="sm" w="sm" type="none"/>
                    </a:lnT>
                    <a:solidFill>
                      <a:srgbClr val="FFFFFF"/>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lnT cap="flat" cmpd="sng" w="9525">
                      <a:solidFill>
                        <a:schemeClr val="lt2"/>
                      </a:solidFill>
                      <a:prstDash val="solid"/>
                      <a:round/>
                      <a:headEnd len="sm" w="sm" type="none"/>
                      <a:tailEnd len="sm" w="sm" type="none"/>
                    </a:lnT>
                    <a:solidFill>
                      <a:srgbClr val="FFFFFF"/>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lnT cap="flat" cmpd="sng" w="9525">
                      <a:solidFill>
                        <a:schemeClr val="lt2"/>
                      </a:solidFill>
                      <a:prstDash val="solid"/>
                      <a:round/>
                      <a:headEnd len="sm" w="sm" type="none"/>
                      <a:tailEnd len="sm" w="sm" type="none"/>
                    </a:lnT>
                    <a:solidFill>
                      <a:srgbClr val="FFFFFF"/>
                    </a:solidFill>
                  </a:tcPr>
                </a:tc>
              </a:tr>
              <a:tr h="452500">
                <a:tc>
                  <a:txBody>
                    <a:bodyPr/>
                    <a:lstStyle/>
                    <a:p>
                      <a:pPr indent="0" lvl="0" marL="0" marR="0" rtl="0" algn="l">
                        <a:lnSpc>
                          <a:spcPct val="100000"/>
                        </a:lnSpc>
                        <a:spcBef>
                          <a:spcPts val="0"/>
                        </a:spcBef>
                        <a:spcAft>
                          <a:spcPts val="0"/>
                        </a:spcAft>
                        <a:buClr>
                          <a:schemeClr val="lt2"/>
                        </a:buClr>
                        <a:buSzPts val="700"/>
                        <a:buFont typeface="Outfit"/>
                        <a:buNone/>
                      </a:pPr>
                      <a:r>
                        <a:rPr lang="en" sz="800" u="none" cap="none" strike="noStrike">
                          <a:solidFill>
                            <a:schemeClr val="lt2"/>
                          </a:solidFill>
                        </a:rPr>
                        <a:t>Lorem Ipsum</a:t>
                      </a:r>
                      <a:endParaRPr sz="600"/>
                    </a:p>
                  </a:txBody>
                  <a:tcPr marT="68575" marB="68575" marR="68575" marL="68575" anchor="ctr">
                    <a:solidFill>
                      <a:schemeClr val="accent4"/>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BD3AD">
                        <a:alpha val="34900"/>
                      </a:srgbClr>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BD3AD">
                        <a:alpha val="34900"/>
                      </a:srgbClr>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BD3AD">
                        <a:alpha val="34900"/>
                      </a:srgbClr>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BD3AD">
                        <a:alpha val="34900"/>
                      </a:srgbClr>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BD3AD">
                        <a:alpha val="34900"/>
                      </a:srgbClr>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BD3AD">
                        <a:alpha val="34900"/>
                      </a:srgbClr>
                    </a:solidFill>
                  </a:tcPr>
                </a:tc>
              </a:tr>
              <a:tr h="452500">
                <a:tc>
                  <a:txBody>
                    <a:bodyPr/>
                    <a:lstStyle/>
                    <a:p>
                      <a:pPr indent="0" lvl="0" marL="0" marR="0" rtl="0" algn="l">
                        <a:lnSpc>
                          <a:spcPct val="100000"/>
                        </a:lnSpc>
                        <a:spcBef>
                          <a:spcPts val="0"/>
                        </a:spcBef>
                        <a:spcAft>
                          <a:spcPts val="0"/>
                        </a:spcAft>
                        <a:buClr>
                          <a:schemeClr val="lt2"/>
                        </a:buClr>
                        <a:buSzPts val="700"/>
                        <a:buFont typeface="Outfit"/>
                        <a:buNone/>
                      </a:pPr>
                      <a:r>
                        <a:rPr b="0" lang="en" sz="800" u="none" cap="none" strike="noStrike">
                          <a:solidFill>
                            <a:schemeClr val="lt2"/>
                          </a:solidFill>
                        </a:rPr>
                        <a:t>Lorem Ipsum</a:t>
                      </a:r>
                      <a:endParaRPr b="0" i="0" sz="800" u="none" cap="none" strike="noStrike">
                        <a:solidFill>
                          <a:schemeClr val="lt2"/>
                        </a:solidFill>
                        <a:latin typeface="Outfit"/>
                        <a:ea typeface="Outfit"/>
                        <a:cs typeface="Outfit"/>
                        <a:sym typeface="Outfit"/>
                      </a:endParaRPr>
                    </a:p>
                  </a:txBody>
                  <a:tcPr marT="68575" marB="68575" marR="68575" marL="68575" anchor="ctr">
                    <a:solidFill>
                      <a:schemeClr val="accent4"/>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FFFFF"/>
                    </a:solidFill>
                  </a:tcPr>
                </a:tc>
              </a:tr>
              <a:tr h="452500">
                <a:tc>
                  <a:txBody>
                    <a:bodyPr/>
                    <a:lstStyle/>
                    <a:p>
                      <a:pPr indent="0" lvl="0" marL="0" marR="0" rtl="0" algn="l">
                        <a:lnSpc>
                          <a:spcPct val="100000"/>
                        </a:lnSpc>
                        <a:spcBef>
                          <a:spcPts val="0"/>
                        </a:spcBef>
                        <a:spcAft>
                          <a:spcPts val="0"/>
                        </a:spcAft>
                        <a:buClr>
                          <a:schemeClr val="lt2"/>
                        </a:buClr>
                        <a:buSzPts val="700"/>
                        <a:buFont typeface="Outfit"/>
                        <a:buNone/>
                      </a:pPr>
                      <a:r>
                        <a:rPr b="0" lang="en" sz="800" u="none" cap="none" strike="noStrike">
                          <a:solidFill>
                            <a:schemeClr val="lt2"/>
                          </a:solidFill>
                        </a:rPr>
                        <a:t>Lorem Ipsum</a:t>
                      </a:r>
                      <a:endParaRPr b="0" i="0" sz="800" u="none" cap="none" strike="noStrike">
                        <a:solidFill>
                          <a:schemeClr val="lt2"/>
                        </a:solidFill>
                        <a:latin typeface="Outfit"/>
                        <a:ea typeface="Outfit"/>
                        <a:cs typeface="Outfit"/>
                        <a:sym typeface="Outfit"/>
                      </a:endParaRPr>
                    </a:p>
                  </a:txBody>
                  <a:tcPr marT="68575" marB="68575" marR="68575" marL="68575" anchor="ctr">
                    <a:solidFill>
                      <a:schemeClr val="accent4"/>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BD3AD">
                        <a:alpha val="34900"/>
                      </a:srgbClr>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BD3AD">
                        <a:alpha val="34900"/>
                      </a:srgbClr>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BD3AD">
                        <a:alpha val="34900"/>
                      </a:srgbClr>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BD3AD">
                        <a:alpha val="34900"/>
                      </a:srgbClr>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BD3AD">
                        <a:alpha val="34900"/>
                      </a:srgbClr>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BD3AD">
                        <a:alpha val="34900"/>
                      </a:srgbClr>
                    </a:solidFill>
                  </a:tcPr>
                </a:tc>
              </a:tr>
              <a:tr h="452500">
                <a:tc>
                  <a:txBody>
                    <a:bodyPr/>
                    <a:lstStyle/>
                    <a:p>
                      <a:pPr indent="0" lvl="0" marL="0" marR="0" rtl="0" algn="l">
                        <a:lnSpc>
                          <a:spcPct val="100000"/>
                        </a:lnSpc>
                        <a:spcBef>
                          <a:spcPts val="0"/>
                        </a:spcBef>
                        <a:spcAft>
                          <a:spcPts val="0"/>
                        </a:spcAft>
                        <a:buClr>
                          <a:schemeClr val="lt2"/>
                        </a:buClr>
                        <a:buSzPts val="700"/>
                        <a:buFont typeface="Outfit"/>
                        <a:buNone/>
                      </a:pPr>
                      <a:r>
                        <a:rPr b="0" lang="en" sz="800" u="none" cap="none" strike="noStrike">
                          <a:solidFill>
                            <a:schemeClr val="lt2"/>
                          </a:solidFill>
                        </a:rPr>
                        <a:t>Lorem Ipsum</a:t>
                      </a:r>
                      <a:endParaRPr b="0" i="0" sz="800" u="none" cap="none" strike="noStrike">
                        <a:solidFill>
                          <a:schemeClr val="lt2"/>
                        </a:solidFill>
                        <a:latin typeface="Outfit"/>
                        <a:ea typeface="Outfit"/>
                        <a:cs typeface="Outfit"/>
                        <a:sym typeface="Outfit"/>
                      </a:endParaRPr>
                    </a:p>
                  </a:txBody>
                  <a:tcPr marT="68575" marB="68575" marR="68575" marL="68575" anchor="ctr">
                    <a:solidFill>
                      <a:schemeClr val="accent4"/>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FFFFF"/>
                    </a:solidFill>
                  </a:tcPr>
                </a:tc>
              </a:tr>
              <a:tr h="452500">
                <a:tc>
                  <a:txBody>
                    <a:bodyPr/>
                    <a:lstStyle/>
                    <a:p>
                      <a:pPr indent="0" lvl="0" marL="0" marR="0" rtl="0" algn="l">
                        <a:lnSpc>
                          <a:spcPct val="100000"/>
                        </a:lnSpc>
                        <a:spcBef>
                          <a:spcPts val="0"/>
                        </a:spcBef>
                        <a:spcAft>
                          <a:spcPts val="0"/>
                        </a:spcAft>
                        <a:buClr>
                          <a:schemeClr val="lt2"/>
                        </a:buClr>
                        <a:buSzPts val="700"/>
                        <a:buFont typeface="Outfit"/>
                        <a:buNone/>
                      </a:pPr>
                      <a:r>
                        <a:rPr b="0" lang="en" sz="800" u="none" cap="none" strike="noStrike">
                          <a:solidFill>
                            <a:schemeClr val="lt2"/>
                          </a:solidFill>
                        </a:rPr>
                        <a:t>Lorem Ipsum</a:t>
                      </a:r>
                      <a:endParaRPr b="0" i="0" sz="800" u="none" cap="none" strike="noStrike">
                        <a:solidFill>
                          <a:schemeClr val="lt2"/>
                        </a:solidFill>
                        <a:latin typeface="Outfit"/>
                        <a:ea typeface="Outfit"/>
                        <a:cs typeface="Outfit"/>
                        <a:sym typeface="Outfit"/>
                      </a:endParaRPr>
                    </a:p>
                  </a:txBody>
                  <a:tcPr marT="68575" marB="68575" marR="68575" marL="68575" anchor="ctr">
                    <a:solidFill>
                      <a:schemeClr val="accent4"/>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BD3AD">
                        <a:alpha val="34900"/>
                      </a:srgbClr>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BD3AD">
                        <a:alpha val="34900"/>
                      </a:srgbClr>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BD3AD">
                        <a:alpha val="34900"/>
                      </a:srgbClr>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BD3AD">
                        <a:alpha val="34900"/>
                      </a:srgbClr>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BD3AD">
                        <a:alpha val="34900"/>
                      </a:srgbClr>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BD3AD">
                        <a:alpha val="34900"/>
                      </a:srgbClr>
                    </a:solidFill>
                  </a:tcPr>
                </a:tc>
              </a:tr>
              <a:tr h="452500">
                <a:tc>
                  <a:txBody>
                    <a:bodyPr/>
                    <a:lstStyle/>
                    <a:p>
                      <a:pPr indent="0" lvl="0" marL="0" marR="0" rtl="0" algn="l">
                        <a:lnSpc>
                          <a:spcPct val="100000"/>
                        </a:lnSpc>
                        <a:spcBef>
                          <a:spcPts val="0"/>
                        </a:spcBef>
                        <a:spcAft>
                          <a:spcPts val="0"/>
                        </a:spcAft>
                        <a:buClr>
                          <a:schemeClr val="lt2"/>
                        </a:buClr>
                        <a:buSzPts val="700"/>
                        <a:buFont typeface="Outfit"/>
                        <a:buNone/>
                      </a:pPr>
                      <a:r>
                        <a:rPr b="0" lang="en" sz="800" u="none" cap="none" strike="noStrike">
                          <a:solidFill>
                            <a:schemeClr val="lt2"/>
                          </a:solidFill>
                        </a:rPr>
                        <a:t>Lorem Ipsum</a:t>
                      </a:r>
                      <a:endParaRPr b="0" i="0" sz="800" u="none" cap="none" strike="noStrike">
                        <a:solidFill>
                          <a:schemeClr val="lt2"/>
                        </a:solidFill>
                        <a:latin typeface="Outfit"/>
                        <a:ea typeface="Outfit"/>
                        <a:cs typeface="Outfit"/>
                        <a:sym typeface="Outfit"/>
                      </a:endParaRPr>
                    </a:p>
                  </a:txBody>
                  <a:tcPr marT="68575" marB="68575" marR="68575" marL="68575" anchor="ctr">
                    <a:solidFill>
                      <a:schemeClr val="accent4"/>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FFFFF"/>
                    </a:solidFill>
                  </a:tcPr>
                </a:tc>
                <a:tc>
                  <a:txBody>
                    <a:bodyPr/>
                    <a:lstStyle/>
                    <a:p>
                      <a:pPr indent="0" lvl="0" marL="0" marR="0" rtl="0" algn="l">
                        <a:lnSpc>
                          <a:spcPct val="100000"/>
                        </a:lnSpc>
                        <a:spcBef>
                          <a:spcPts val="0"/>
                        </a:spcBef>
                        <a:spcAft>
                          <a:spcPts val="0"/>
                        </a:spcAft>
                        <a:buClr>
                          <a:schemeClr val="lt2"/>
                        </a:buClr>
                        <a:buSzPts val="700"/>
                        <a:buFont typeface="Outfit Light"/>
                        <a:buNone/>
                      </a:pPr>
                      <a:r>
                        <a:rPr b="0" i="0" lang="en" sz="800" u="none" cap="none" strike="noStrike">
                          <a:solidFill>
                            <a:schemeClr val="lt2"/>
                          </a:solidFill>
                          <a:latin typeface="Outfit Light"/>
                          <a:ea typeface="Outfit Light"/>
                          <a:cs typeface="Outfit Light"/>
                          <a:sym typeface="Outfit Light"/>
                        </a:rPr>
                        <a:t>Lorem Ipsum</a:t>
                      </a:r>
                      <a:endParaRPr b="0" i="0" sz="800" u="none" cap="none" strike="noStrike">
                        <a:solidFill>
                          <a:schemeClr val="lt2"/>
                        </a:solidFill>
                        <a:latin typeface="Outfit Light"/>
                        <a:ea typeface="Outfit Light"/>
                        <a:cs typeface="Outfit Light"/>
                        <a:sym typeface="Outfit Light"/>
                      </a:endParaRPr>
                    </a:p>
                  </a:txBody>
                  <a:tcPr marT="68575" marB="68575" marR="68575" marL="68575"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p92"/>
          <p:cNvSpPr txBox="1"/>
          <p:nvPr>
            <p:ph type="title"/>
          </p:nvPr>
        </p:nvSpPr>
        <p:spPr>
          <a:xfrm>
            <a:off x="293039" y="1202902"/>
            <a:ext cx="7403700" cy="2737800"/>
          </a:xfrm>
          <a:prstGeom prst="rect">
            <a:avLst/>
          </a:prstGeom>
          <a:noFill/>
          <a:ln>
            <a:noFill/>
          </a:ln>
        </p:spPr>
        <p:txBody>
          <a:bodyPr anchorCtr="0" anchor="b" bIns="0" lIns="0" spcFirstLastPara="1" rIns="0" wrap="square" tIns="0">
            <a:normAutofit/>
          </a:bodyPr>
          <a:lstStyle/>
          <a:p>
            <a:pPr indent="0" lvl="0" marL="0" rtl="0" algn="l">
              <a:lnSpc>
                <a:spcPct val="90000"/>
              </a:lnSpc>
              <a:spcBef>
                <a:spcPts val="0"/>
              </a:spcBef>
              <a:spcAft>
                <a:spcPts val="0"/>
              </a:spcAft>
              <a:buClr>
                <a:srgbClr val="FFFFFF"/>
              </a:buClr>
              <a:buSzPts val="6000"/>
              <a:buFont typeface="Arial"/>
              <a:buNone/>
            </a:pPr>
            <a:r>
              <a:rPr lang="en"/>
              <a:t>Deck title goes here</a:t>
            </a:r>
            <a:endParaRPr/>
          </a:p>
        </p:txBody>
      </p:sp>
      <p:sp>
        <p:nvSpPr>
          <p:cNvPr id="969" name="Google Shape;969;p92"/>
          <p:cNvSpPr txBox="1"/>
          <p:nvPr>
            <p:ph idx="1" type="body"/>
          </p:nvPr>
        </p:nvSpPr>
        <p:spPr>
          <a:xfrm>
            <a:off x="293039" y="4508093"/>
            <a:ext cx="7407900" cy="2496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accent5"/>
              </a:buClr>
              <a:buSzPts val="1200"/>
              <a:buFont typeface="Arial"/>
              <a:buNone/>
            </a:pPr>
            <a:r>
              <a:rPr lang="en"/>
              <a:t>Department</a:t>
            </a:r>
            <a:endParaRPr/>
          </a:p>
        </p:txBody>
      </p:sp>
      <p:sp>
        <p:nvSpPr>
          <p:cNvPr id="970" name="Google Shape;970;p92"/>
          <p:cNvSpPr txBox="1"/>
          <p:nvPr>
            <p:ph idx="2" type="body"/>
          </p:nvPr>
        </p:nvSpPr>
        <p:spPr>
          <a:xfrm>
            <a:off x="293039" y="4765268"/>
            <a:ext cx="7407900" cy="1854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accent5"/>
              </a:buClr>
              <a:buSzPts val="900"/>
              <a:buFont typeface="Arial"/>
              <a:buNone/>
            </a:pPr>
            <a:r>
              <a:rPr lang="en"/>
              <a:t>Date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93"/>
          <p:cNvSpPr txBox="1"/>
          <p:nvPr>
            <p:ph type="title"/>
          </p:nvPr>
        </p:nvSpPr>
        <p:spPr>
          <a:xfrm>
            <a:off x="293039" y="1202902"/>
            <a:ext cx="7403700" cy="2737800"/>
          </a:xfrm>
          <a:prstGeom prst="rect">
            <a:avLst/>
          </a:prstGeom>
          <a:noFill/>
          <a:ln>
            <a:noFill/>
          </a:ln>
        </p:spPr>
        <p:txBody>
          <a:bodyPr anchorCtr="0" anchor="b" bIns="0" lIns="0" spcFirstLastPara="1" rIns="0" wrap="square" tIns="0">
            <a:normAutofit/>
          </a:bodyPr>
          <a:lstStyle/>
          <a:p>
            <a:pPr indent="0" lvl="0" marL="0" rtl="0" algn="l">
              <a:lnSpc>
                <a:spcPct val="90000"/>
              </a:lnSpc>
              <a:spcBef>
                <a:spcPts val="0"/>
              </a:spcBef>
              <a:spcAft>
                <a:spcPts val="0"/>
              </a:spcAft>
              <a:buClr>
                <a:srgbClr val="FFFFFF"/>
              </a:buClr>
              <a:buSzPts val="6000"/>
              <a:buFont typeface="Arial"/>
              <a:buNone/>
            </a:pPr>
            <a:r>
              <a:rPr lang="en"/>
              <a:t>Deck title goes here</a:t>
            </a:r>
            <a:endParaRPr/>
          </a:p>
        </p:txBody>
      </p:sp>
      <p:sp>
        <p:nvSpPr>
          <p:cNvPr id="976" name="Google Shape;976;p93"/>
          <p:cNvSpPr txBox="1"/>
          <p:nvPr>
            <p:ph idx="1" type="body"/>
          </p:nvPr>
        </p:nvSpPr>
        <p:spPr>
          <a:xfrm>
            <a:off x="293039" y="4508093"/>
            <a:ext cx="7407900" cy="2496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accent5"/>
              </a:buClr>
              <a:buSzPts val="1200"/>
              <a:buFont typeface="Arial"/>
              <a:buNone/>
            </a:pPr>
            <a:r>
              <a:rPr lang="en"/>
              <a:t>Department</a:t>
            </a:r>
            <a:endParaRPr/>
          </a:p>
        </p:txBody>
      </p:sp>
      <p:sp>
        <p:nvSpPr>
          <p:cNvPr id="977" name="Google Shape;977;p93"/>
          <p:cNvSpPr txBox="1"/>
          <p:nvPr>
            <p:ph idx="2" type="body"/>
          </p:nvPr>
        </p:nvSpPr>
        <p:spPr>
          <a:xfrm>
            <a:off x="293039" y="4765268"/>
            <a:ext cx="7407900" cy="1854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accent5"/>
              </a:buClr>
              <a:buSzPts val="900"/>
              <a:buFont typeface="Arial"/>
              <a:buNone/>
            </a:pPr>
            <a:r>
              <a:rPr lang="en"/>
              <a:t>Date</a:t>
            </a:r>
            <a:endParaRPr/>
          </a:p>
        </p:txBody>
      </p:sp>
      <p:sp>
        <p:nvSpPr>
          <p:cNvPr id="978" name="Google Shape;978;p93"/>
          <p:cNvSpPr/>
          <p:nvPr>
            <p:ph idx="3" type="pic"/>
          </p:nvPr>
        </p:nvSpPr>
        <p:spPr>
          <a:xfrm>
            <a:off x="1943400" y="206025"/>
            <a:ext cx="1172400" cy="350100"/>
          </a:xfrm>
          <a:prstGeom prst="rect">
            <a:avLst/>
          </a:prstGeom>
        </p:spPr>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p94"/>
          <p:cNvSpPr txBox="1"/>
          <p:nvPr>
            <p:ph type="title"/>
          </p:nvPr>
        </p:nvSpPr>
        <p:spPr>
          <a:xfrm>
            <a:off x="293039" y="1202902"/>
            <a:ext cx="7403700" cy="2737800"/>
          </a:xfrm>
          <a:prstGeom prst="rect">
            <a:avLst/>
          </a:prstGeom>
          <a:noFill/>
          <a:ln>
            <a:noFill/>
          </a:ln>
        </p:spPr>
        <p:txBody>
          <a:bodyPr anchorCtr="0" anchor="b" bIns="0" lIns="0" spcFirstLastPara="1" rIns="0" wrap="square" tIns="0">
            <a:normAutofit/>
          </a:bodyPr>
          <a:lstStyle/>
          <a:p>
            <a:pPr indent="0" lvl="0" marL="0" rtl="0" algn="l">
              <a:lnSpc>
                <a:spcPct val="90000"/>
              </a:lnSpc>
              <a:spcBef>
                <a:spcPts val="0"/>
              </a:spcBef>
              <a:spcAft>
                <a:spcPts val="0"/>
              </a:spcAft>
              <a:buClr>
                <a:srgbClr val="FFFFFF"/>
              </a:buClr>
              <a:buSzPts val="6000"/>
              <a:buFont typeface="Arial"/>
              <a:buNone/>
            </a:pPr>
            <a:r>
              <a:rPr lang="en"/>
              <a:t>Deck title goes here</a:t>
            </a:r>
            <a:endParaRPr/>
          </a:p>
        </p:txBody>
      </p:sp>
      <p:sp>
        <p:nvSpPr>
          <p:cNvPr id="984" name="Google Shape;984;p94"/>
          <p:cNvSpPr txBox="1"/>
          <p:nvPr>
            <p:ph idx="1" type="body"/>
          </p:nvPr>
        </p:nvSpPr>
        <p:spPr>
          <a:xfrm>
            <a:off x="293039" y="4508093"/>
            <a:ext cx="7407900" cy="2496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accent5"/>
              </a:buClr>
              <a:buSzPts val="1200"/>
              <a:buFont typeface="Arial"/>
              <a:buNone/>
            </a:pPr>
            <a:r>
              <a:rPr lang="en"/>
              <a:t>Department</a:t>
            </a:r>
            <a:endParaRPr/>
          </a:p>
        </p:txBody>
      </p:sp>
      <p:sp>
        <p:nvSpPr>
          <p:cNvPr id="985" name="Google Shape;985;p94"/>
          <p:cNvSpPr txBox="1"/>
          <p:nvPr>
            <p:ph idx="2" type="body"/>
          </p:nvPr>
        </p:nvSpPr>
        <p:spPr>
          <a:xfrm>
            <a:off x="293039" y="4765268"/>
            <a:ext cx="7407900" cy="1854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accent5"/>
              </a:buClr>
              <a:buSzPts val="900"/>
              <a:buFont typeface="Arial"/>
              <a:buNone/>
            </a:pPr>
            <a:r>
              <a:rPr lang="en"/>
              <a:t>Date</a:t>
            </a:r>
            <a:endParaRPr/>
          </a:p>
        </p:txBody>
      </p:sp>
      <p:sp>
        <p:nvSpPr>
          <p:cNvPr id="986" name="Google Shape;986;p94"/>
          <p:cNvSpPr/>
          <p:nvPr>
            <p:ph idx="3" type="pic"/>
          </p:nvPr>
        </p:nvSpPr>
        <p:spPr>
          <a:xfrm>
            <a:off x="1715222" y="206025"/>
            <a:ext cx="1011000" cy="301800"/>
          </a:xfrm>
          <a:prstGeom prst="rect">
            <a:avLst/>
          </a:prstGeom>
        </p:spPr>
      </p:sp>
      <p:sp>
        <p:nvSpPr>
          <p:cNvPr id="987" name="Google Shape;987;p94"/>
          <p:cNvSpPr/>
          <p:nvPr>
            <p:ph idx="4" type="pic"/>
          </p:nvPr>
        </p:nvSpPr>
        <p:spPr>
          <a:xfrm>
            <a:off x="3144703" y="206025"/>
            <a:ext cx="1011000" cy="301800"/>
          </a:xfrm>
          <a:prstGeom prst="rect">
            <a:avLst/>
          </a:prstGeom>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95"/>
          <p:cNvSpPr txBox="1"/>
          <p:nvPr>
            <p:ph idx="3" type="body"/>
          </p:nvPr>
        </p:nvSpPr>
        <p:spPr>
          <a:xfrm>
            <a:off x="6332575" y="2690150"/>
            <a:ext cx="2330100" cy="6909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First name</a:t>
            </a:r>
            <a:endParaRPr/>
          </a:p>
          <a:p>
            <a:pPr indent="0" lvl="0" marL="0" rtl="0" algn="l">
              <a:spcBef>
                <a:spcPts val="200"/>
              </a:spcBef>
              <a:spcAft>
                <a:spcPts val="200"/>
              </a:spcAft>
              <a:buNone/>
            </a:pPr>
            <a:r>
              <a:rPr lang="en"/>
              <a:t>Last name</a:t>
            </a:r>
            <a:endParaRPr/>
          </a:p>
        </p:txBody>
      </p:sp>
      <p:sp>
        <p:nvSpPr>
          <p:cNvPr id="993" name="Google Shape;993;p95"/>
          <p:cNvSpPr txBox="1"/>
          <p:nvPr>
            <p:ph idx="4" type="body"/>
          </p:nvPr>
        </p:nvSpPr>
        <p:spPr>
          <a:xfrm>
            <a:off x="6332575" y="3587450"/>
            <a:ext cx="2330100" cy="6909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Title</a:t>
            </a:r>
            <a:endParaRPr/>
          </a:p>
          <a:p>
            <a:pPr indent="0" lvl="0" marL="0" rtl="0" algn="l">
              <a:spcBef>
                <a:spcPts val="200"/>
              </a:spcBef>
              <a:spcAft>
                <a:spcPts val="200"/>
              </a:spcAft>
              <a:buNone/>
            </a:pPr>
            <a:r>
              <a:rPr lang="en"/>
              <a:t>Company</a:t>
            </a:r>
            <a:endParaRPr/>
          </a:p>
        </p:txBody>
      </p:sp>
      <p:sp>
        <p:nvSpPr>
          <p:cNvPr id="994" name="Google Shape;994;p95"/>
          <p:cNvSpPr/>
          <p:nvPr>
            <p:ph idx="5" type="pic"/>
          </p:nvPr>
        </p:nvSpPr>
        <p:spPr>
          <a:xfrm>
            <a:off x="6332575" y="828050"/>
            <a:ext cx="2330100" cy="1532100"/>
          </a:xfrm>
          <a:prstGeom prst="roundRect">
            <a:avLst>
              <a:gd fmla="val 16667" name="adj"/>
            </a:avLst>
          </a:prstGeom>
        </p:spPr>
      </p:sp>
      <p:sp>
        <p:nvSpPr>
          <p:cNvPr id="995" name="Google Shape;995;p95"/>
          <p:cNvSpPr txBox="1"/>
          <p:nvPr>
            <p:ph idx="1" type="body"/>
          </p:nvPr>
        </p:nvSpPr>
        <p:spPr>
          <a:xfrm>
            <a:off x="297053" y="1193825"/>
            <a:ext cx="5435700" cy="2746800"/>
          </a:xfrm>
          <a:prstGeom prst="rect">
            <a:avLst/>
          </a:prstGeom>
        </p:spPr>
        <p:txBody>
          <a:bodyPr anchorCtr="0" anchor="ctr" bIns="0" lIns="0" spcFirstLastPara="1" rIns="0" wrap="square" tIns="0">
            <a:normAutofit/>
          </a:bodyPr>
          <a:lstStyle/>
          <a:p>
            <a:pPr indent="0" lvl="0" marL="0" rtl="0" algn="l">
              <a:spcBef>
                <a:spcPts val="400"/>
              </a:spcBef>
              <a:spcAft>
                <a:spcPts val="200"/>
              </a:spcAft>
              <a:buNone/>
            </a:pPr>
            <a:r>
              <a:rPr lang="en"/>
              <a:t>Webinar title </a:t>
            </a:r>
            <a:br>
              <a:rPr lang="en"/>
            </a:br>
            <a:r>
              <a:rPr lang="en"/>
              <a:t>goes here</a:t>
            </a:r>
            <a:endParaRPr/>
          </a:p>
        </p:txBody>
      </p:sp>
      <p:sp>
        <p:nvSpPr>
          <p:cNvPr id="996" name="Google Shape;996;p95"/>
          <p:cNvSpPr txBox="1"/>
          <p:nvPr>
            <p:ph idx="2" type="body"/>
          </p:nvPr>
        </p:nvSpPr>
        <p:spPr>
          <a:xfrm>
            <a:off x="661262" y="4176876"/>
            <a:ext cx="4073400" cy="262500"/>
          </a:xfrm>
          <a:prstGeom prst="rect">
            <a:avLst/>
          </a:prstGeom>
        </p:spPr>
        <p:txBody>
          <a:bodyPr anchorCtr="0" anchor="ctr" bIns="0" lIns="0" spcFirstLastPara="1" rIns="0" wrap="square" tIns="0">
            <a:normAutofit/>
          </a:bodyPr>
          <a:lstStyle/>
          <a:p>
            <a:pPr indent="0" lvl="0" marL="0" rtl="0" algn="l">
              <a:spcBef>
                <a:spcPts val="400"/>
              </a:spcBef>
              <a:spcAft>
                <a:spcPts val="200"/>
              </a:spcAft>
              <a:buNone/>
            </a:pPr>
            <a:r>
              <a:rPr lang="en"/>
              <a:t>Month XX, XXXX</a:t>
            </a:r>
            <a:endParaRPr/>
          </a:p>
        </p:txBody>
      </p:sp>
      <p:sp>
        <p:nvSpPr>
          <p:cNvPr id="997" name="Google Shape;997;p95"/>
          <p:cNvSpPr txBox="1"/>
          <p:nvPr>
            <p:ph idx="6" type="body"/>
          </p:nvPr>
        </p:nvSpPr>
        <p:spPr>
          <a:xfrm>
            <a:off x="661262" y="4574561"/>
            <a:ext cx="4073400" cy="262500"/>
          </a:xfrm>
          <a:prstGeom prst="rect">
            <a:avLst/>
          </a:prstGeom>
        </p:spPr>
        <p:txBody>
          <a:bodyPr anchorCtr="0" anchor="ctr" bIns="0" lIns="0" spcFirstLastPara="1" rIns="0" wrap="square" tIns="0">
            <a:normAutofit/>
          </a:bodyPr>
          <a:lstStyle/>
          <a:p>
            <a:pPr indent="0" lvl="0" marL="0" rtl="0" algn="l">
              <a:spcBef>
                <a:spcPts val="400"/>
              </a:spcBef>
              <a:spcAft>
                <a:spcPts val="200"/>
              </a:spcAft>
              <a:buNone/>
            </a:pPr>
            <a:r>
              <a:rPr lang="en"/>
              <a:t>00:00am / 00:00pm</a:t>
            </a:r>
            <a:endParaRPr/>
          </a:p>
        </p:txBody>
      </p:sp>
      <p:sp>
        <p:nvSpPr>
          <p:cNvPr id="998" name="Google Shape;998;p95"/>
          <p:cNvSpPr txBox="1"/>
          <p:nvPr>
            <p:ph idx="4294967295" type="body"/>
          </p:nvPr>
        </p:nvSpPr>
        <p:spPr>
          <a:xfrm>
            <a:off x="7651875" y="2813725"/>
            <a:ext cx="1102800" cy="567300"/>
          </a:xfrm>
          <a:prstGeom prst="rect">
            <a:avLst/>
          </a:prstGeom>
        </p:spPr>
        <p:txBody>
          <a:bodyPr anchorCtr="0" anchor="t" bIns="0" lIns="0" spcFirstLastPara="1" rIns="0" wrap="square" tIns="0">
            <a:normAutofit/>
          </a:bodyPr>
          <a:lstStyle/>
          <a:p>
            <a:pPr indent="0" lvl="0" marL="0" rtl="0" algn="l">
              <a:spcBef>
                <a:spcPts val="400"/>
              </a:spcBef>
              <a:spcAft>
                <a:spcPts val="0"/>
              </a:spcAft>
              <a:buNone/>
            </a:pPr>
            <a:r>
              <a:rPr lang="en"/>
              <a:t>First Name</a:t>
            </a:r>
            <a:endParaRPr/>
          </a:p>
          <a:p>
            <a:pPr indent="0" lvl="0" marL="0" rtl="0" algn="l">
              <a:spcBef>
                <a:spcPts val="400"/>
              </a:spcBef>
              <a:spcAft>
                <a:spcPts val="200"/>
              </a:spcAft>
              <a:buNone/>
            </a:pPr>
            <a:r>
              <a:rPr lang="en"/>
              <a:t>Last Name</a:t>
            </a:r>
            <a:endParaRPr/>
          </a:p>
        </p:txBody>
      </p:sp>
      <p:sp>
        <p:nvSpPr>
          <p:cNvPr id="999" name="Google Shape;999;p95"/>
          <p:cNvSpPr txBox="1"/>
          <p:nvPr>
            <p:ph idx="4294967295" type="body"/>
          </p:nvPr>
        </p:nvSpPr>
        <p:spPr>
          <a:xfrm>
            <a:off x="7651875" y="3609576"/>
            <a:ext cx="1102800" cy="567300"/>
          </a:xfrm>
          <a:prstGeom prst="rect">
            <a:avLst/>
          </a:prstGeom>
        </p:spPr>
        <p:txBody>
          <a:bodyPr anchorCtr="0" anchor="t" bIns="0" lIns="0" spcFirstLastPara="1" rIns="0" wrap="square" tIns="0">
            <a:normAutofit/>
          </a:bodyPr>
          <a:lstStyle/>
          <a:p>
            <a:pPr indent="0" lvl="0" marL="0" rtl="0" algn="l">
              <a:spcBef>
                <a:spcPts val="400"/>
              </a:spcBef>
              <a:spcAft>
                <a:spcPts val="0"/>
              </a:spcAft>
              <a:buNone/>
            </a:pPr>
            <a:r>
              <a:rPr lang="en"/>
              <a:t>Title</a:t>
            </a:r>
            <a:endParaRPr/>
          </a:p>
          <a:p>
            <a:pPr indent="0" lvl="0" marL="0" rtl="0" algn="l">
              <a:spcBef>
                <a:spcPts val="400"/>
              </a:spcBef>
              <a:spcAft>
                <a:spcPts val="200"/>
              </a:spcAft>
              <a:buNone/>
            </a:pPr>
            <a:r>
              <a:rPr lang="en"/>
              <a:t>Company</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sp>
        <p:nvSpPr>
          <p:cNvPr id="1004" name="Google Shape;1004;p96"/>
          <p:cNvSpPr txBox="1"/>
          <p:nvPr>
            <p:ph idx="3" type="body"/>
          </p:nvPr>
        </p:nvSpPr>
        <p:spPr>
          <a:xfrm>
            <a:off x="7651875" y="1075675"/>
            <a:ext cx="1102800" cy="5673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First name</a:t>
            </a:r>
            <a:endParaRPr/>
          </a:p>
          <a:p>
            <a:pPr indent="0" lvl="0" marL="0" rtl="0" algn="l">
              <a:spcBef>
                <a:spcPts val="200"/>
              </a:spcBef>
              <a:spcAft>
                <a:spcPts val="200"/>
              </a:spcAft>
              <a:buNone/>
            </a:pPr>
            <a:r>
              <a:rPr lang="en"/>
              <a:t>Last name</a:t>
            </a:r>
            <a:endParaRPr/>
          </a:p>
        </p:txBody>
      </p:sp>
      <p:sp>
        <p:nvSpPr>
          <p:cNvPr id="1005" name="Google Shape;1005;p96"/>
          <p:cNvSpPr txBox="1"/>
          <p:nvPr>
            <p:ph idx="4" type="body"/>
          </p:nvPr>
        </p:nvSpPr>
        <p:spPr>
          <a:xfrm>
            <a:off x="7651875" y="1871526"/>
            <a:ext cx="1102800" cy="5673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Title</a:t>
            </a:r>
            <a:endParaRPr/>
          </a:p>
          <a:p>
            <a:pPr indent="0" lvl="0" marL="0" rtl="0" algn="l">
              <a:spcBef>
                <a:spcPts val="200"/>
              </a:spcBef>
              <a:spcAft>
                <a:spcPts val="200"/>
              </a:spcAft>
              <a:buNone/>
            </a:pPr>
            <a:r>
              <a:rPr lang="en"/>
              <a:t>Company</a:t>
            </a:r>
            <a:endParaRPr/>
          </a:p>
        </p:txBody>
      </p:sp>
      <p:sp>
        <p:nvSpPr>
          <p:cNvPr id="1006" name="Google Shape;1006;p96"/>
          <p:cNvSpPr/>
          <p:nvPr>
            <p:ph idx="5" type="pic"/>
          </p:nvPr>
        </p:nvSpPr>
        <p:spPr>
          <a:xfrm>
            <a:off x="6100375" y="1057500"/>
            <a:ext cx="1385100" cy="1387500"/>
          </a:xfrm>
          <a:prstGeom prst="roundRect">
            <a:avLst>
              <a:gd fmla="val 16667" name="adj"/>
            </a:avLst>
          </a:prstGeom>
        </p:spPr>
      </p:sp>
      <p:sp>
        <p:nvSpPr>
          <p:cNvPr id="1007" name="Google Shape;1007;p96"/>
          <p:cNvSpPr txBox="1"/>
          <p:nvPr>
            <p:ph idx="1" type="body"/>
          </p:nvPr>
        </p:nvSpPr>
        <p:spPr>
          <a:xfrm>
            <a:off x="297053" y="1193825"/>
            <a:ext cx="5435700" cy="2746800"/>
          </a:xfrm>
          <a:prstGeom prst="rect">
            <a:avLst/>
          </a:prstGeom>
        </p:spPr>
        <p:txBody>
          <a:bodyPr anchorCtr="0" anchor="ctr" bIns="0" lIns="0" spcFirstLastPara="1" rIns="0" wrap="square" tIns="0">
            <a:normAutofit/>
          </a:bodyPr>
          <a:lstStyle/>
          <a:p>
            <a:pPr indent="0" lvl="0" marL="0" rtl="0" algn="l">
              <a:spcBef>
                <a:spcPts val="400"/>
              </a:spcBef>
              <a:spcAft>
                <a:spcPts val="200"/>
              </a:spcAft>
              <a:buNone/>
            </a:pPr>
            <a:r>
              <a:rPr lang="en"/>
              <a:t>Webinar title </a:t>
            </a:r>
            <a:br>
              <a:rPr lang="en"/>
            </a:br>
            <a:r>
              <a:rPr lang="en"/>
              <a:t>goes here</a:t>
            </a:r>
            <a:endParaRPr/>
          </a:p>
        </p:txBody>
      </p:sp>
      <p:sp>
        <p:nvSpPr>
          <p:cNvPr id="1008" name="Google Shape;1008;p96"/>
          <p:cNvSpPr txBox="1"/>
          <p:nvPr>
            <p:ph idx="2" type="body"/>
          </p:nvPr>
        </p:nvSpPr>
        <p:spPr>
          <a:xfrm>
            <a:off x="661262" y="4176876"/>
            <a:ext cx="4073400" cy="262500"/>
          </a:xfrm>
          <a:prstGeom prst="rect">
            <a:avLst/>
          </a:prstGeom>
        </p:spPr>
        <p:txBody>
          <a:bodyPr anchorCtr="0" anchor="ctr" bIns="0" lIns="0" spcFirstLastPara="1" rIns="0" wrap="square" tIns="0">
            <a:normAutofit/>
          </a:bodyPr>
          <a:lstStyle/>
          <a:p>
            <a:pPr indent="0" lvl="0" marL="0" rtl="0" algn="l">
              <a:spcBef>
                <a:spcPts val="400"/>
              </a:spcBef>
              <a:spcAft>
                <a:spcPts val="200"/>
              </a:spcAft>
              <a:buNone/>
            </a:pPr>
            <a:r>
              <a:rPr lang="en"/>
              <a:t>Month XX, XXXX</a:t>
            </a:r>
            <a:endParaRPr/>
          </a:p>
        </p:txBody>
      </p:sp>
      <p:sp>
        <p:nvSpPr>
          <p:cNvPr id="1009" name="Google Shape;1009;p96"/>
          <p:cNvSpPr txBox="1"/>
          <p:nvPr>
            <p:ph idx="6" type="body"/>
          </p:nvPr>
        </p:nvSpPr>
        <p:spPr>
          <a:xfrm>
            <a:off x="661262" y="4574561"/>
            <a:ext cx="4073400" cy="262500"/>
          </a:xfrm>
          <a:prstGeom prst="rect">
            <a:avLst/>
          </a:prstGeom>
        </p:spPr>
        <p:txBody>
          <a:bodyPr anchorCtr="0" anchor="ctr" bIns="0" lIns="0" spcFirstLastPara="1" rIns="0" wrap="square" tIns="0">
            <a:normAutofit/>
          </a:bodyPr>
          <a:lstStyle/>
          <a:p>
            <a:pPr indent="0" lvl="0" marL="0" rtl="0" algn="l">
              <a:spcBef>
                <a:spcPts val="400"/>
              </a:spcBef>
              <a:spcAft>
                <a:spcPts val="200"/>
              </a:spcAft>
              <a:buNone/>
            </a:pPr>
            <a:r>
              <a:rPr lang="en"/>
              <a:t>00:00am / 00:00pm</a:t>
            </a:r>
            <a:endParaRPr/>
          </a:p>
        </p:txBody>
      </p:sp>
      <p:sp>
        <p:nvSpPr>
          <p:cNvPr id="1010" name="Google Shape;1010;p96"/>
          <p:cNvSpPr txBox="1"/>
          <p:nvPr>
            <p:ph idx="7" type="body"/>
          </p:nvPr>
        </p:nvSpPr>
        <p:spPr>
          <a:xfrm>
            <a:off x="7651875" y="2813725"/>
            <a:ext cx="1102800" cy="5673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First Name</a:t>
            </a:r>
            <a:endParaRPr/>
          </a:p>
          <a:p>
            <a:pPr indent="0" lvl="0" marL="0" rtl="0" algn="l">
              <a:spcBef>
                <a:spcPts val="200"/>
              </a:spcBef>
              <a:spcAft>
                <a:spcPts val="200"/>
              </a:spcAft>
              <a:buNone/>
            </a:pPr>
            <a:r>
              <a:rPr lang="en"/>
              <a:t>Last Name</a:t>
            </a:r>
            <a:endParaRPr/>
          </a:p>
        </p:txBody>
      </p:sp>
      <p:sp>
        <p:nvSpPr>
          <p:cNvPr id="1011" name="Google Shape;1011;p96"/>
          <p:cNvSpPr txBox="1"/>
          <p:nvPr>
            <p:ph idx="8" type="body"/>
          </p:nvPr>
        </p:nvSpPr>
        <p:spPr>
          <a:xfrm>
            <a:off x="7651875" y="3609576"/>
            <a:ext cx="1102800" cy="5673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Title</a:t>
            </a:r>
            <a:endParaRPr/>
          </a:p>
          <a:p>
            <a:pPr indent="0" lvl="0" marL="0" rtl="0" algn="l">
              <a:spcBef>
                <a:spcPts val="200"/>
              </a:spcBef>
              <a:spcAft>
                <a:spcPts val="200"/>
              </a:spcAft>
              <a:buNone/>
            </a:pPr>
            <a:r>
              <a:rPr lang="en"/>
              <a:t>Company</a:t>
            </a:r>
            <a:endParaRPr/>
          </a:p>
        </p:txBody>
      </p:sp>
      <p:sp>
        <p:nvSpPr>
          <p:cNvPr id="1012" name="Google Shape;1012;p96"/>
          <p:cNvSpPr/>
          <p:nvPr>
            <p:ph idx="9" type="pic"/>
          </p:nvPr>
        </p:nvSpPr>
        <p:spPr>
          <a:xfrm>
            <a:off x="6100375" y="2795550"/>
            <a:ext cx="1385100" cy="1387500"/>
          </a:xfrm>
          <a:prstGeom prst="roundRect">
            <a:avLst>
              <a:gd fmla="val 16667" name="adj"/>
            </a:avLst>
          </a:prstGeom>
        </p:spPr>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97"/>
          <p:cNvSpPr txBox="1"/>
          <p:nvPr>
            <p:ph idx="3" type="body"/>
          </p:nvPr>
        </p:nvSpPr>
        <p:spPr>
          <a:xfrm>
            <a:off x="7651875" y="1075675"/>
            <a:ext cx="1102800" cy="5673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First name</a:t>
            </a:r>
            <a:endParaRPr/>
          </a:p>
          <a:p>
            <a:pPr indent="0" lvl="0" marL="0" rtl="0" algn="l">
              <a:spcBef>
                <a:spcPts val="200"/>
              </a:spcBef>
              <a:spcAft>
                <a:spcPts val="200"/>
              </a:spcAft>
              <a:buNone/>
            </a:pPr>
            <a:r>
              <a:rPr lang="en"/>
              <a:t>Last name</a:t>
            </a:r>
            <a:endParaRPr/>
          </a:p>
        </p:txBody>
      </p:sp>
      <p:sp>
        <p:nvSpPr>
          <p:cNvPr id="1018" name="Google Shape;1018;p97"/>
          <p:cNvSpPr txBox="1"/>
          <p:nvPr>
            <p:ph idx="4" type="body"/>
          </p:nvPr>
        </p:nvSpPr>
        <p:spPr>
          <a:xfrm>
            <a:off x="7651875" y="1871526"/>
            <a:ext cx="1102800" cy="5673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Title</a:t>
            </a:r>
            <a:endParaRPr/>
          </a:p>
          <a:p>
            <a:pPr indent="0" lvl="0" marL="0" rtl="0" algn="l">
              <a:spcBef>
                <a:spcPts val="200"/>
              </a:spcBef>
              <a:spcAft>
                <a:spcPts val="200"/>
              </a:spcAft>
              <a:buNone/>
            </a:pPr>
            <a:r>
              <a:rPr lang="en"/>
              <a:t>Company</a:t>
            </a:r>
            <a:endParaRPr/>
          </a:p>
        </p:txBody>
      </p:sp>
      <p:sp>
        <p:nvSpPr>
          <p:cNvPr id="1019" name="Google Shape;1019;p97"/>
          <p:cNvSpPr/>
          <p:nvPr>
            <p:ph idx="5" type="pic"/>
          </p:nvPr>
        </p:nvSpPr>
        <p:spPr>
          <a:xfrm>
            <a:off x="6100375" y="1057500"/>
            <a:ext cx="1385100" cy="1387500"/>
          </a:xfrm>
          <a:prstGeom prst="roundRect">
            <a:avLst>
              <a:gd fmla="val 16667" name="adj"/>
            </a:avLst>
          </a:prstGeom>
        </p:spPr>
      </p:sp>
      <p:sp>
        <p:nvSpPr>
          <p:cNvPr id="1020" name="Google Shape;1020;p97"/>
          <p:cNvSpPr txBox="1"/>
          <p:nvPr>
            <p:ph idx="1" type="body"/>
          </p:nvPr>
        </p:nvSpPr>
        <p:spPr>
          <a:xfrm>
            <a:off x="297053" y="1193825"/>
            <a:ext cx="5435700" cy="2746800"/>
          </a:xfrm>
          <a:prstGeom prst="rect">
            <a:avLst/>
          </a:prstGeom>
        </p:spPr>
        <p:txBody>
          <a:bodyPr anchorCtr="0" anchor="ctr" bIns="0" lIns="0" spcFirstLastPara="1" rIns="0" wrap="square" tIns="0">
            <a:normAutofit/>
          </a:bodyPr>
          <a:lstStyle/>
          <a:p>
            <a:pPr indent="0" lvl="0" marL="0" rtl="0" algn="l">
              <a:spcBef>
                <a:spcPts val="400"/>
              </a:spcBef>
              <a:spcAft>
                <a:spcPts val="200"/>
              </a:spcAft>
              <a:buNone/>
            </a:pPr>
            <a:r>
              <a:rPr lang="en"/>
              <a:t>Webinar title </a:t>
            </a:r>
            <a:br>
              <a:rPr lang="en"/>
            </a:br>
            <a:r>
              <a:rPr lang="en"/>
              <a:t>goes here</a:t>
            </a:r>
            <a:endParaRPr/>
          </a:p>
        </p:txBody>
      </p:sp>
      <p:sp>
        <p:nvSpPr>
          <p:cNvPr id="1021" name="Google Shape;1021;p97"/>
          <p:cNvSpPr txBox="1"/>
          <p:nvPr>
            <p:ph idx="2" type="body"/>
          </p:nvPr>
        </p:nvSpPr>
        <p:spPr>
          <a:xfrm>
            <a:off x="661262" y="4176876"/>
            <a:ext cx="4073400" cy="262500"/>
          </a:xfrm>
          <a:prstGeom prst="rect">
            <a:avLst/>
          </a:prstGeom>
        </p:spPr>
        <p:txBody>
          <a:bodyPr anchorCtr="0" anchor="ctr" bIns="0" lIns="0" spcFirstLastPara="1" rIns="0" wrap="square" tIns="0">
            <a:normAutofit/>
          </a:bodyPr>
          <a:lstStyle/>
          <a:p>
            <a:pPr indent="0" lvl="0" marL="0" rtl="0" algn="l">
              <a:spcBef>
                <a:spcPts val="400"/>
              </a:spcBef>
              <a:spcAft>
                <a:spcPts val="200"/>
              </a:spcAft>
              <a:buNone/>
            </a:pPr>
            <a:r>
              <a:rPr lang="en"/>
              <a:t>Month XX, XXXX</a:t>
            </a:r>
            <a:endParaRPr/>
          </a:p>
        </p:txBody>
      </p:sp>
      <p:sp>
        <p:nvSpPr>
          <p:cNvPr id="1022" name="Google Shape;1022;p97"/>
          <p:cNvSpPr txBox="1"/>
          <p:nvPr>
            <p:ph idx="6" type="body"/>
          </p:nvPr>
        </p:nvSpPr>
        <p:spPr>
          <a:xfrm>
            <a:off x="661262" y="4574561"/>
            <a:ext cx="4073400" cy="262500"/>
          </a:xfrm>
          <a:prstGeom prst="rect">
            <a:avLst/>
          </a:prstGeom>
        </p:spPr>
        <p:txBody>
          <a:bodyPr anchorCtr="0" anchor="ctr" bIns="0" lIns="0" spcFirstLastPara="1" rIns="0" wrap="square" tIns="0">
            <a:normAutofit/>
          </a:bodyPr>
          <a:lstStyle/>
          <a:p>
            <a:pPr indent="0" lvl="0" marL="0" rtl="0" algn="l">
              <a:spcBef>
                <a:spcPts val="400"/>
              </a:spcBef>
              <a:spcAft>
                <a:spcPts val="200"/>
              </a:spcAft>
              <a:buNone/>
            </a:pPr>
            <a:r>
              <a:rPr lang="en"/>
              <a:t>00:00am / 00:00pm</a:t>
            </a:r>
            <a:endParaRPr/>
          </a:p>
        </p:txBody>
      </p:sp>
      <p:sp>
        <p:nvSpPr>
          <p:cNvPr id="1023" name="Google Shape;1023;p97"/>
          <p:cNvSpPr txBox="1"/>
          <p:nvPr>
            <p:ph idx="7" type="body"/>
          </p:nvPr>
        </p:nvSpPr>
        <p:spPr>
          <a:xfrm>
            <a:off x="7651875" y="2813725"/>
            <a:ext cx="1102800" cy="5673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First Name</a:t>
            </a:r>
            <a:endParaRPr/>
          </a:p>
          <a:p>
            <a:pPr indent="0" lvl="0" marL="0" rtl="0" algn="l">
              <a:spcBef>
                <a:spcPts val="200"/>
              </a:spcBef>
              <a:spcAft>
                <a:spcPts val="200"/>
              </a:spcAft>
              <a:buNone/>
            </a:pPr>
            <a:r>
              <a:rPr lang="en"/>
              <a:t>Last Name</a:t>
            </a:r>
            <a:endParaRPr/>
          </a:p>
        </p:txBody>
      </p:sp>
      <p:sp>
        <p:nvSpPr>
          <p:cNvPr id="1024" name="Google Shape;1024;p97"/>
          <p:cNvSpPr txBox="1"/>
          <p:nvPr>
            <p:ph idx="8" type="body"/>
          </p:nvPr>
        </p:nvSpPr>
        <p:spPr>
          <a:xfrm>
            <a:off x="7651875" y="3609576"/>
            <a:ext cx="1102800" cy="5673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Title</a:t>
            </a:r>
            <a:endParaRPr/>
          </a:p>
          <a:p>
            <a:pPr indent="0" lvl="0" marL="0" rtl="0" algn="l">
              <a:spcBef>
                <a:spcPts val="200"/>
              </a:spcBef>
              <a:spcAft>
                <a:spcPts val="200"/>
              </a:spcAft>
              <a:buNone/>
            </a:pPr>
            <a:r>
              <a:rPr lang="en"/>
              <a:t>Company</a:t>
            </a:r>
            <a:endParaRPr/>
          </a:p>
        </p:txBody>
      </p:sp>
      <p:sp>
        <p:nvSpPr>
          <p:cNvPr id="1025" name="Google Shape;1025;p97"/>
          <p:cNvSpPr/>
          <p:nvPr>
            <p:ph idx="9" type="pic"/>
          </p:nvPr>
        </p:nvSpPr>
        <p:spPr>
          <a:xfrm>
            <a:off x="6100375" y="2795550"/>
            <a:ext cx="1385100" cy="1387500"/>
          </a:xfrm>
          <a:prstGeom prst="roundRect">
            <a:avLst>
              <a:gd fmla="val 16667" name="adj"/>
            </a:avLst>
          </a:prstGeom>
        </p:spPr>
      </p:sp>
      <p:sp>
        <p:nvSpPr>
          <p:cNvPr id="1026" name="Google Shape;1026;p97"/>
          <p:cNvSpPr/>
          <p:nvPr>
            <p:ph idx="13" type="pic"/>
          </p:nvPr>
        </p:nvSpPr>
        <p:spPr>
          <a:xfrm>
            <a:off x="1943400" y="206025"/>
            <a:ext cx="1172400" cy="350100"/>
          </a:xfrm>
          <a:prstGeom prst="rect">
            <a:avLst/>
          </a:prstGeom>
        </p:spPr>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p98"/>
          <p:cNvSpPr txBox="1"/>
          <p:nvPr>
            <p:ph idx="3" type="body"/>
          </p:nvPr>
        </p:nvSpPr>
        <p:spPr>
          <a:xfrm>
            <a:off x="7651875" y="305950"/>
            <a:ext cx="1102800" cy="5673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First name</a:t>
            </a:r>
            <a:endParaRPr/>
          </a:p>
          <a:p>
            <a:pPr indent="0" lvl="0" marL="0" rtl="0" algn="l">
              <a:spcBef>
                <a:spcPts val="200"/>
              </a:spcBef>
              <a:spcAft>
                <a:spcPts val="200"/>
              </a:spcAft>
              <a:buNone/>
            </a:pPr>
            <a:r>
              <a:rPr lang="en"/>
              <a:t>Last name</a:t>
            </a:r>
            <a:endParaRPr/>
          </a:p>
        </p:txBody>
      </p:sp>
      <p:sp>
        <p:nvSpPr>
          <p:cNvPr id="1032" name="Google Shape;1032;p98"/>
          <p:cNvSpPr txBox="1"/>
          <p:nvPr>
            <p:ph idx="4" type="body"/>
          </p:nvPr>
        </p:nvSpPr>
        <p:spPr>
          <a:xfrm>
            <a:off x="7651875" y="1101800"/>
            <a:ext cx="1102800" cy="4689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Title</a:t>
            </a:r>
            <a:endParaRPr/>
          </a:p>
          <a:p>
            <a:pPr indent="0" lvl="0" marL="0" rtl="0" algn="l">
              <a:spcBef>
                <a:spcPts val="200"/>
              </a:spcBef>
              <a:spcAft>
                <a:spcPts val="200"/>
              </a:spcAft>
              <a:buNone/>
            </a:pPr>
            <a:r>
              <a:rPr lang="en"/>
              <a:t>Company</a:t>
            </a:r>
            <a:endParaRPr/>
          </a:p>
        </p:txBody>
      </p:sp>
      <p:sp>
        <p:nvSpPr>
          <p:cNvPr id="1033" name="Google Shape;1033;p98"/>
          <p:cNvSpPr/>
          <p:nvPr>
            <p:ph idx="5" type="pic"/>
          </p:nvPr>
        </p:nvSpPr>
        <p:spPr>
          <a:xfrm>
            <a:off x="6100375" y="287775"/>
            <a:ext cx="1385100" cy="1282800"/>
          </a:xfrm>
          <a:prstGeom prst="roundRect">
            <a:avLst>
              <a:gd fmla="val 16667" name="adj"/>
            </a:avLst>
          </a:prstGeom>
        </p:spPr>
      </p:sp>
      <p:sp>
        <p:nvSpPr>
          <p:cNvPr id="1034" name="Google Shape;1034;p98"/>
          <p:cNvSpPr txBox="1"/>
          <p:nvPr>
            <p:ph idx="1" type="body"/>
          </p:nvPr>
        </p:nvSpPr>
        <p:spPr>
          <a:xfrm>
            <a:off x="297053" y="1193825"/>
            <a:ext cx="5435700" cy="2746800"/>
          </a:xfrm>
          <a:prstGeom prst="rect">
            <a:avLst/>
          </a:prstGeom>
        </p:spPr>
        <p:txBody>
          <a:bodyPr anchorCtr="0" anchor="ctr" bIns="0" lIns="0" spcFirstLastPara="1" rIns="0" wrap="square" tIns="0">
            <a:normAutofit/>
          </a:bodyPr>
          <a:lstStyle/>
          <a:p>
            <a:pPr indent="0" lvl="0" marL="0" rtl="0" algn="l">
              <a:spcBef>
                <a:spcPts val="400"/>
              </a:spcBef>
              <a:spcAft>
                <a:spcPts val="200"/>
              </a:spcAft>
              <a:buNone/>
            </a:pPr>
            <a:r>
              <a:rPr lang="en"/>
              <a:t>Webinar title </a:t>
            </a:r>
            <a:br>
              <a:rPr lang="en"/>
            </a:br>
            <a:r>
              <a:rPr lang="en"/>
              <a:t>goes here</a:t>
            </a:r>
            <a:endParaRPr/>
          </a:p>
        </p:txBody>
      </p:sp>
      <p:sp>
        <p:nvSpPr>
          <p:cNvPr id="1035" name="Google Shape;1035;p98"/>
          <p:cNvSpPr txBox="1"/>
          <p:nvPr>
            <p:ph idx="2" type="body"/>
          </p:nvPr>
        </p:nvSpPr>
        <p:spPr>
          <a:xfrm>
            <a:off x="661262" y="4176876"/>
            <a:ext cx="4073400" cy="262500"/>
          </a:xfrm>
          <a:prstGeom prst="rect">
            <a:avLst/>
          </a:prstGeom>
        </p:spPr>
        <p:txBody>
          <a:bodyPr anchorCtr="0" anchor="ctr" bIns="0" lIns="0" spcFirstLastPara="1" rIns="0" wrap="square" tIns="0">
            <a:normAutofit/>
          </a:bodyPr>
          <a:lstStyle/>
          <a:p>
            <a:pPr indent="0" lvl="0" marL="0" rtl="0" algn="l">
              <a:spcBef>
                <a:spcPts val="400"/>
              </a:spcBef>
              <a:spcAft>
                <a:spcPts val="200"/>
              </a:spcAft>
              <a:buNone/>
            </a:pPr>
            <a:r>
              <a:rPr lang="en"/>
              <a:t>Month XX, XXXX</a:t>
            </a:r>
            <a:endParaRPr/>
          </a:p>
        </p:txBody>
      </p:sp>
      <p:sp>
        <p:nvSpPr>
          <p:cNvPr id="1036" name="Google Shape;1036;p98"/>
          <p:cNvSpPr txBox="1"/>
          <p:nvPr>
            <p:ph idx="7" type="body"/>
          </p:nvPr>
        </p:nvSpPr>
        <p:spPr>
          <a:xfrm>
            <a:off x="661262" y="4574561"/>
            <a:ext cx="4073400" cy="262500"/>
          </a:xfrm>
          <a:prstGeom prst="rect">
            <a:avLst/>
          </a:prstGeom>
        </p:spPr>
        <p:txBody>
          <a:bodyPr anchorCtr="0" anchor="ctr" bIns="0" lIns="0" spcFirstLastPara="1" rIns="0" wrap="square" tIns="0">
            <a:normAutofit/>
          </a:bodyPr>
          <a:lstStyle/>
          <a:p>
            <a:pPr indent="0" lvl="0" marL="0" rtl="0" algn="l">
              <a:spcBef>
                <a:spcPts val="400"/>
              </a:spcBef>
              <a:spcAft>
                <a:spcPts val="200"/>
              </a:spcAft>
              <a:buNone/>
            </a:pPr>
            <a:r>
              <a:rPr lang="en"/>
              <a:t>00:00am / 00:00pm</a:t>
            </a:r>
            <a:endParaRPr/>
          </a:p>
        </p:txBody>
      </p:sp>
      <p:sp>
        <p:nvSpPr>
          <p:cNvPr id="1037" name="Google Shape;1037;p98"/>
          <p:cNvSpPr txBox="1"/>
          <p:nvPr>
            <p:ph idx="8" type="body"/>
          </p:nvPr>
        </p:nvSpPr>
        <p:spPr>
          <a:xfrm>
            <a:off x="7651875" y="1949275"/>
            <a:ext cx="1102800" cy="5673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First Name</a:t>
            </a:r>
            <a:endParaRPr/>
          </a:p>
          <a:p>
            <a:pPr indent="0" lvl="0" marL="0" rtl="0" algn="l">
              <a:spcBef>
                <a:spcPts val="200"/>
              </a:spcBef>
              <a:spcAft>
                <a:spcPts val="200"/>
              </a:spcAft>
              <a:buNone/>
            </a:pPr>
            <a:r>
              <a:rPr lang="en"/>
              <a:t>Last Name</a:t>
            </a:r>
            <a:endParaRPr/>
          </a:p>
        </p:txBody>
      </p:sp>
      <p:sp>
        <p:nvSpPr>
          <p:cNvPr id="1038" name="Google Shape;1038;p98"/>
          <p:cNvSpPr txBox="1"/>
          <p:nvPr>
            <p:ph idx="9" type="body"/>
          </p:nvPr>
        </p:nvSpPr>
        <p:spPr>
          <a:xfrm>
            <a:off x="7651875" y="2745125"/>
            <a:ext cx="1102800" cy="4689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Title</a:t>
            </a:r>
            <a:endParaRPr/>
          </a:p>
          <a:p>
            <a:pPr indent="0" lvl="0" marL="0" rtl="0" algn="l">
              <a:spcBef>
                <a:spcPts val="200"/>
              </a:spcBef>
              <a:spcAft>
                <a:spcPts val="200"/>
              </a:spcAft>
              <a:buNone/>
            </a:pPr>
            <a:r>
              <a:rPr lang="en"/>
              <a:t>Company</a:t>
            </a:r>
            <a:endParaRPr/>
          </a:p>
        </p:txBody>
      </p:sp>
      <p:sp>
        <p:nvSpPr>
          <p:cNvPr id="1039" name="Google Shape;1039;p98"/>
          <p:cNvSpPr/>
          <p:nvPr>
            <p:ph idx="13" type="pic"/>
          </p:nvPr>
        </p:nvSpPr>
        <p:spPr>
          <a:xfrm>
            <a:off x="6100375" y="1931100"/>
            <a:ext cx="1385100" cy="1282800"/>
          </a:xfrm>
          <a:prstGeom prst="roundRect">
            <a:avLst>
              <a:gd fmla="val 16667" name="adj"/>
            </a:avLst>
          </a:prstGeom>
        </p:spPr>
      </p:sp>
      <p:sp>
        <p:nvSpPr>
          <p:cNvPr id="1040" name="Google Shape;1040;p98"/>
          <p:cNvSpPr txBox="1"/>
          <p:nvPr>
            <p:ph idx="14" type="body"/>
          </p:nvPr>
        </p:nvSpPr>
        <p:spPr>
          <a:xfrm>
            <a:off x="7651875" y="3592600"/>
            <a:ext cx="1102800" cy="5673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First Name</a:t>
            </a:r>
            <a:endParaRPr/>
          </a:p>
          <a:p>
            <a:pPr indent="0" lvl="0" marL="0" rtl="0" algn="l">
              <a:spcBef>
                <a:spcPts val="200"/>
              </a:spcBef>
              <a:spcAft>
                <a:spcPts val="200"/>
              </a:spcAft>
              <a:buNone/>
            </a:pPr>
            <a:r>
              <a:rPr lang="en"/>
              <a:t>Last Name</a:t>
            </a:r>
            <a:endParaRPr/>
          </a:p>
        </p:txBody>
      </p:sp>
      <p:sp>
        <p:nvSpPr>
          <p:cNvPr id="1041" name="Google Shape;1041;p98"/>
          <p:cNvSpPr txBox="1"/>
          <p:nvPr>
            <p:ph idx="15" type="body"/>
          </p:nvPr>
        </p:nvSpPr>
        <p:spPr>
          <a:xfrm>
            <a:off x="7651875" y="4388450"/>
            <a:ext cx="1102800" cy="4689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Title</a:t>
            </a:r>
            <a:endParaRPr/>
          </a:p>
          <a:p>
            <a:pPr indent="0" lvl="0" marL="0" rtl="0" algn="l">
              <a:spcBef>
                <a:spcPts val="200"/>
              </a:spcBef>
              <a:spcAft>
                <a:spcPts val="200"/>
              </a:spcAft>
              <a:buNone/>
            </a:pPr>
            <a:r>
              <a:rPr lang="en"/>
              <a:t>Company</a:t>
            </a:r>
            <a:endParaRPr/>
          </a:p>
        </p:txBody>
      </p:sp>
      <p:sp>
        <p:nvSpPr>
          <p:cNvPr id="1042" name="Google Shape;1042;p98"/>
          <p:cNvSpPr/>
          <p:nvPr>
            <p:ph idx="16" type="pic"/>
          </p:nvPr>
        </p:nvSpPr>
        <p:spPr>
          <a:xfrm>
            <a:off x="6100375" y="3574425"/>
            <a:ext cx="1385100" cy="1282800"/>
          </a:xfrm>
          <a:prstGeom prst="roundRect">
            <a:avLst>
              <a:gd fmla="val 16667" name="adj"/>
            </a:avLst>
          </a:prstGeom>
        </p:spPr>
      </p:sp>
      <p:sp>
        <p:nvSpPr>
          <p:cNvPr id="1043" name="Google Shape;1043;p98"/>
          <p:cNvSpPr/>
          <p:nvPr>
            <p:ph idx="6" type="pic"/>
          </p:nvPr>
        </p:nvSpPr>
        <p:spPr>
          <a:xfrm>
            <a:off x="1943400" y="206025"/>
            <a:ext cx="1172400" cy="350100"/>
          </a:xfrm>
          <a:prstGeom prst="rect">
            <a:avLst/>
          </a:prstGeom>
        </p:spPr>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99"/>
          <p:cNvSpPr txBox="1"/>
          <p:nvPr>
            <p:ph idx="3" type="body"/>
          </p:nvPr>
        </p:nvSpPr>
        <p:spPr>
          <a:xfrm>
            <a:off x="7651875" y="305950"/>
            <a:ext cx="1102800" cy="5673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First name</a:t>
            </a:r>
            <a:endParaRPr/>
          </a:p>
          <a:p>
            <a:pPr indent="0" lvl="0" marL="0" rtl="0" algn="l">
              <a:spcBef>
                <a:spcPts val="200"/>
              </a:spcBef>
              <a:spcAft>
                <a:spcPts val="200"/>
              </a:spcAft>
              <a:buNone/>
            </a:pPr>
            <a:r>
              <a:rPr lang="en"/>
              <a:t>Last name</a:t>
            </a:r>
            <a:endParaRPr/>
          </a:p>
        </p:txBody>
      </p:sp>
      <p:sp>
        <p:nvSpPr>
          <p:cNvPr id="1049" name="Google Shape;1049;p99"/>
          <p:cNvSpPr txBox="1"/>
          <p:nvPr>
            <p:ph idx="4" type="body"/>
          </p:nvPr>
        </p:nvSpPr>
        <p:spPr>
          <a:xfrm>
            <a:off x="7651875" y="1101800"/>
            <a:ext cx="1102800" cy="4689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Title</a:t>
            </a:r>
            <a:endParaRPr/>
          </a:p>
          <a:p>
            <a:pPr indent="0" lvl="0" marL="0" rtl="0" algn="l">
              <a:spcBef>
                <a:spcPts val="200"/>
              </a:spcBef>
              <a:spcAft>
                <a:spcPts val="200"/>
              </a:spcAft>
              <a:buNone/>
            </a:pPr>
            <a:r>
              <a:rPr lang="en"/>
              <a:t>Company</a:t>
            </a:r>
            <a:endParaRPr/>
          </a:p>
        </p:txBody>
      </p:sp>
      <p:sp>
        <p:nvSpPr>
          <p:cNvPr id="1050" name="Google Shape;1050;p99"/>
          <p:cNvSpPr/>
          <p:nvPr>
            <p:ph idx="5" type="pic"/>
          </p:nvPr>
        </p:nvSpPr>
        <p:spPr>
          <a:xfrm>
            <a:off x="6100375" y="287775"/>
            <a:ext cx="1385100" cy="1282800"/>
          </a:xfrm>
          <a:prstGeom prst="roundRect">
            <a:avLst>
              <a:gd fmla="val 16667" name="adj"/>
            </a:avLst>
          </a:prstGeom>
        </p:spPr>
      </p:sp>
      <p:sp>
        <p:nvSpPr>
          <p:cNvPr id="1051" name="Google Shape;1051;p99"/>
          <p:cNvSpPr txBox="1"/>
          <p:nvPr>
            <p:ph idx="1" type="body"/>
          </p:nvPr>
        </p:nvSpPr>
        <p:spPr>
          <a:xfrm>
            <a:off x="297053" y="1193825"/>
            <a:ext cx="5435700" cy="2746800"/>
          </a:xfrm>
          <a:prstGeom prst="rect">
            <a:avLst/>
          </a:prstGeom>
        </p:spPr>
        <p:txBody>
          <a:bodyPr anchorCtr="0" anchor="ctr" bIns="0" lIns="0" spcFirstLastPara="1" rIns="0" wrap="square" tIns="0">
            <a:normAutofit/>
          </a:bodyPr>
          <a:lstStyle/>
          <a:p>
            <a:pPr indent="0" lvl="0" marL="0" rtl="0" algn="l">
              <a:spcBef>
                <a:spcPts val="400"/>
              </a:spcBef>
              <a:spcAft>
                <a:spcPts val="200"/>
              </a:spcAft>
              <a:buNone/>
            </a:pPr>
            <a:r>
              <a:rPr lang="en"/>
              <a:t>Webinar title </a:t>
            </a:r>
            <a:br>
              <a:rPr lang="en"/>
            </a:br>
            <a:r>
              <a:rPr lang="en"/>
              <a:t>goes here</a:t>
            </a:r>
            <a:endParaRPr/>
          </a:p>
        </p:txBody>
      </p:sp>
      <p:sp>
        <p:nvSpPr>
          <p:cNvPr id="1052" name="Google Shape;1052;p99"/>
          <p:cNvSpPr txBox="1"/>
          <p:nvPr>
            <p:ph idx="2" type="body"/>
          </p:nvPr>
        </p:nvSpPr>
        <p:spPr>
          <a:xfrm>
            <a:off x="661262" y="4176876"/>
            <a:ext cx="4073400" cy="262500"/>
          </a:xfrm>
          <a:prstGeom prst="rect">
            <a:avLst/>
          </a:prstGeom>
        </p:spPr>
        <p:txBody>
          <a:bodyPr anchorCtr="0" anchor="ctr" bIns="0" lIns="0" spcFirstLastPara="1" rIns="0" wrap="square" tIns="0">
            <a:normAutofit/>
          </a:bodyPr>
          <a:lstStyle/>
          <a:p>
            <a:pPr indent="0" lvl="0" marL="0" rtl="0" algn="l">
              <a:spcBef>
                <a:spcPts val="400"/>
              </a:spcBef>
              <a:spcAft>
                <a:spcPts val="200"/>
              </a:spcAft>
              <a:buNone/>
            </a:pPr>
            <a:r>
              <a:rPr lang="en"/>
              <a:t>Month XX, XXXX</a:t>
            </a:r>
            <a:endParaRPr/>
          </a:p>
        </p:txBody>
      </p:sp>
      <p:sp>
        <p:nvSpPr>
          <p:cNvPr id="1053" name="Google Shape;1053;p99"/>
          <p:cNvSpPr txBox="1"/>
          <p:nvPr>
            <p:ph idx="7" type="body"/>
          </p:nvPr>
        </p:nvSpPr>
        <p:spPr>
          <a:xfrm>
            <a:off x="661262" y="4574561"/>
            <a:ext cx="4073400" cy="262500"/>
          </a:xfrm>
          <a:prstGeom prst="rect">
            <a:avLst/>
          </a:prstGeom>
        </p:spPr>
        <p:txBody>
          <a:bodyPr anchorCtr="0" anchor="ctr" bIns="0" lIns="0" spcFirstLastPara="1" rIns="0" wrap="square" tIns="0">
            <a:normAutofit/>
          </a:bodyPr>
          <a:lstStyle/>
          <a:p>
            <a:pPr indent="0" lvl="0" marL="0" rtl="0" algn="l">
              <a:spcBef>
                <a:spcPts val="400"/>
              </a:spcBef>
              <a:spcAft>
                <a:spcPts val="200"/>
              </a:spcAft>
              <a:buNone/>
            </a:pPr>
            <a:r>
              <a:rPr lang="en"/>
              <a:t>00:00am / 00:00pm</a:t>
            </a:r>
            <a:endParaRPr/>
          </a:p>
        </p:txBody>
      </p:sp>
      <p:sp>
        <p:nvSpPr>
          <p:cNvPr id="1054" name="Google Shape;1054;p99"/>
          <p:cNvSpPr txBox="1"/>
          <p:nvPr>
            <p:ph idx="8" type="body"/>
          </p:nvPr>
        </p:nvSpPr>
        <p:spPr>
          <a:xfrm>
            <a:off x="7651875" y="1949275"/>
            <a:ext cx="1102800" cy="5673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First Name</a:t>
            </a:r>
            <a:endParaRPr/>
          </a:p>
          <a:p>
            <a:pPr indent="0" lvl="0" marL="0" rtl="0" algn="l">
              <a:spcBef>
                <a:spcPts val="200"/>
              </a:spcBef>
              <a:spcAft>
                <a:spcPts val="200"/>
              </a:spcAft>
              <a:buNone/>
            </a:pPr>
            <a:r>
              <a:rPr lang="en"/>
              <a:t>Last Name</a:t>
            </a:r>
            <a:endParaRPr/>
          </a:p>
        </p:txBody>
      </p:sp>
      <p:sp>
        <p:nvSpPr>
          <p:cNvPr id="1055" name="Google Shape;1055;p99"/>
          <p:cNvSpPr txBox="1"/>
          <p:nvPr>
            <p:ph idx="9" type="body"/>
          </p:nvPr>
        </p:nvSpPr>
        <p:spPr>
          <a:xfrm>
            <a:off x="7651875" y="2745125"/>
            <a:ext cx="1102800" cy="4689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Title</a:t>
            </a:r>
            <a:endParaRPr/>
          </a:p>
          <a:p>
            <a:pPr indent="0" lvl="0" marL="0" rtl="0" algn="l">
              <a:spcBef>
                <a:spcPts val="200"/>
              </a:spcBef>
              <a:spcAft>
                <a:spcPts val="200"/>
              </a:spcAft>
              <a:buNone/>
            </a:pPr>
            <a:r>
              <a:rPr lang="en"/>
              <a:t>Company</a:t>
            </a:r>
            <a:endParaRPr/>
          </a:p>
        </p:txBody>
      </p:sp>
      <p:sp>
        <p:nvSpPr>
          <p:cNvPr id="1056" name="Google Shape;1056;p99"/>
          <p:cNvSpPr/>
          <p:nvPr>
            <p:ph idx="13" type="pic"/>
          </p:nvPr>
        </p:nvSpPr>
        <p:spPr>
          <a:xfrm>
            <a:off x="6100375" y="1931100"/>
            <a:ext cx="1385100" cy="1282800"/>
          </a:xfrm>
          <a:prstGeom prst="roundRect">
            <a:avLst>
              <a:gd fmla="val 16667" name="adj"/>
            </a:avLst>
          </a:prstGeom>
        </p:spPr>
      </p:sp>
      <p:sp>
        <p:nvSpPr>
          <p:cNvPr id="1057" name="Google Shape;1057;p99"/>
          <p:cNvSpPr txBox="1"/>
          <p:nvPr>
            <p:ph idx="14" type="body"/>
          </p:nvPr>
        </p:nvSpPr>
        <p:spPr>
          <a:xfrm>
            <a:off x="7651875" y="3592600"/>
            <a:ext cx="1102800" cy="5673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First Name</a:t>
            </a:r>
            <a:endParaRPr/>
          </a:p>
          <a:p>
            <a:pPr indent="0" lvl="0" marL="0" rtl="0" algn="l">
              <a:spcBef>
                <a:spcPts val="200"/>
              </a:spcBef>
              <a:spcAft>
                <a:spcPts val="200"/>
              </a:spcAft>
              <a:buNone/>
            </a:pPr>
            <a:r>
              <a:rPr lang="en"/>
              <a:t>Last Name</a:t>
            </a:r>
            <a:endParaRPr/>
          </a:p>
        </p:txBody>
      </p:sp>
      <p:sp>
        <p:nvSpPr>
          <p:cNvPr id="1058" name="Google Shape;1058;p99"/>
          <p:cNvSpPr txBox="1"/>
          <p:nvPr>
            <p:ph idx="15" type="body"/>
          </p:nvPr>
        </p:nvSpPr>
        <p:spPr>
          <a:xfrm>
            <a:off x="7651875" y="4388450"/>
            <a:ext cx="1102800" cy="4689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Title</a:t>
            </a:r>
            <a:endParaRPr/>
          </a:p>
          <a:p>
            <a:pPr indent="0" lvl="0" marL="0" rtl="0" algn="l">
              <a:spcBef>
                <a:spcPts val="200"/>
              </a:spcBef>
              <a:spcAft>
                <a:spcPts val="200"/>
              </a:spcAft>
              <a:buNone/>
            </a:pPr>
            <a:r>
              <a:rPr lang="en"/>
              <a:t>Company</a:t>
            </a:r>
            <a:endParaRPr/>
          </a:p>
        </p:txBody>
      </p:sp>
      <p:sp>
        <p:nvSpPr>
          <p:cNvPr id="1059" name="Google Shape;1059;p99"/>
          <p:cNvSpPr/>
          <p:nvPr>
            <p:ph idx="16" type="pic"/>
          </p:nvPr>
        </p:nvSpPr>
        <p:spPr>
          <a:xfrm>
            <a:off x="6100375" y="3574425"/>
            <a:ext cx="1385100" cy="1282800"/>
          </a:xfrm>
          <a:prstGeom prst="roundRect">
            <a:avLst>
              <a:gd fmla="val 16667" name="adj"/>
            </a:avLst>
          </a:prstGeom>
        </p:spPr>
      </p:sp>
      <p:sp>
        <p:nvSpPr>
          <p:cNvPr id="1060" name="Google Shape;1060;p99"/>
          <p:cNvSpPr/>
          <p:nvPr>
            <p:ph idx="6" type="pic"/>
          </p:nvPr>
        </p:nvSpPr>
        <p:spPr>
          <a:xfrm>
            <a:off x="1943400" y="206025"/>
            <a:ext cx="1172400" cy="350100"/>
          </a:xfrm>
          <a:prstGeom prst="rect">
            <a:avLst/>
          </a:prstGeom>
        </p:spPr>
      </p:sp>
      <p:sp>
        <p:nvSpPr>
          <p:cNvPr id="1061" name="Google Shape;1061;p99"/>
          <p:cNvSpPr/>
          <p:nvPr>
            <p:ph idx="17" type="pic"/>
          </p:nvPr>
        </p:nvSpPr>
        <p:spPr>
          <a:xfrm>
            <a:off x="3601075" y="206025"/>
            <a:ext cx="1172400" cy="350100"/>
          </a:xfrm>
          <a:prstGeom prst="rect">
            <a:avLst/>
          </a:prstGeom>
        </p:spPr>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sp>
        <p:nvSpPr>
          <p:cNvPr id="1066" name="Google Shape;1066;p100"/>
          <p:cNvSpPr txBox="1"/>
          <p:nvPr>
            <p:ph idx="1" type="body"/>
          </p:nvPr>
        </p:nvSpPr>
        <p:spPr>
          <a:xfrm>
            <a:off x="297061" y="428625"/>
            <a:ext cx="1281000" cy="716400"/>
          </a:xfrm>
          <a:prstGeom prst="rect">
            <a:avLst/>
          </a:prstGeom>
        </p:spPr>
        <p:txBody>
          <a:bodyPr anchorCtr="0" anchor="t" bIns="0" lIns="0" spcFirstLastPara="1" rIns="0" wrap="square" tIns="0">
            <a:normAutofit lnSpcReduction="20000"/>
          </a:bodyPr>
          <a:lstStyle/>
          <a:p>
            <a:pPr indent="0" lvl="0" marL="0" rtl="0" algn="l">
              <a:spcBef>
                <a:spcPts val="400"/>
              </a:spcBef>
              <a:spcAft>
                <a:spcPts val="200"/>
              </a:spcAft>
              <a:buNone/>
            </a:pPr>
            <a:r>
              <a:rPr lang="en"/>
              <a:t>01</a:t>
            </a:r>
            <a:endParaRPr/>
          </a:p>
        </p:txBody>
      </p:sp>
      <p:sp>
        <p:nvSpPr>
          <p:cNvPr id="1067" name="Google Shape;1067;p100"/>
          <p:cNvSpPr txBox="1"/>
          <p:nvPr>
            <p:ph idx="2" type="body"/>
          </p:nvPr>
        </p:nvSpPr>
        <p:spPr>
          <a:xfrm>
            <a:off x="297061" y="1193826"/>
            <a:ext cx="7275300" cy="2746800"/>
          </a:xfrm>
          <a:prstGeom prst="rect">
            <a:avLst/>
          </a:prstGeom>
        </p:spPr>
        <p:txBody>
          <a:bodyPr anchorCtr="0" anchor="b" bIns="0" lIns="0" spcFirstLastPara="1" rIns="0" wrap="square" tIns="0">
            <a:normAutofit/>
          </a:bodyPr>
          <a:lstStyle/>
          <a:p>
            <a:pPr indent="0" lvl="0" marL="0" rtl="0" algn="l">
              <a:spcBef>
                <a:spcPts val="400"/>
              </a:spcBef>
              <a:spcAft>
                <a:spcPts val="200"/>
              </a:spcAft>
              <a:buNone/>
            </a:pPr>
            <a:r>
              <a:rPr lang="en"/>
              <a:t>Chapter title goes here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101"/>
          <p:cNvSpPr txBox="1"/>
          <p:nvPr>
            <p:ph idx="1" type="body"/>
          </p:nvPr>
        </p:nvSpPr>
        <p:spPr>
          <a:xfrm>
            <a:off x="297061" y="4000923"/>
            <a:ext cx="7275300" cy="717600"/>
          </a:xfrm>
          <a:prstGeom prst="rect">
            <a:avLst/>
          </a:prstGeom>
        </p:spPr>
        <p:txBody>
          <a:bodyPr anchorCtr="0" anchor="b" bIns="0" lIns="0" spcFirstLastPara="1" rIns="0" wrap="square" tIns="0">
            <a:normAutofit/>
          </a:bodyPr>
          <a:lstStyle/>
          <a:p>
            <a:pPr indent="0" lvl="0" marL="0" rtl="0" algn="l">
              <a:spcBef>
                <a:spcPts val="400"/>
              </a:spcBef>
              <a:spcAft>
                <a:spcPts val="200"/>
              </a:spcAft>
              <a:buNone/>
            </a:pPr>
            <a:r>
              <a:rPr lang="en"/>
              <a:t>Subtitle goes here</a:t>
            </a:r>
            <a:endParaRPr/>
          </a:p>
        </p:txBody>
      </p:sp>
      <p:sp>
        <p:nvSpPr>
          <p:cNvPr id="1073" name="Google Shape;1073;p101"/>
          <p:cNvSpPr txBox="1"/>
          <p:nvPr>
            <p:ph idx="2" type="body"/>
          </p:nvPr>
        </p:nvSpPr>
        <p:spPr>
          <a:xfrm>
            <a:off x="297061" y="428625"/>
            <a:ext cx="1281000" cy="716400"/>
          </a:xfrm>
          <a:prstGeom prst="rect">
            <a:avLst/>
          </a:prstGeom>
        </p:spPr>
        <p:txBody>
          <a:bodyPr anchorCtr="0" anchor="t" bIns="0" lIns="0" spcFirstLastPara="1" rIns="0" wrap="square" tIns="0">
            <a:normAutofit lnSpcReduction="20000"/>
          </a:bodyPr>
          <a:lstStyle/>
          <a:p>
            <a:pPr indent="0" lvl="0" marL="0" rtl="0" algn="l">
              <a:spcBef>
                <a:spcPts val="400"/>
              </a:spcBef>
              <a:spcAft>
                <a:spcPts val="200"/>
              </a:spcAft>
              <a:buNone/>
            </a:pPr>
            <a:r>
              <a:rPr lang="en"/>
              <a:t>01</a:t>
            </a:r>
            <a:endParaRPr/>
          </a:p>
        </p:txBody>
      </p:sp>
      <p:sp>
        <p:nvSpPr>
          <p:cNvPr id="1074" name="Google Shape;1074;p101"/>
          <p:cNvSpPr txBox="1"/>
          <p:nvPr>
            <p:ph idx="3" type="body"/>
          </p:nvPr>
        </p:nvSpPr>
        <p:spPr>
          <a:xfrm>
            <a:off x="297061" y="1193826"/>
            <a:ext cx="7275300" cy="2746800"/>
          </a:xfrm>
          <a:prstGeom prst="rect">
            <a:avLst/>
          </a:prstGeom>
        </p:spPr>
        <p:txBody>
          <a:bodyPr anchorCtr="0" anchor="b" bIns="0" lIns="0" spcFirstLastPara="1" rIns="0" wrap="square" tIns="0">
            <a:normAutofit/>
          </a:bodyPr>
          <a:lstStyle/>
          <a:p>
            <a:pPr indent="0" lvl="0" marL="0" rtl="0" algn="l">
              <a:spcBef>
                <a:spcPts val="400"/>
              </a:spcBef>
              <a:spcAft>
                <a:spcPts val="200"/>
              </a:spcAft>
              <a:buNone/>
            </a:pPr>
            <a:r>
              <a:rPr lang="en"/>
              <a:t>Chapter title goes here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8" name="Shape 1078"/>
        <p:cNvGrpSpPr/>
        <p:nvPr/>
      </p:nvGrpSpPr>
      <p:grpSpPr>
        <a:xfrm>
          <a:off x="0" y="0"/>
          <a:ext cx="0" cy="0"/>
          <a:chOff x="0" y="0"/>
          <a:chExt cx="0" cy="0"/>
        </a:xfrm>
      </p:grpSpPr>
      <p:sp>
        <p:nvSpPr>
          <p:cNvPr id="1079" name="Google Shape;1079;p102"/>
          <p:cNvSpPr txBox="1"/>
          <p:nvPr>
            <p:ph idx="1" type="body"/>
          </p:nvPr>
        </p:nvSpPr>
        <p:spPr>
          <a:xfrm>
            <a:off x="297061" y="428625"/>
            <a:ext cx="1281000" cy="716400"/>
          </a:xfrm>
          <a:prstGeom prst="rect">
            <a:avLst/>
          </a:prstGeom>
        </p:spPr>
        <p:txBody>
          <a:bodyPr anchorCtr="0" anchor="t" bIns="0" lIns="0" spcFirstLastPara="1" rIns="0" wrap="square" tIns="0">
            <a:normAutofit lnSpcReduction="20000"/>
          </a:bodyPr>
          <a:lstStyle/>
          <a:p>
            <a:pPr indent="0" lvl="0" marL="0" rtl="0" algn="l">
              <a:spcBef>
                <a:spcPts val="400"/>
              </a:spcBef>
              <a:spcAft>
                <a:spcPts val="200"/>
              </a:spcAft>
              <a:buNone/>
            </a:pPr>
            <a:r>
              <a:rPr lang="en"/>
              <a:t>02</a:t>
            </a:r>
            <a:endParaRPr/>
          </a:p>
        </p:txBody>
      </p:sp>
      <p:sp>
        <p:nvSpPr>
          <p:cNvPr id="1080" name="Google Shape;1080;p102"/>
          <p:cNvSpPr txBox="1"/>
          <p:nvPr>
            <p:ph idx="2" type="body"/>
          </p:nvPr>
        </p:nvSpPr>
        <p:spPr>
          <a:xfrm>
            <a:off x="297061" y="1193826"/>
            <a:ext cx="7275300" cy="2746800"/>
          </a:xfrm>
          <a:prstGeom prst="rect">
            <a:avLst/>
          </a:prstGeom>
        </p:spPr>
        <p:txBody>
          <a:bodyPr anchorCtr="0" anchor="b" bIns="0" lIns="0" spcFirstLastPara="1" rIns="0" wrap="square" tIns="0">
            <a:normAutofit/>
          </a:bodyPr>
          <a:lstStyle/>
          <a:p>
            <a:pPr indent="0" lvl="0" marL="0" rtl="0" algn="l">
              <a:spcBef>
                <a:spcPts val="400"/>
              </a:spcBef>
              <a:spcAft>
                <a:spcPts val="200"/>
              </a:spcAft>
              <a:buNone/>
            </a:pPr>
            <a:r>
              <a:rPr lang="en"/>
              <a:t>Chapter title goes here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Google Shape;1085;p103"/>
          <p:cNvSpPr txBox="1"/>
          <p:nvPr>
            <p:ph idx="1" type="body"/>
          </p:nvPr>
        </p:nvSpPr>
        <p:spPr>
          <a:xfrm>
            <a:off x="295955" y="4000923"/>
            <a:ext cx="7241400" cy="717600"/>
          </a:xfrm>
          <a:prstGeom prst="rect">
            <a:avLst/>
          </a:prstGeom>
        </p:spPr>
        <p:txBody>
          <a:bodyPr anchorCtr="0" anchor="b" bIns="0" lIns="0" spcFirstLastPara="1" rIns="0" wrap="square" tIns="0">
            <a:normAutofit/>
          </a:bodyPr>
          <a:lstStyle/>
          <a:p>
            <a:pPr indent="0" lvl="0" marL="0" rtl="0" algn="l">
              <a:spcBef>
                <a:spcPts val="400"/>
              </a:spcBef>
              <a:spcAft>
                <a:spcPts val="200"/>
              </a:spcAft>
              <a:buNone/>
            </a:pPr>
            <a:r>
              <a:rPr lang="en"/>
              <a:t>Subtitle goes here</a:t>
            </a:r>
            <a:endParaRPr/>
          </a:p>
        </p:txBody>
      </p:sp>
      <p:sp>
        <p:nvSpPr>
          <p:cNvPr id="1086" name="Google Shape;1086;p103"/>
          <p:cNvSpPr txBox="1"/>
          <p:nvPr>
            <p:ph idx="2" type="body"/>
          </p:nvPr>
        </p:nvSpPr>
        <p:spPr>
          <a:xfrm>
            <a:off x="297061" y="428625"/>
            <a:ext cx="1281000" cy="716400"/>
          </a:xfrm>
          <a:prstGeom prst="rect">
            <a:avLst/>
          </a:prstGeom>
        </p:spPr>
        <p:txBody>
          <a:bodyPr anchorCtr="0" anchor="t" bIns="0" lIns="0" spcFirstLastPara="1" rIns="0" wrap="square" tIns="0">
            <a:normAutofit lnSpcReduction="20000"/>
          </a:bodyPr>
          <a:lstStyle/>
          <a:p>
            <a:pPr indent="0" lvl="0" marL="0" rtl="0" algn="l">
              <a:spcBef>
                <a:spcPts val="400"/>
              </a:spcBef>
              <a:spcAft>
                <a:spcPts val="200"/>
              </a:spcAft>
              <a:buNone/>
            </a:pPr>
            <a:r>
              <a:rPr lang="en"/>
              <a:t>02</a:t>
            </a:r>
            <a:endParaRPr/>
          </a:p>
        </p:txBody>
      </p:sp>
      <p:sp>
        <p:nvSpPr>
          <p:cNvPr id="1087" name="Google Shape;1087;p103"/>
          <p:cNvSpPr txBox="1"/>
          <p:nvPr>
            <p:ph idx="3" type="body"/>
          </p:nvPr>
        </p:nvSpPr>
        <p:spPr>
          <a:xfrm>
            <a:off x="297061" y="1193826"/>
            <a:ext cx="7275300" cy="2746800"/>
          </a:xfrm>
          <a:prstGeom prst="rect">
            <a:avLst/>
          </a:prstGeom>
        </p:spPr>
        <p:txBody>
          <a:bodyPr anchorCtr="0" anchor="b" bIns="0" lIns="0" spcFirstLastPara="1" rIns="0" wrap="square" tIns="0">
            <a:normAutofit/>
          </a:bodyPr>
          <a:lstStyle/>
          <a:p>
            <a:pPr indent="0" lvl="0" marL="0" rtl="0" algn="l">
              <a:spcBef>
                <a:spcPts val="400"/>
              </a:spcBef>
              <a:spcAft>
                <a:spcPts val="200"/>
              </a:spcAft>
              <a:buNone/>
            </a:pPr>
            <a:r>
              <a:rPr lang="en"/>
              <a:t>Chapter title goes here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104"/>
          <p:cNvSpPr txBox="1"/>
          <p:nvPr>
            <p:ph idx="1" type="body"/>
          </p:nvPr>
        </p:nvSpPr>
        <p:spPr>
          <a:xfrm>
            <a:off x="297061" y="1193826"/>
            <a:ext cx="7275300" cy="2746800"/>
          </a:xfrm>
          <a:prstGeom prst="rect">
            <a:avLst/>
          </a:prstGeom>
        </p:spPr>
        <p:txBody>
          <a:bodyPr anchorCtr="0" anchor="b" bIns="0" lIns="0" spcFirstLastPara="1" rIns="0" wrap="square" tIns="0">
            <a:normAutofit/>
          </a:bodyPr>
          <a:lstStyle/>
          <a:p>
            <a:pPr indent="0" lvl="0" marL="0" rtl="0" algn="l">
              <a:spcBef>
                <a:spcPts val="400"/>
              </a:spcBef>
              <a:spcAft>
                <a:spcPts val="200"/>
              </a:spcAft>
              <a:buNone/>
            </a:pPr>
            <a:r>
              <a:rPr lang="en"/>
              <a:t>Chapter title goes here</a:t>
            </a:r>
            <a:endParaRPr/>
          </a:p>
        </p:txBody>
      </p:sp>
      <p:sp>
        <p:nvSpPr>
          <p:cNvPr id="1093" name="Google Shape;1093;p104"/>
          <p:cNvSpPr txBox="1"/>
          <p:nvPr>
            <p:ph idx="2" type="body"/>
          </p:nvPr>
        </p:nvSpPr>
        <p:spPr>
          <a:xfrm>
            <a:off x="297061" y="428625"/>
            <a:ext cx="1281000" cy="716400"/>
          </a:xfrm>
          <a:prstGeom prst="rect">
            <a:avLst/>
          </a:prstGeom>
        </p:spPr>
        <p:txBody>
          <a:bodyPr anchorCtr="0" anchor="t" bIns="0" lIns="0" spcFirstLastPara="1" rIns="0" wrap="square" tIns="0">
            <a:normAutofit lnSpcReduction="20000"/>
          </a:bodyPr>
          <a:lstStyle/>
          <a:p>
            <a:pPr indent="0" lvl="0" marL="0" rtl="0" algn="l">
              <a:spcBef>
                <a:spcPts val="400"/>
              </a:spcBef>
              <a:spcAft>
                <a:spcPts val="200"/>
              </a:spcAft>
              <a:buNone/>
            </a:pPr>
            <a:r>
              <a:rPr lang="en"/>
              <a:t>03</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105"/>
          <p:cNvSpPr txBox="1"/>
          <p:nvPr>
            <p:ph idx="1" type="body"/>
          </p:nvPr>
        </p:nvSpPr>
        <p:spPr>
          <a:xfrm>
            <a:off x="297061" y="1193826"/>
            <a:ext cx="7275300" cy="2746800"/>
          </a:xfrm>
          <a:prstGeom prst="rect">
            <a:avLst/>
          </a:prstGeom>
        </p:spPr>
        <p:txBody>
          <a:bodyPr anchorCtr="0" anchor="b" bIns="0" lIns="0" spcFirstLastPara="1" rIns="0" wrap="square" tIns="0">
            <a:normAutofit/>
          </a:bodyPr>
          <a:lstStyle/>
          <a:p>
            <a:pPr indent="0" lvl="0" marL="0" rtl="0" algn="l">
              <a:spcBef>
                <a:spcPts val="400"/>
              </a:spcBef>
              <a:spcAft>
                <a:spcPts val="200"/>
              </a:spcAft>
              <a:buNone/>
            </a:pPr>
            <a:r>
              <a:rPr lang="en"/>
              <a:t>Chapter title goes here</a:t>
            </a:r>
            <a:endParaRPr/>
          </a:p>
        </p:txBody>
      </p:sp>
      <p:sp>
        <p:nvSpPr>
          <p:cNvPr id="1099" name="Google Shape;1099;p105"/>
          <p:cNvSpPr txBox="1"/>
          <p:nvPr>
            <p:ph idx="2" type="body"/>
          </p:nvPr>
        </p:nvSpPr>
        <p:spPr>
          <a:xfrm>
            <a:off x="297061" y="428625"/>
            <a:ext cx="1281000" cy="716400"/>
          </a:xfrm>
          <a:prstGeom prst="rect">
            <a:avLst/>
          </a:prstGeom>
        </p:spPr>
        <p:txBody>
          <a:bodyPr anchorCtr="0" anchor="t" bIns="0" lIns="0" spcFirstLastPara="1" rIns="0" wrap="square" tIns="0">
            <a:normAutofit lnSpcReduction="20000"/>
          </a:bodyPr>
          <a:lstStyle/>
          <a:p>
            <a:pPr indent="0" lvl="0" marL="0" rtl="0" algn="l">
              <a:spcBef>
                <a:spcPts val="400"/>
              </a:spcBef>
              <a:spcAft>
                <a:spcPts val="200"/>
              </a:spcAft>
              <a:buNone/>
            </a:pPr>
            <a:r>
              <a:rPr lang="en"/>
              <a:t>03</a:t>
            </a:r>
            <a:endParaRPr/>
          </a:p>
        </p:txBody>
      </p:sp>
      <p:sp>
        <p:nvSpPr>
          <p:cNvPr id="1100" name="Google Shape;1100;p105"/>
          <p:cNvSpPr txBox="1"/>
          <p:nvPr>
            <p:ph idx="3" type="body"/>
          </p:nvPr>
        </p:nvSpPr>
        <p:spPr>
          <a:xfrm>
            <a:off x="297061" y="4000923"/>
            <a:ext cx="7241400" cy="717600"/>
          </a:xfrm>
          <a:prstGeom prst="rect">
            <a:avLst/>
          </a:prstGeom>
        </p:spPr>
        <p:txBody>
          <a:bodyPr anchorCtr="0" anchor="b" bIns="0" lIns="0" spcFirstLastPara="1" rIns="0" wrap="square" tIns="0">
            <a:normAutofit/>
          </a:bodyPr>
          <a:lstStyle/>
          <a:p>
            <a:pPr indent="0" lvl="0" marL="0" rtl="0" algn="l">
              <a:spcBef>
                <a:spcPts val="400"/>
              </a:spcBef>
              <a:spcAft>
                <a:spcPts val="200"/>
              </a:spcAft>
              <a:buNone/>
            </a:pPr>
            <a:r>
              <a:rPr lang="en"/>
              <a:t>Subhead goes here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p106"/>
          <p:cNvSpPr txBox="1"/>
          <p:nvPr>
            <p:ph idx="1" type="body"/>
          </p:nvPr>
        </p:nvSpPr>
        <p:spPr>
          <a:xfrm>
            <a:off x="297061" y="1193826"/>
            <a:ext cx="7275300" cy="2746800"/>
          </a:xfrm>
          <a:prstGeom prst="rect">
            <a:avLst/>
          </a:prstGeom>
        </p:spPr>
        <p:txBody>
          <a:bodyPr anchorCtr="0" anchor="b" bIns="0" lIns="0" spcFirstLastPara="1" rIns="0" wrap="square" tIns="0">
            <a:normAutofit/>
          </a:bodyPr>
          <a:lstStyle/>
          <a:p>
            <a:pPr indent="0" lvl="0" marL="0" rtl="0" algn="l">
              <a:spcBef>
                <a:spcPts val="400"/>
              </a:spcBef>
              <a:spcAft>
                <a:spcPts val="200"/>
              </a:spcAft>
              <a:buNone/>
            </a:pPr>
            <a:r>
              <a:rPr lang="en"/>
              <a:t>Chapter title goes here</a:t>
            </a:r>
            <a:endParaRPr/>
          </a:p>
        </p:txBody>
      </p:sp>
      <p:sp>
        <p:nvSpPr>
          <p:cNvPr id="1106" name="Google Shape;1106;p106"/>
          <p:cNvSpPr txBox="1"/>
          <p:nvPr>
            <p:ph idx="2" type="body"/>
          </p:nvPr>
        </p:nvSpPr>
        <p:spPr>
          <a:xfrm>
            <a:off x="297061" y="428625"/>
            <a:ext cx="1281000" cy="716400"/>
          </a:xfrm>
          <a:prstGeom prst="rect">
            <a:avLst/>
          </a:prstGeom>
        </p:spPr>
        <p:txBody>
          <a:bodyPr anchorCtr="0" anchor="t" bIns="0" lIns="0" spcFirstLastPara="1" rIns="0" wrap="square" tIns="0">
            <a:normAutofit lnSpcReduction="20000"/>
          </a:bodyPr>
          <a:lstStyle/>
          <a:p>
            <a:pPr indent="0" lvl="0" marL="0" rtl="0" algn="l">
              <a:spcBef>
                <a:spcPts val="400"/>
              </a:spcBef>
              <a:spcAft>
                <a:spcPts val="200"/>
              </a:spcAft>
              <a:buNone/>
            </a:pPr>
            <a:r>
              <a:rPr lang="en"/>
              <a:t>04</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0" name="Shape 1110"/>
        <p:cNvGrpSpPr/>
        <p:nvPr/>
      </p:nvGrpSpPr>
      <p:grpSpPr>
        <a:xfrm>
          <a:off x="0" y="0"/>
          <a:ext cx="0" cy="0"/>
          <a:chOff x="0" y="0"/>
          <a:chExt cx="0" cy="0"/>
        </a:xfrm>
      </p:grpSpPr>
      <p:sp>
        <p:nvSpPr>
          <p:cNvPr id="1111" name="Google Shape;1111;p107"/>
          <p:cNvSpPr txBox="1"/>
          <p:nvPr>
            <p:ph idx="1" type="body"/>
          </p:nvPr>
        </p:nvSpPr>
        <p:spPr>
          <a:xfrm>
            <a:off x="297061" y="1193826"/>
            <a:ext cx="7275300" cy="2746800"/>
          </a:xfrm>
          <a:prstGeom prst="rect">
            <a:avLst/>
          </a:prstGeom>
        </p:spPr>
        <p:txBody>
          <a:bodyPr anchorCtr="0" anchor="b" bIns="0" lIns="0" spcFirstLastPara="1" rIns="0" wrap="square" tIns="0">
            <a:normAutofit/>
          </a:bodyPr>
          <a:lstStyle/>
          <a:p>
            <a:pPr indent="0" lvl="0" marL="0" rtl="0" algn="l">
              <a:spcBef>
                <a:spcPts val="400"/>
              </a:spcBef>
              <a:spcAft>
                <a:spcPts val="200"/>
              </a:spcAft>
              <a:buNone/>
            </a:pPr>
            <a:r>
              <a:rPr lang="en"/>
              <a:t>Chapter title goes here</a:t>
            </a:r>
            <a:endParaRPr/>
          </a:p>
        </p:txBody>
      </p:sp>
      <p:sp>
        <p:nvSpPr>
          <p:cNvPr id="1112" name="Google Shape;1112;p107"/>
          <p:cNvSpPr txBox="1"/>
          <p:nvPr>
            <p:ph idx="2" type="body"/>
          </p:nvPr>
        </p:nvSpPr>
        <p:spPr>
          <a:xfrm>
            <a:off x="297061" y="428625"/>
            <a:ext cx="1281000" cy="716400"/>
          </a:xfrm>
          <a:prstGeom prst="rect">
            <a:avLst/>
          </a:prstGeom>
        </p:spPr>
        <p:txBody>
          <a:bodyPr anchorCtr="0" anchor="t" bIns="0" lIns="0" spcFirstLastPara="1" rIns="0" wrap="square" tIns="0">
            <a:normAutofit lnSpcReduction="20000"/>
          </a:bodyPr>
          <a:lstStyle/>
          <a:p>
            <a:pPr indent="0" lvl="0" marL="0" rtl="0" algn="l">
              <a:spcBef>
                <a:spcPts val="400"/>
              </a:spcBef>
              <a:spcAft>
                <a:spcPts val="200"/>
              </a:spcAft>
              <a:buNone/>
            </a:pPr>
            <a:r>
              <a:rPr lang="en"/>
              <a:t>04</a:t>
            </a:r>
            <a:endParaRPr/>
          </a:p>
        </p:txBody>
      </p:sp>
      <p:sp>
        <p:nvSpPr>
          <p:cNvPr id="1113" name="Google Shape;1113;p107"/>
          <p:cNvSpPr txBox="1"/>
          <p:nvPr>
            <p:ph idx="3" type="body"/>
          </p:nvPr>
        </p:nvSpPr>
        <p:spPr>
          <a:xfrm>
            <a:off x="297061" y="4000923"/>
            <a:ext cx="7241400" cy="717600"/>
          </a:xfrm>
          <a:prstGeom prst="rect">
            <a:avLst/>
          </a:prstGeom>
        </p:spPr>
        <p:txBody>
          <a:bodyPr anchorCtr="0" anchor="b" bIns="0" lIns="0" spcFirstLastPara="1" rIns="0" wrap="square" tIns="0">
            <a:normAutofit/>
          </a:bodyPr>
          <a:lstStyle/>
          <a:p>
            <a:pPr indent="0" lvl="0" marL="0" rtl="0" algn="l">
              <a:spcBef>
                <a:spcPts val="400"/>
              </a:spcBef>
              <a:spcAft>
                <a:spcPts val="200"/>
              </a:spcAft>
              <a:buNone/>
            </a:pPr>
            <a:r>
              <a:rPr lang="en"/>
              <a:t>Subhead goes here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p108"/>
          <p:cNvSpPr txBox="1"/>
          <p:nvPr>
            <p:ph idx="1" type="body"/>
          </p:nvPr>
        </p:nvSpPr>
        <p:spPr>
          <a:xfrm>
            <a:off x="295955" y="2202180"/>
            <a:ext cx="4757700" cy="2445300"/>
          </a:xfrm>
          <a:prstGeom prst="rect">
            <a:avLst/>
          </a:prstGeom>
        </p:spPr>
        <p:txBody>
          <a:bodyPr anchorCtr="0" anchor="t" bIns="0" lIns="0" spcFirstLastPara="1" rIns="0" wrap="square" tIns="0">
            <a:normAutofit/>
          </a:bodyPr>
          <a:lstStyle/>
          <a:p>
            <a:pPr indent="0" lvl="0" marL="0" rtl="0" algn="l">
              <a:spcBef>
                <a:spcPts val="400"/>
              </a:spcBef>
              <a:spcAft>
                <a:spcPts val="0"/>
              </a:spcAft>
              <a:buNone/>
            </a:pPr>
            <a:r>
              <a:rPr lang="en"/>
              <a:t>Body copy goes here. This slide is great for making statements, or discussing thought leadership </a:t>
            </a:r>
            <a:r>
              <a:rPr lang="en">
                <a:solidFill>
                  <a:schemeClr val="accent5"/>
                </a:solidFill>
                <a:latin typeface="Outfit Medium"/>
                <a:ea typeface="Outfit Medium"/>
                <a:cs typeface="Outfit Medium"/>
                <a:sym typeface="Outfit Medium"/>
              </a:rPr>
              <a:t>without needing accompanying imagery</a:t>
            </a:r>
            <a:r>
              <a:rPr lang="en"/>
              <a:t>. Use these slides intentionally for bolder copy.</a:t>
            </a:r>
            <a:endParaRPr/>
          </a:p>
          <a:p>
            <a:pPr indent="0" lvl="0" marL="0" rtl="0" algn="l">
              <a:spcBef>
                <a:spcPts val="400"/>
              </a:spcBef>
              <a:spcAft>
                <a:spcPts val="200"/>
              </a:spcAft>
              <a:buNone/>
            </a:pPr>
            <a:r>
              <a:t/>
            </a:r>
            <a:endParaRPr/>
          </a:p>
        </p:txBody>
      </p:sp>
      <p:sp>
        <p:nvSpPr>
          <p:cNvPr id="1119" name="Google Shape;1119;p108"/>
          <p:cNvSpPr txBox="1"/>
          <p:nvPr>
            <p:ph idx="2" type="body"/>
          </p:nvPr>
        </p:nvSpPr>
        <p:spPr>
          <a:xfrm>
            <a:off x="295955" y="535781"/>
            <a:ext cx="4757700" cy="1439400"/>
          </a:xfrm>
          <a:prstGeom prst="rect">
            <a:avLst/>
          </a:prstGeom>
        </p:spPr>
        <p:txBody>
          <a:bodyPr anchorCtr="0" anchor="b" bIns="0" lIns="0" spcFirstLastPara="1" rIns="0" wrap="square" tIns="0">
            <a:normAutofit/>
          </a:bodyPr>
          <a:lstStyle/>
          <a:p>
            <a:pPr indent="0" lvl="0" marL="0" rtl="0" algn="l">
              <a:spcBef>
                <a:spcPts val="400"/>
              </a:spcBef>
              <a:spcAft>
                <a:spcPts val="200"/>
              </a:spcAft>
              <a:buNone/>
            </a:pPr>
            <a:r>
              <a:rPr lang="en"/>
              <a:t>Subtitle goes here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109"/>
          <p:cNvSpPr txBox="1"/>
          <p:nvPr>
            <p:ph idx="1" type="body"/>
          </p:nvPr>
        </p:nvSpPr>
        <p:spPr>
          <a:xfrm>
            <a:off x="295955" y="2202180"/>
            <a:ext cx="4757700" cy="2445300"/>
          </a:xfrm>
          <a:prstGeom prst="rect">
            <a:avLst/>
          </a:prstGeom>
        </p:spPr>
        <p:txBody>
          <a:bodyPr anchorCtr="0" anchor="t" bIns="0" lIns="0" spcFirstLastPara="1" rIns="0" wrap="square" tIns="0">
            <a:normAutofit/>
          </a:bodyPr>
          <a:lstStyle/>
          <a:p>
            <a:pPr indent="0" lvl="0" marL="0" rtl="0" algn="l">
              <a:spcBef>
                <a:spcPts val="400"/>
              </a:spcBef>
              <a:spcAft>
                <a:spcPts val="200"/>
              </a:spcAft>
              <a:buNone/>
            </a:pPr>
            <a:r>
              <a:rPr lang="en"/>
              <a:t>Body copy goes here. This slide is great for making statements, or discussing thought leadership </a:t>
            </a:r>
            <a:r>
              <a:rPr lang="en">
                <a:solidFill>
                  <a:schemeClr val="accent5"/>
                </a:solidFill>
                <a:latin typeface="Outfit Medium"/>
                <a:ea typeface="Outfit Medium"/>
                <a:cs typeface="Outfit Medium"/>
                <a:sym typeface="Outfit Medium"/>
              </a:rPr>
              <a:t>without needing accompanying imagery</a:t>
            </a:r>
            <a:r>
              <a:rPr lang="en"/>
              <a:t>. Use these slides intentionally for bolder copy.</a:t>
            </a:r>
            <a:endParaRPr/>
          </a:p>
        </p:txBody>
      </p:sp>
      <p:sp>
        <p:nvSpPr>
          <p:cNvPr id="1125" name="Google Shape;1125;p109"/>
          <p:cNvSpPr txBox="1"/>
          <p:nvPr/>
        </p:nvSpPr>
        <p:spPr>
          <a:xfrm>
            <a:off x="295955" y="535781"/>
            <a:ext cx="4757700" cy="1439400"/>
          </a:xfrm>
          <a:prstGeom prst="rect">
            <a:avLst/>
          </a:prstGeom>
          <a:noFill/>
          <a:ln>
            <a:noFill/>
          </a:ln>
        </p:spPr>
        <p:txBody>
          <a:bodyPr anchorCtr="0" anchor="b" bIns="0" lIns="0" spcFirstLastPara="1" rIns="0" wrap="square" tIns="0">
            <a:normAutofit/>
          </a:bodyPr>
          <a:lstStyle/>
          <a:p>
            <a:pPr indent="0" lvl="0" marL="0" rtl="0" algn="l">
              <a:lnSpc>
                <a:spcPct val="90000"/>
              </a:lnSpc>
              <a:spcBef>
                <a:spcPts val="400"/>
              </a:spcBef>
              <a:spcAft>
                <a:spcPts val="200"/>
              </a:spcAft>
              <a:buNone/>
            </a:pPr>
            <a:r>
              <a:rPr lang="en" sz="3000">
                <a:solidFill>
                  <a:srgbClr val="90E39A"/>
                </a:solidFill>
                <a:latin typeface="Outfit"/>
                <a:ea typeface="Outfit"/>
                <a:cs typeface="Outfit"/>
                <a:sym typeface="Outfit"/>
              </a:rPr>
              <a:t>Subtitle goes here</a:t>
            </a:r>
            <a:endParaRPr sz="3000">
              <a:solidFill>
                <a:srgbClr val="90E39A"/>
              </a:solidFill>
              <a:latin typeface="Outfit"/>
              <a:ea typeface="Outfit"/>
              <a:cs typeface="Outfit"/>
              <a:sym typeface="Outfi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9" name="Shape 1129"/>
        <p:cNvGrpSpPr/>
        <p:nvPr/>
      </p:nvGrpSpPr>
      <p:grpSpPr>
        <a:xfrm>
          <a:off x="0" y="0"/>
          <a:ext cx="0" cy="0"/>
          <a:chOff x="0" y="0"/>
          <a:chExt cx="0" cy="0"/>
        </a:xfrm>
      </p:grpSpPr>
      <p:sp>
        <p:nvSpPr>
          <p:cNvPr id="1130" name="Google Shape;1130;p110"/>
          <p:cNvSpPr txBox="1"/>
          <p:nvPr>
            <p:ph idx="1" type="body"/>
          </p:nvPr>
        </p:nvSpPr>
        <p:spPr>
          <a:xfrm>
            <a:off x="295955" y="2202180"/>
            <a:ext cx="4757700" cy="2445300"/>
          </a:xfrm>
          <a:prstGeom prst="rect">
            <a:avLst/>
          </a:prstGeom>
        </p:spPr>
        <p:txBody>
          <a:bodyPr anchorCtr="0" anchor="t" bIns="0" lIns="0" spcFirstLastPara="1" rIns="0" wrap="square" tIns="0">
            <a:normAutofit/>
          </a:bodyPr>
          <a:lstStyle/>
          <a:p>
            <a:pPr indent="0" lvl="0" marL="0" rtl="0" algn="l">
              <a:spcBef>
                <a:spcPts val="400"/>
              </a:spcBef>
              <a:spcAft>
                <a:spcPts val="0"/>
              </a:spcAft>
              <a:buNone/>
            </a:pPr>
            <a:r>
              <a:rPr lang="en"/>
              <a:t>Body copy goes here. This slide is great for making statements, or discussing thought leadership </a:t>
            </a:r>
            <a:r>
              <a:rPr lang="en">
                <a:solidFill>
                  <a:srgbClr val="F9B379"/>
                </a:solidFill>
                <a:latin typeface="Outfit Medium"/>
                <a:ea typeface="Outfit Medium"/>
                <a:cs typeface="Outfit Medium"/>
                <a:sym typeface="Outfit Medium"/>
              </a:rPr>
              <a:t>without needing accompanying imagery</a:t>
            </a:r>
            <a:r>
              <a:rPr lang="en"/>
              <a:t>. Use these slides intentionally for bolder copy.</a:t>
            </a:r>
            <a:endParaRPr/>
          </a:p>
          <a:p>
            <a:pPr indent="0" lvl="0" marL="0" rtl="0" algn="l">
              <a:spcBef>
                <a:spcPts val="400"/>
              </a:spcBef>
              <a:spcAft>
                <a:spcPts val="200"/>
              </a:spcAft>
              <a:buNone/>
            </a:pPr>
            <a:r>
              <a:t/>
            </a:r>
            <a:endParaRPr/>
          </a:p>
        </p:txBody>
      </p:sp>
      <p:sp>
        <p:nvSpPr>
          <p:cNvPr id="1131" name="Google Shape;1131;p110"/>
          <p:cNvSpPr txBox="1"/>
          <p:nvPr>
            <p:ph idx="2" type="body"/>
          </p:nvPr>
        </p:nvSpPr>
        <p:spPr>
          <a:xfrm>
            <a:off x="295955" y="535781"/>
            <a:ext cx="4757700" cy="1439400"/>
          </a:xfrm>
          <a:prstGeom prst="rect">
            <a:avLst/>
          </a:prstGeom>
        </p:spPr>
        <p:txBody>
          <a:bodyPr anchorCtr="0" anchor="b" bIns="0" lIns="0" spcFirstLastPara="1" rIns="0" wrap="square" tIns="0">
            <a:normAutofit/>
          </a:bodyPr>
          <a:lstStyle/>
          <a:p>
            <a:pPr indent="0" lvl="0" marL="0" rtl="0" algn="l">
              <a:spcBef>
                <a:spcPts val="400"/>
              </a:spcBef>
              <a:spcAft>
                <a:spcPts val="200"/>
              </a:spcAft>
              <a:buNone/>
            </a:pPr>
            <a:r>
              <a:rPr lang="en"/>
              <a:t>Subtitle goes here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sp>
        <p:nvSpPr>
          <p:cNvPr id="1136" name="Google Shape;1136;p111"/>
          <p:cNvSpPr txBox="1"/>
          <p:nvPr>
            <p:ph idx="1" type="body"/>
          </p:nvPr>
        </p:nvSpPr>
        <p:spPr>
          <a:xfrm>
            <a:off x="295955" y="2202180"/>
            <a:ext cx="4757700" cy="2445300"/>
          </a:xfrm>
          <a:prstGeom prst="rect">
            <a:avLst/>
          </a:prstGeom>
        </p:spPr>
        <p:txBody>
          <a:bodyPr anchorCtr="0" anchor="t" bIns="0" lIns="0" spcFirstLastPara="1" rIns="0" wrap="square" tIns="0">
            <a:normAutofit/>
          </a:bodyPr>
          <a:lstStyle/>
          <a:p>
            <a:pPr indent="0" lvl="0" marL="0" rtl="0" algn="l">
              <a:spcBef>
                <a:spcPts val="400"/>
              </a:spcBef>
              <a:spcAft>
                <a:spcPts val="0"/>
              </a:spcAft>
              <a:buNone/>
            </a:pPr>
            <a:r>
              <a:rPr lang="en"/>
              <a:t>Body copy goes here. This slide is great for making statements, or discussing thought leadership </a:t>
            </a:r>
            <a:r>
              <a:rPr lang="en">
                <a:solidFill>
                  <a:srgbClr val="C39ADA"/>
                </a:solidFill>
                <a:latin typeface="Outfit Medium"/>
                <a:ea typeface="Outfit Medium"/>
                <a:cs typeface="Outfit Medium"/>
                <a:sym typeface="Outfit Medium"/>
              </a:rPr>
              <a:t>without needing accompanying imagery</a:t>
            </a:r>
            <a:r>
              <a:rPr lang="en"/>
              <a:t>. Use these slides intentionally for bolder copy.</a:t>
            </a:r>
            <a:endParaRPr/>
          </a:p>
          <a:p>
            <a:pPr indent="0" lvl="0" marL="0" rtl="0" algn="l">
              <a:spcBef>
                <a:spcPts val="400"/>
              </a:spcBef>
              <a:spcAft>
                <a:spcPts val="200"/>
              </a:spcAft>
              <a:buNone/>
            </a:pPr>
            <a:r>
              <a:t/>
            </a:r>
            <a:endParaRPr/>
          </a:p>
        </p:txBody>
      </p:sp>
      <p:sp>
        <p:nvSpPr>
          <p:cNvPr id="1137" name="Google Shape;1137;p111"/>
          <p:cNvSpPr txBox="1"/>
          <p:nvPr>
            <p:ph idx="2" type="body"/>
          </p:nvPr>
        </p:nvSpPr>
        <p:spPr>
          <a:xfrm>
            <a:off x="295955" y="535781"/>
            <a:ext cx="4757700" cy="1439400"/>
          </a:xfrm>
          <a:prstGeom prst="rect">
            <a:avLst/>
          </a:prstGeom>
        </p:spPr>
        <p:txBody>
          <a:bodyPr anchorCtr="0" anchor="b" bIns="0" lIns="0" spcFirstLastPara="1" rIns="0" wrap="square" tIns="0">
            <a:normAutofit/>
          </a:bodyPr>
          <a:lstStyle/>
          <a:p>
            <a:pPr indent="0" lvl="0" marL="0" rtl="0" algn="l">
              <a:spcBef>
                <a:spcPts val="400"/>
              </a:spcBef>
              <a:spcAft>
                <a:spcPts val="200"/>
              </a:spcAft>
              <a:buNone/>
            </a:pPr>
            <a:r>
              <a:rPr lang="en"/>
              <a:t>Subtitle goes here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p112"/>
          <p:cNvSpPr txBox="1"/>
          <p:nvPr>
            <p:ph idx="1" type="body"/>
          </p:nvPr>
        </p:nvSpPr>
        <p:spPr>
          <a:xfrm>
            <a:off x="295955" y="2202180"/>
            <a:ext cx="4757700" cy="2445300"/>
          </a:xfrm>
          <a:prstGeom prst="rect">
            <a:avLst/>
          </a:prstGeom>
        </p:spPr>
        <p:txBody>
          <a:bodyPr anchorCtr="0" anchor="t" bIns="0" lIns="0" spcFirstLastPara="1" rIns="0" wrap="square" tIns="0">
            <a:normAutofit/>
          </a:bodyPr>
          <a:lstStyle/>
          <a:p>
            <a:pPr indent="0" lvl="0" marL="0" rtl="0" algn="l">
              <a:spcBef>
                <a:spcPts val="400"/>
              </a:spcBef>
              <a:spcAft>
                <a:spcPts val="0"/>
              </a:spcAft>
              <a:buNone/>
            </a:pPr>
            <a:r>
              <a:rPr lang="en"/>
              <a:t>Body copy goes here. This slide is great for making statements, or discussing thought leadership </a:t>
            </a:r>
            <a:r>
              <a:rPr lang="en">
                <a:solidFill>
                  <a:srgbClr val="82B2D8"/>
                </a:solidFill>
                <a:latin typeface="Outfit Medium"/>
                <a:ea typeface="Outfit Medium"/>
                <a:cs typeface="Outfit Medium"/>
                <a:sym typeface="Outfit Medium"/>
              </a:rPr>
              <a:t>without needing accompanying imagery</a:t>
            </a:r>
            <a:r>
              <a:rPr lang="en"/>
              <a:t>. Use these slides intentionally for bolder copy.</a:t>
            </a:r>
            <a:endParaRPr/>
          </a:p>
          <a:p>
            <a:pPr indent="0" lvl="0" marL="0" rtl="0" algn="l">
              <a:spcBef>
                <a:spcPts val="200"/>
              </a:spcBef>
              <a:spcAft>
                <a:spcPts val="200"/>
              </a:spcAft>
              <a:buNone/>
            </a:pPr>
            <a:r>
              <a:t/>
            </a:r>
            <a:endParaRPr/>
          </a:p>
        </p:txBody>
      </p:sp>
      <p:sp>
        <p:nvSpPr>
          <p:cNvPr id="1143" name="Google Shape;1143;p112"/>
          <p:cNvSpPr txBox="1"/>
          <p:nvPr/>
        </p:nvSpPr>
        <p:spPr>
          <a:xfrm>
            <a:off x="295955" y="535781"/>
            <a:ext cx="4757700" cy="1439400"/>
          </a:xfrm>
          <a:prstGeom prst="rect">
            <a:avLst/>
          </a:prstGeom>
          <a:noFill/>
          <a:ln>
            <a:noFill/>
          </a:ln>
        </p:spPr>
        <p:txBody>
          <a:bodyPr anchorCtr="0" anchor="b" bIns="0" lIns="0" spcFirstLastPara="1" rIns="0" wrap="square" tIns="0">
            <a:normAutofit/>
          </a:bodyPr>
          <a:lstStyle/>
          <a:p>
            <a:pPr indent="0" lvl="0" marL="0" rtl="0" algn="l">
              <a:lnSpc>
                <a:spcPct val="90000"/>
              </a:lnSpc>
              <a:spcBef>
                <a:spcPts val="400"/>
              </a:spcBef>
              <a:spcAft>
                <a:spcPts val="200"/>
              </a:spcAft>
              <a:buNone/>
            </a:pPr>
            <a:r>
              <a:rPr lang="en" sz="3000">
                <a:solidFill>
                  <a:schemeClr val="accent2"/>
                </a:solidFill>
                <a:latin typeface="Outfit"/>
                <a:ea typeface="Outfit"/>
                <a:cs typeface="Outfit"/>
                <a:sym typeface="Outfit"/>
              </a:rPr>
              <a:t>Subtitle goes here</a:t>
            </a:r>
            <a:endParaRPr sz="3000">
              <a:solidFill>
                <a:schemeClr val="accent2"/>
              </a:solidFill>
              <a:latin typeface="Outfit"/>
              <a:ea typeface="Outfit"/>
              <a:cs typeface="Outfit"/>
              <a:sym typeface="Outfit"/>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p113"/>
          <p:cNvSpPr txBox="1"/>
          <p:nvPr>
            <p:ph type="title"/>
          </p:nvPr>
        </p:nvSpPr>
        <p:spPr>
          <a:xfrm>
            <a:off x="285750" y="285750"/>
            <a:ext cx="4079100" cy="4667100"/>
          </a:xfrm>
          <a:prstGeom prst="rect">
            <a:avLst/>
          </a:prstGeom>
          <a:noFill/>
          <a:ln>
            <a:noFill/>
          </a:ln>
        </p:spPr>
        <p:txBody>
          <a:bodyPr anchorCtr="0" anchor="t" bIns="34275" lIns="0" spcFirstLastPara="1" rIns="0" wrap="square" tIns="0">
            <a:normAutofit/>
          </a:bodyPr>
          <a:lstStyle/>
          <a:p>
            <a:pPr indent="0" lvl="0" marL="0" rtl="0" algn="l">
              <a:lnSpc>
                <a:spcPct val="90000"/>
              </a:lnSpc>
              <a:spcBef>
                <a:spcPts val="0"/>
              </a:spcBef>
              <a:spcAft>
                <a:spcPts val="0"/>
              </a:spcAft>
              <a:buClr>
                <a:schemeClr val="dk1"/>
              </a:buClr>
              <a:buSzPts val="3800"/>
              <a:buFont typeface="Outfit"/>
              <a:buNone/>
            </a:pPr>
            <a:r>
              <a:rPr lang="en">
                <a:solidFill>
                  <a:srgbClr val="AFC9B9"/>
                </a:solidFill>
              </a:rPr>
              <a:t>01 </a:t>
            </a:r>
            <a:r>
              <a:rPr lang="en"/>
              <a:t>Section</a:t>
            </a:r>
            <a:br>
              <a:rPr lang="en"/>
            </a:br>
            <a:r>
              <a:rPr lang="en">
                <a:solidFill>
                  <a:srgbClr val="AFC9B9"/>
                </a:solidFill>
              </a:rPr>
              <a:t>02</a:t>
            </a:r>
            <a:r>
              <a:rPr lang="en"/>
              <a:t> Section</a:t>
            </a:r>
            <a:br>
              <a:rPr lang="en"/>
            </a:br>
            <a:r>
              <a:rPr lang="en">
                <a:solidFill>
                  <a:srgbClr val="AFC9B9"/>
                </a:solidFill>
              </a:rPr>
              <a:t>03 </a:t>
            </a:r>
            <a:r>
              <a:rPr lang="en"/>
              <a:t>Section</a:t>
            </a:r>
            <a:br>
              <a:rPr lang="en"/>
            </a:br>
            <a:r>
              <a:rPr lang="en">
                <a:solidFill>
                  <a:srgbClr val="AFC9B9"/>
                </a:solidFill>
              </a:rPr>
              <a:t>04 </a:t>
            </a:r>
            <a:r>
              <a:rPr lang="en"/>
              <a:t>Section</a:t>
            </a:r>
            <a:br>
              <a:rPr lang="en"/>
            </a:br>
            <a:r>
              <a:rPr lang="en">
                <a:solidFill>
                  <a:srgbClr val="AFC9B9"/>
                </a:solidFill>
              </a:rPr>
              <a:t>05 </a:t>
            </a:r>
            <a:r>
              <a:rPr lang="en"/>
              <a:t>Section</a:t>
            </a:r>
            <a:endParaRPr/>
          </a:p>
        </p:txBody>
      </p:sp>
      <p:sp>
        <p:nvSpPr>
          <p:cNvPr id="1149" name="Google Shape;1149;p113"/>
          <p:cNvSpPr txBox="1"/>
          <p:nvPr>
            <p:ph idx="10" type="dt"/>
          </p:nvPr>
        </p:nvSpPr>
        <p:spPr>
          <a:xfrm>
            <a:off x="285750" y="4753346"/>
            <a:ext cx="2057400" cy="1998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Clr>
                <a:schemeClr val="dk1"/>
              </a:buClr>
              <a:buSzPts val="500"/>
              <a:buFont typeface="Outfit"/>
              <a:buNone/>
            </a:pPr>
            <a:r>
              <a:rPr lang="en"/>
              <a:t>March 2025</a:t>
            </a:r>
            <a:endParaRPr/>
          </a:p>
        </p:txBody>
      </p:sp>
      <p:sp>
        <p:nvSpPr>
          <p:cNvPr id="1150" name="Google Shape;1150;p113"/>
          <p:cNvSpPr txBox="1"/>
          <p:nvPr>
            <p:ph idx="12" type="sldNum"/>
          </p:nvPr>
        </p:nvSpPr>
        <p:spPr>
          <a:xfrm>
            <a:off x="6753225" y="4767263"/>
            <a:ext cx="2057400" cy="1857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Clr>
                <a:schemeClr val="dk1"/>
              </a:buClr>
              <a:buSzPts val="500"/>
              <a:buFont typeface="Outfi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4" name="Shape 1154"/>
        <p:cNvGrpSpPr/>
        <p:nvPr/>
      </p:nvGrpSpPr>
      <p:grpSpPr>
        <a:xfrm>
          <a:off x="0" y="0"/>
          <a:ext cx="0" cy="0"/>
          <a:chOff x="0" y="0"/>
          <a:chExt cx="0" cy="0"/>
        </a:xfrm>
      </p:grpSpPr>
      <p:sp>
        <p:nvSpPr>
          <p:cNvPr id="1155" name="Google Shape;1155;p114"/>
          <p:cNvSpPr txBox="1"/>
          <p:nvPr>
            <p:ph idx="1" type="body"/>
          </p:nvPr>
        </p:nvSpPr>
        <p:spPr>
          <a:xfrm>
            <a:off x="295955" y="1915681"/>
            <a:ext cx="7758900" cy="27759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Font typeface="Arial"/>
              <a:buNone/>
            </a:pPr>
            <a:r>
              <a:rPr lang="en"/>
              <a:t>Lorem ipsum dolor sit amet, consectetur adipiscing elit. Lorem ipsum dolor sit amet, consectetur adipiscing elit. Lorem ipsum dolor sit amet, consectetur adipiscing elit, sed do eiusmod tempor incididunt ut labore et dolore magna aliqua.</a:t>
            </a:r>
            <a:endParaRPr/>
          </a:p>
        </p:txBody>
      </p:sp>
      <p:sp>
        <p:nvSpPr>
          <p:cNvPr id="1156" name="Google Shape;1156;p114"/>
          <p:cNvSpPr txBox="1"/>
          <p:nvPr>
            <p:ph idx="2" type="body"/>
          </p:nvPr>
        </p:nvSpPr>
        <p:spPr>
          <a:xfrm>
            <a:off x="295955" y="1521619"/>
            <a:ext cx="7758900" cy="233700"/>
          </a:xfrm>
          <a:prstGeom prst="rect">
            <a:avLst/>
          </a:prstGeom>
          <a:noFill/>
          <a:ln>
            <a:noFill/>
          </a:ln>
        </p:spPr>
        <p:txBody>
          <a:bodyPr anchorCtr="0" anchor="t" bIns="0" lIns="0" spcFirstLastPara="1" rIns="0" wrap="square" tIns="0">
            <a:normAutofit lnSpcReduction="10000"/>
          </a:bodyPr>
          <a:lstStyle/>
          <a:p>
            <a:pPr indent="0" lvl="0" marL="0" rtl="0" algn="l">
              <a:lnSpc>
                <a:spcPct val="100000"/>
              </a:lnSpc>
              <a:spcBef>
                <a:spcPts val="0"/>
              </a:spcBef>
              <a:spcAft>
                <a:spcPts val="0"/>
              </a:spcAft>
              <a:buClr>
                <a:srgbClr val="226548"/>
              </a:buClr>
              <a:buSzPts val="1700"/>
              <a:buNone/>
            </a:pPr>
            <a:r>
              <a:rPr lang="en"/>
              <a:t>Subhead goes here</a:t>
            </a:r>
            <a:endParaRPr/>
          </a:p>
        </p:txBody>
      </p:sp>
      <p:sp>
        <p:nvSpPr>
          <p:cNvPr id="1157" name="Google Shape;1157;p114"/>
          <p:cNvSpPr txBox="1"/>
          <p:nvPr>
            <p:ph type="title"/>
          </p:nvPr>
        </p:nvSpPr>
        <p:spPr>
          <a:xfrm>
            <a:off x="295955" y="594518"/>
            <a:ext cx="7758900" cy="6420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dk1"/>
              </a:buClr>
              <a:buSzPts val="3800"/>
              <a:buFont typeface="Outfit"/>
              <a:buNone/>
            </a:pPr>
            <a:r>
              <a:rPr lang="en"/>
              <a:t>Headline goes here</a:t>
            </a:r>
            <a:endParaRPr/>
          </a:p>
        </p:txBody>
      </p:sp>
      <p:sp>
        <p:nvSpPr>
          <p:cNvPr id="1158" name="Google Shape;1158;p114"/>
          <p:cNvSpPr txBox="1"/>
          <p:nvPr>
            <p:ph idx="10" type="dt"/>
          </p:nvPr>
        </p:nvSpPr>
        <p:spPr>
          <a:xfrm>
            <a:off x="285750" y="4753346"/>
            <a:ext cx="2057400" cy="1998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Clr>
                <a:schemeClr val="dk1"/>
              </a:buClr>
              <a:buSzPts val="500"/>
              <a:buFont typeface="Outfit"/>
              <a:buNone/>
            </a:pPr>
            <a:r>
              <a:rPr lang="en"/>
              <a:t>March 2025</a:t>
            </a:r>
            <a:endParaRPr/>
          </a:p>
        </p:txBody>
      </p:sp>
      <p:sp>
        <p:nvSpPr>
          <p:cNvPr id="1159" name="Google Shape;1159;p114"/>
          <p:cNvSpPr txBox="1"/>
          <p:nvPr>
            <p:ph idx="12" type="sldNum"/>
          </p:nvPr>
        </p:nvSpPr>
        <p:spPr>
          <a:xfrm>
            <a:off x="6753225" y="4767263"/>
            <a:ext cx="2057400" cy="1857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3" name="Shape 1163"/>
        <p:cNvGrpSpPr/>
        <p:nvPr/>
      </p:nvGrpSpPr>
      <p:grpSpPr>
        <a:xfrm>
          <a:off x="0" y="0"/>
          <a:ext cx="0" cy="0"/>
          <a:chOff x="0" y="0"/>
          <a:chExt cx="0" cy="0"/>
        </a:xfrm>
      </p:grpSpPr>
      <p:sp>
        <p:nvSpPr>
          <p:cNvPr id="1164" name="Google Shape;1164;p115"/>
          <p:cNvSpPr txBox="1"/>
          <p:nvPr>
            <p:ph idx="1" type="body"/>
          </p:nvPr>
        </p:nvSpPr>
        <p:spPr>
          <a:xfrm>
            <a:off x="295955" y="1915681"/>
            <a:ext cx="4018800" cy="27759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t>Lorem ipsum dolor sit amet, consectetur adipiscing elit. Lorem ipsum dolor sit amet, consectetur adipiscing elit. Lorem ipsum dolor sit amet, consectetur adipiscing elit, sed do eiusmod tempor incididunt ut labore et dolore magna aliqua.</a:t>
            </a:r>
            <a:endParaRPr/>
          </a:p>
        </p:txBody>
      </p:sp>
      <p:sp>
        <p:nvSpPr>
          <p:cNvPr id="1165" name="Google Shape;1165;p115"/>
          <p:cNvSpPr txBox="1"/>
          <p:nvPr>
            <p:ph idx="2" type="body"/>
          </p:nvPr>
        </p:nvSpPr>
        <p:spPr>
          <a:xfrm>
            <a:off x="295955" y="1521619"/>
            <a:ext cx="4018800" cy="233700"/>
          </a:xfrm>
          <a:prstGeom prst="rect">
            <a:avLst/>
          </a:prstGeom>
          <a:noFill/>
          <a:ln>
            <a:noFill/>
          </a:ln>
        </p:spPr>
        <p:txBody>
          <a:bodyPr anchorCtr="0" anchor="t" bIns="0" lIns="0" spcFirstLastPara="1" rIns="0" wrap="square" tIns="0">
            <a:normAutofit lnSpcReduction="10000"/>
          </a:bodyPr>
          <a:lstStyle/>
          <a:p>
            <a:pPr indent="0" lvl="0" marL="0" rtl="0" algn="l">
              <a:lnSpc>
                <a:spcPct val="100000"/>
              </a:lnSpc>
              <a:spcBef>
                <a:spcPts val="0"/>
              </a:spcBef>
              <a:spcAft>
                <a:spcPts val="0"/>
              </a:spcAft>
              <a:buClr>
                <a:srgbClr val="226548"/>
              </a:buClr>
              <a:buSzPts val="1700"/>
              <a:buNone/>
            </a:pPr>
            <a:r>
              <a:t/>
            </a:r>
            <a:endParaRPr/>
          </a:p>
        </p:txBody>
      </p:sp>
      <p:sp>
        <p:nvSpPr>
          <p:cNvPr id="1166" name="Google Shape;1166;p115"/>
          <p:cNvSpPr txBox="1"/>
          <p:nvPr>
            <p:ph idx="3" type="body"/>
          </p:nvPr>
        </p:nvSpPr>
        <p:spPr>
          <a:xfrm>
            <a:off x="4556919" y="1915681"/>
            <a:ext cx="4018800" cy="27759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t>Lorem ipsum dolor sit amet, consectetur adipiscing elit. Lorem ipsum dolor sit amet, consectetur adipiscing elit. Lorem ipsum dolor sit amet, consectetur adipiscing elit, sed do eiusmod tempor incididunt ut labore et dolore magna aliqua.</a:t>
            </a:r>
            <a:endParaRPr/>
          </a:p>
        </p:txBody>
      </p:sp>
      <p:sp>
        <p:nvSpPr>
          <p:cNvPr id="1167" name="Google Shape;1167;p115"/>
          <p:cNvSpPr txBox="1"/>
          <p:nvPr>
            <p:ph idx="4" type="body"/>
          </p:nvPr>
        </p:nvSpPr>
        <p:spPr>
          <a:xfrm>
            <a:off x="4556918" y="1521619"/>
            <a:ext cx="4018800" cy="233700"/>
          </a:xfrm>
          <a:prstGeom prst="rect">
            <a:avLst/>
          </a:prstGeom>
          <a:noFill/>
          <a:ln>
            <a:noFill/>
          </a:ln>
        </p:spPr>
        <p:txBody>
          <a:bodyPr anchorCtr="0" anchor="t" bIns="0" lIns="0" spcFirstLastPara="1" rIns="0" wrap="square" tIns="0">
            <a:normAutofit lnSpcReduction="10000"/>
          </a:bodyPr>
          <a:lstStyle/>
          <a:p>
            <a:pPr indent="0" lvl="0" marL="0" rtl="0" algn="l">
              <a:lnSpc>
                <a:spcPct val="100000"/>
              </a:lnSpc>
              <a:spcBef>
                <a:spcPts val="0"/>
              </a:spcBef>
              <a:spcAft>
                <a:spcPts val="0"/>
              </a:spcAft>
              <a:buClr>
                <a:srgbClr val="226548"/>
              </a:buClr>
              <a:buSzPts val="1700"/>
              <a:buNone/>
            </a:pPr>
            <a:r>
              <a:t/>
            </a:r>
            <a:endParaRPr/>
          </a:p>
        </p:txBody>
      </p:sp>
      <p:sp>
        <p:nvSpPr>
          <p:cNvPr id="1168" name="Google Shape;1168;p115"/>
          <p:cNvSpPr txBox="1"/>
          <p:nvPr>
            <p:ph type="title"/>
          </p:nvPr>
        </p:nvSpPr>
        <p:spPr>
          <a:xfrm>
            <a:off x="295955" y="594518"/>
            <a:ext cx="7758900" cy="6420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dk1"/>
              </a:buClr>
              <a:buSzPts val="3800"/>
              <a:buFont typeface="Outfit"/>
              <a:buNone/>
            </a:pPr>
            <a:r>
              <a:rPr lang="en"/>
              <a:t>Headline goes here</a:t>
            </a:r>
            <a:endParaRPr/>
          </a:p>
        </p:txBody>
      </p:sp>
      <p:sp>
        <p:nvSpPr>
          <p:cNvPr id="1169" name="Google Shape;1169;p115"/>
          <p:cNvSpPr txBox="1"/>
          <p:nvPr>
            <p:ph idx="10" type="dt"/>
          </p:nvPr>
        </p:nvSpPr>
        <p:spPr>
          <a:xfrm>
            <a:off x="285750" y="4753346"/>
            <a:ext cx="2057400" cy="1998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Clr>
                <a:schemeClr val="dk1"/>
              </a:buClr>
              <a:buSzPts val="500"/>
              <a:buFont typeface="Outfit"/>
              <a:buNone/>
            </a:pPr>
            <a:r>
              <a:rPr lang="en"/>
              <a:t>March 2025</a:t>
            </a:r>
            <a:endParaRPr/>
          </a:p>
        </p:txBody>
      </p:sp>
      <p:sp>
        <p:nvSpPr>
          <p:cNvPr id="1170" name="Google Shape;1170;p115"/>
          <p:cNvSpPr txBox="1"/>
          <p:nvPr>
            <p:ph idx="12" type="sldNum"/>
          </p:nvPr>
        </p:nvSpPr>
        <p:spPr>
          <a:xfrm>
            <a:off x="6753225" y="4767263"/>
            <a:ext cx="2057400" cy="1857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Clr>
                <a:schemeClr val="dk1"/>
              </a:buClr>
              <a:buSzPts val="500"/>
              <a:buFont typeface="Outfit"/>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4" name="Shape 1174"/>
        <p:cNvGrpSpPr/>
        <p:nvPr/>
      </p:nvGrpSpPr>
      <p:grpSpPr>
        <a:xfrm>
          <a:off x="0" y="0"/>
          <a:ext cx="0" cy="0"/>
          <a:chOff x="0" y="0"/>
          <a:chExt cx="0" cy="0"/>
        </a:xfrm>
      </p:grpSpPr>
      <p:sp>
        <p:nvSpPr>
          <p:cNvPr id="1175" name="Google Shape;1175;p116"/>
          <p:cNvSpPr txBox="1"/>
          <p:nvPr>
            <p:ph idx="10" type="dt"/>
          </p:nvPr>
        </p:nvSpPr>
        <p:spPr>
          <a:xfrm>
            <a:off x="285750" y="4753346"/>
            <a:ext cx="2057400" cy="1998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Clr>
                <a:schemeClr val="dk1"/>
              </a:buClr>
              <a:buSzPts val="500"/>
              <a:buFont typeface="Outfit"/>
              <a:buNone/>
            </a:pPr>
            <a:r>
              <a:rPr lang="en"/>
              <a:t>March 2025</a:t>
            </a:r>
            <a:endParaRPr/>
          </a:p>
        </p:txBody>
      </p:sp>
      <p:sp>
        <p:nvSpPr>
          <p:cNvPr id="1176" name="Google Shape;1176;p116"/>
          <p:cNvSpPr txBox="1"/>
          <p:nvPr>
            <p:ph idx="1" type="body"/>
          </p:nvPr>
        </p:nvSpPr>
        <p:spPr>
          <a:xfrm>
            <a:off x="295955" y="2206752"/>
            <a:ext cx="2767500" cy="24849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t>Lorem ipsum dolor sit amet, consectetur adipiscing elit. Lorem ipsum dolor sit amet, consectetur adipiscing elit. Lorem ipsum dolor sit amet, consectetur adipiscing elit, sed do eiusmod tempor incididunt ut labore et dolore magna aliqua.</a:t>
            </a:r>
            <a:endParaRPr/>
          </a:p>
        </p:txBody>
      </p:sp>
      <p:sp>
        <p:nvSpPr>
          <p:cNvPr id="1177" name="Google Shape;1177;p116"/>
          <p:cNvSpPr txBox="1"/>
          <p:nvPr>
            <p:ph idx="2" type="body"/>
          </p:nvPr>
        </p:nvSpPr>
        <p:spPr>
          <a:xfrm>
            <a:off x="295956" y="1521619"/>
            <a:ext cx="2767500" cy="5505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rgbClr val="226548"/>
              </a:buClr>
              <a:buSzPts val="1500"/>
              <a:buNone/>
            </a:pPr>
            <a:r>
              <a:t/>
            </a:r>
            <a:endParaRPr/>
          </a:p>
        </p:txBody>
      </p:sp>
      <p:sp>
        <p:nvSpPr>
          <p:cNvPr id="1178" name="Google Shape;1178;p116"/>
          <p:cNvSpPr txBox="1"/>
          <p:nvPr>
            <p:ph idx="3" type="body"/>
          </p:nvPr>
        </p:nvSpPr>
        <p:spPr>
          <a:xfrm>
            <a:off x="3174504" y="2206752"/>
            <a:ext cx="2762400" cy="24849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t>Lorem ipsum dolor sit amet, consectetur adipiscing elit. Lorem ipsum dolor sit amet, consectetur adipiscing elit. Lorem ipsum dolor sit amet, consectetur adipiscing elit, sed do eiusmod tempor incididunt ut labore et dolore magna aliqua.</a:t>
            </a:r>
            <a:endParaRPr/>
          </a:p>
        </p:txBody>
      </p:sp>
      <p:sp>
        <p:nvSpPr>
          <p:cNvPr id="1179" name="Google Shape;1179;p116"/>
          <p:cNvSpPr txBox="1"/>
          <p:nvPr>
            <p:ph idx="4" type="body"/>
          </p:nvPr>
        </p:nvSpPr>
        <p:spPr>
          <a:xfrm>
            <a:off x="3174503" y="1521619"/>
            <a:ext cx="2762400" cy="5505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rgbClr val="226548"/>
              </a:buClr>
              <a:buSzPts val="1500"/>
              <a:buNone/>
            </a:pPr>
            <a:r>
              <a:t/>
            </a:r>
            <a:endParaRPr/>
          </a:p>
        </p:txBody>
      </p:sp>
      <p:sp>
        <p:nvSpPr>
          <p:cNvPr id="1180" name="Google Shape;1180;p116"/>
          <p:cNvSpPr txBox="1"/>
          <p:nvPr>
            <p:ph idx="5" type="body"/>
          </p:nvPr>
        </p:nvSpPr>
        <p:spPr>
          <a:xfrm>
            <a:off x="6046035" y="2206752"/>
            <a:ext cx="2765700" cy="24849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t>Lorem ipsum dolor sit amet, consectetur adipiscing elit. Lorem ipsum dolor sit amet, consectetur adipiscing elit. Lorem ipsum dolor sit amet, consectetur adipiscing elit, sed do eiusmod tempor incididunt ut labore et dolore magna aliqua.</a:t>
            </a:r>
            <a:endParaRPr/>
          </a:p>
        </p:txBody>
      </p:sp>
      <p:sp>
        <p:nvSpPr>
          <p:cNvPr id="1181" name="Google Shape;1181;p116"/>
          <p:cNvSpPr txBox="1"/>
          <p:nvPr>
            <p:ph idx="6" type="body"/>
          </p:nvPr>
        </p:nvSpPr>
        <p:spPr>
          <a:xfrm>
            <a:off x="6046035" y="1521619"/>
            <a:ext cx="2765700" cy="5505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rgbClr val="226548"/>
              </a:buClr>
              <a:buSzPts val="1500"/>
              <a:buNone/>
            </a:pPr>
            <a:r>
              <a:t/>
            </a:r>
            <a:endParaRPr/>
          </a:p>
        </p:txBody>
      </p:sp>
      <p:sp>
        <p:nvSpPr>
          <p:cNvPr id="1182" name="Google Shape;1182;p116"/>
          <p:cNvSpPr txBox="1"/>
          <p:nvPr>
            <p:ph type="title"/>
          </p:nvPr>
        </p:nvSpPr>
        <p:spPr>
          <a:xfrm>
            <a:off x="295955" y="594518"/>
            <a:ext cx="7758900" cy="6420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dk1"/>
              </a:buClr>
              <a:buSzPts val="3800"/>
              <a:buFont typeface="Outfit"/>
              <a:buNone/>
            </a:pPr>
            <a:r>
              <a:rPr lang="en"/>
              <a:t>Headline goes here</a:t>
            </a:r>
            <a:endParaRPr/>
          </a:p>
        </p:txBody>
      </p:sp>
      <p:sp>
        <p:nvSpPr>
          <p:cNvPr id="1183" name="Google Shape;1183;p116"/>
          <p:cNvSpPr txBox="1"/>
          <p:nvPr>
            <p:ph idx="12" type="sldNum"/>
          </p:nvPr>
        </p:nvSpPr>
        <p:spPr>
          <a:xfrm>
            <a:off x="6753225" y="4767263"/>
            <a:ext cx="2057400" cy="1857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Clr>
                <a:schemeClr val="dk1"/>
              </a:buClr>
              <a:buSzPts val="500"/>
              <a:buFont typeface="Outfit"/>
              <a:buNone/>
            </a:pPr>
            <a:fld id="{00000000-1234-1234-1234-123412341234}" type="slidenum">
              <a:rPr lang="e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p117"/>
          <p:cNvSpPr txBox="1"/>
          <p:nvPr>
            <p:ph type="title"/>
          </p:nvPr>
        </p:nvSpPr>
        <p:spPr>
          <a:xfrm>
            <a:off x="297146" y="594518"/>
            <a:ext cx="7758900" cy="6420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dk1"/>
              </a:buClr>
              <a:buSzPts val="3800"/>
              <a:buFont typeface="Outfit"/>
              <a:buNone/>
            </a:pPr>
            <a:r>
              <a:rPr lang="en"/>
              <a:t>Headline goes here</a:t>
            </a:r>
            <a:endParaRPr/>
          </a:p>
        </p:txBody>
      </p:sp>
      <p:sp>
        <p:nvSpPr>
          <p:cNvPr id="1189" name="Google Shape;1189;p117"/>
          <p:cNvSpPr txBox="1"/>
          <p:nvPr>
            <p:ph idx="1" type="body"/>
          </p:nvPr>
        </p:nvSpPr>
        <p:spPr>
          <a:xfrm>
            <a:off x="297146" y="2206752"/>
            <a:ext cx="2048400" cy="24849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t>Lorem ipsum dolor sit amet, consectetur adipiscing elit. Lorem ipsum dolor sit amet, consectetur adipiscing elit. </a:t>
            </a:r>
            <a:endParaRPr/>
          </a:p>
        </p:txBody>
      </p:sp>
      <p:sp>
        <p:nvSpPr>
          <p:cNvPr id="1190" name="Google Shape;1190;p117"/>
          <p:cNvSpPr txBox="1"/>
          <p:nvPr>
            <p:ph idx="2" type="body"/>
          </p:nvPr>
        </p:nvSpPr>
        <p:spPr>
          <a:xfrm>
            <a:off x="297146" y="1521619"/>
            <a:ext cx="2048400" cy="5505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rgbClr val="226548"/>
              </a:buClr>
              <a:buSzPts val="1500"/>
              <a:buNone/>
            </a:pPr>
            <a:r>
              <a:t/>
            </a:r>
            <a:endParaRPr/>
          </a:p>
        </p:txBody>
      </p:sp>
      <p:sp>
        <p:nvSpPr>
          <p:cNvPr id="1191" name="Google Shape;1191;p117"/>
          <p:cNvSpPr txBox="1"/>
          <p:nvPr>
            <p:ph idx="3" type="body"/>
          </p:nvPr>
        </p:nvSpPr>
        <p:spPr>
          <a:xfrm>
            <a:off x="2449796" y="2206752"/>
            <a:ext cx="2053800" cy="24849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t>Lorem ipsum dolor sit amet, consectetur adipiscing elit. Lorem ipsum dolor sit amet, consectetur adipiscing elit. </a:t>
            </a:r>
            <a:endParaRPr/>
          </a:p>
        </p:txBody>
      </p:sp>
      <p:sp>
        <p:nvSpPr>
          <p:cNvPr id="1192" name="Google Shape;1192;p117"/>
          <p:cNvSpPr txBox="1"/>
          <p:nvPr>
            <p:ph idx="4" type="body"/>
          </p:nvPr>
        </p:nvSpPr>
        <p:spPr>
          <a:xfrm>
            <a:off x="2449796" y="1521619"/>
            <a:ext cx="2053800" cy="5505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rgbClr val="226548"/>
              </a:buClr>
              <a:buSzPts val="1500"/>
              <a:buNone/>
            </a:pPr>
            <a:r>
              <a:t/>
            </a:r>
            <a:endParaRPr/>
          </a:p>
        </p:txBody>
      </p:sp>
      <p:sp>
        <p:nvSpPr>
          <p:cNvPr id="1193" name="Google Shape;1193;p117"/>
          <p:cNvSpPr txBox="1"/>
          <p:nvPr>
            <p:ph idx="5" type="body"/>
          </p:nvPr>
        </p:nvSpPr>
        <p:spPr>
          <a:xfrm>
            <a:off x="4606018" y="2206752"/>
            <a:ext cx="2049600" cy="24849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t>Lorem ipsum dolor sit amet, consectetur adipiscing elit. Lorem ipsum dolor sit amet, consectetur adipiscing elit. </a:t>
            </a:r>
            <a:endParaRPr/>
          </a:p>
        </p:txBody>
      </p:sp>
      <p:sp>
        <p:nvSpPr>
          <p:cNvPr id="1194" name="Google Shape;1194;p117"/>
          <p:cNvSpPr txBox="1"/>
          <p:nvPr>
            <p:ph idx="6" type="body"/>
          </p:nvPr>
        </p:nvSpPr>
        <p:spPr>
          <a:xfrm>
            <a:off x="4606018" y="1521619"/>
            <a:ext cx="2049600" cy="5505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rgbClr val="226548"/>
              </a:buClr>
              <a:buSzPts val="1500"/>
              <a:buNone/>
            </a:pPr>
            <a:r>
              <a:t/>
            </a:r>
            <a:endParaRPr/>
          </a:p>
        </p:txBody>
      </p:sp>
      <p:sp>
        <p:nvSpPr>
          <p:cNvPr id="1195" name="Google Shape;1195;p117"/>
          <p:cNvSpPr txBox="1"/>
          <p:nvPr>
            <p:ph idx="7" type="body"/>
          </p:nvPr>
        </p:nvSpPr>
        <p:spPr>
          <a:xfrm>
            <a:off x="6765301" y="2206752"/>
            <a:ext cx="2049600" cy="24849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t>Lorem ipsum dolor sit amet, consectetur adipiscing elit. Lorem ipsum dolor sit amet, consectetur adipiscing elit. </a:t>
            </a:r>
            <a:endParaRPr/>
          </a:p>
        </p:txBody>
      </p:sp>
      <p:sp>
        <p:nvSpPr>
          <p:cNvPr id="1196" name="Google Shape;1196;p117"/>
          <p:cNvSpPr txBox="1"/>
          <p:nvPr>
            <p:ph idx="8" type="body"/>
          </p:nvPr>
        </p:nvSpPr>
        <p:spPr>
          <a:xfrm>
            <a:off x="6765300" y="1521619"/>
            <a:ext cx="2049600" cy="5505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rgbClr val="226548"/>
              </a:buClr>
              <a:buSzPts val="1500"/>
              <a:buNone/>
            </a:pPr>
            <a:r>
              <a:t/>
            </a:r>
            <a:endParaRPr/>
          </a:p>
        </p:txBody>
      </p:sp>
      <p:sp>
        <p:nvSpPr>
          <p:cNvPr id="1197" name="Google Shape;1197;p117"/>
          <p:cNvSpPr txBox="1"/>
          <p:nvPr>
            <p:ph idx="10" type="dt"/>
          </p:nvPr>
        </p:nvSpPr>
        <p:spPr>
          <a:xfrm>
            <a:off x="285750" y="4753346"/>
            <a:ext cx="2057400" cy="1998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Clr>
                <a:schemeClr val="dk1"/>
              </a:buClr>
              <a:buSzPts val="500"/>
              <a:buFont typeface="Outfit"/>
              <a:buNone/>
            </a:pPr>
            <a:r>
              <a:rPr lang="en"/>
              <a:t>March 2025</a:t>
            </a:r>
            <a:endParaRPr/>
          </a:p>
        </p:txBody>
      </p:sp>
      <p:sp>
        <p:nvSpPr>
          <p:cNvPr id="1198" name="Google Shape;1198;p117"/>
          <p:cNvSpPr txBox="1"/>
          <p:nvPr>
            <p:ph idx="12" type="sldNum"/>
          </p:nvPr>
        </p:nvSpPr>
        <p:spPr>
          <a:xfrm>
            <a:off x="6753225" y="4767263"/>
            <a:ext cx="2057400" cy="1857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Clr>
                <a:schemeClr val="dk1"/>
              </a:buClr>
              <a:buSzPts val="500"/>
              <a:buFont typeface="Outfit"/>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p118"/>
          <p:cNvSpPr txBox="1"/>
          <p:nvPr>
            <p:ph idx="1" type="body"/>
          </p:nvPr>
        </p:nvSpPr>
        <p:spPr>
          <a:xfrm>
            <a:off x="296976" y="2177058"/>
            <a:ext cx="4027500" cy="25164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t>Lorem ipsum dolor sit amet, consectetur adipiscing elit. Lorem ipsum dolor sit amet, consectetur adipiscing elit. Lorem ipsum dolor sit amet, consectetur adipiscing elit, sed do eiusmod tempor incididunt ut labore et dolore magna aliqua.</a:t>
            </a:r>
            <a:endParaRPr/>
          </a:p>
        </p:txBody>
      </p:sp>
      <p:sp>
        <p:nvSpPr>
          <p:cNvPr id="1204" name="Google Shape;1204;p118"/>
          <p:cNvSpPr txBox="1"/>
          <p:nvPr>
            <p:ph idx="2" type="body"/>
          </p:nvPr>
        </p:nvSpPr>
        <p:spPr>
          <a:xfrm>
            <a:off x="295955" y="1782996"/>
            <a:ext cx="4018800" cy="233700"/>
          </a:xfrm>
          <a:prstGeom prst="rect">
            <a:avLst/>
          </a:prstGeom>
          <a:noFill/>
          <a:ln>
            <a:noFill/>
          </a:ln>
        </p:spPr>
        <p:txBody>
          <a:bodyPr anchorCtr="0" anchor="t" bIns="0" lIns="0" spcFirstLastPara="1" rIns="0" wrap="square" tIns="0">
            <a:normAutofit lnSpcReduction="10000"/>
          </a:bodyPr>
          <a:lstStyle/>
          <a:p>
            <a:pPr indent="0" lvl="0" marL="0" rtl="0" algn="l">
              <a:lnSpc>
                <a:spcPct val="100000"/>
              </a:lnSpc>
              <a:spcBef>
                <a:spcPts val="0"/>
              </a:spcBef>
              <a:spcAft>
                <a:spcPts val="0"/>
              </a:spcAft>
              <a:buClr>
                <a:srgbClr val="226548"/>
              </a:buClr>
              <a:buSzPts val="1700"/>
              <a:buNone/>
            </a:pPr>
            <a:r>
              <a:t/>
            </a:r>
            <a:endParaRPr/>
          </a:p>
        </p:txBody>
      </p:sp>
      <p:sp>
        <p:nvSpPr>
          <p:cNvPr id="1205" name="Google Shape;1205;p118"/>
          <p:cNvSpPr txBox="1"/>
          <p:nvPr>
            <p:ph idx="3" type="body"/>
          </p:nvPr>
        </p:nvSpPr>
        <p:spPr>
          <a:xfrm>
            <a:off x="4556918" y="2177058"/>
            <a:ext cx="4027500" cy="25164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t>Lorem ipsum dolor sit amet, consectetur adipiscing elit. Lorem ipsum dolor sit amet, consectetur adipiscing elit. Lorem ipsum dolor sit amet, consectetur adipiscing elit, sed do eiusmod tempor incididunt ut labore et dolore magna aliqua.</a:t>
            </a:r>
            <a:endParaRPr/>
          </a:p>
        </p:txBody>
      </p:sp>
      <p:sp>
        <p:nvSpPr>
          <p:cNvPr id="1206" name="Google Shape;1206;p118"/>
          <p:cNvSpPr txBox="1"/>
          <p:nvPr>
            <p:ph idx="4" type="body"/>
          </p:nvPr>
        </p:nvSpPr>
        <p:spPr>
          <a:xfrm>
            <a:off x="4556918" y="1782996"/>
            <a:ext cx="4018800" cy="233700"/>
          </a:xfrm>
          <a:prstGeom prst="rect">
            <a:avLst/>
          </a:prstGeom>
          <a:noFill/>
          <a:ln>
            <a:noFill/>
          </a:ln>
        </p:spPr>
        <p:txBody>
          <a:bodyPr anchorCtr="0" anchor="t" bIns="0" lIns="0" spcFirstLastPara="1" rIns="0" wrap="square" tIns="0">
            <a:normAutofit lnSpcReduction="10000"/>
          </a:bodyPr>
          <a:lstStyle/>
          <a:p>
            <a:pPr indent="0" lvl="0" marL="0" rtl="0" algn="l">
              <a:lnSpc>
                <a:spcPct val="100000"/>
              </a:lnSpc>
              <a:spcBef>
                <a:spcPts val="0"/>
              </a:spcBef>
              <a:spcAft>
                <a:spcPts val="0"/>
              </a:spcAft>
              <a:buClr>
                <a:srgbClr val="226548"/>
              </a:buClr>
              <a:buSzPts val="1700"/>
              <a:buNone/>
            </a:pPr>
            <a:r>
              <a:t/>
            </a:r>
            <a:endParaRPr/>
          </a:p>
        </p:txBody>
      </p:sp>
      <p:sp>
        <p:nvSpPr>
          <p:cNvPr id="1207" name="Google Shape;1207;p118"/>
          <p:cNvSpPr txBox="1"/>
          <p:nvPr>
            <p:ph type="title"/>
          </p:nvPr>
        </p:nvSpPr>
        <p:spPr>
          <a:xfrm>
            <a:off x="295955" y="594518"/>
            <a:ext cx="7758900" cy="6420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dk1"/>
              </a:buClr>
              <a:buSzPts val="3800"/>
              <a:buFont typeface="Outfit"/>
              <a:buNone/>
            </a:pPr>
            <a:r>
              <a:rPr lang="en"/>
              <a:t>Headline goes here</a:t>
            </a:r>
            <a:endParaRPr/>
          </a:p>
        </p:txBody>
      </p:sp>
      <p:sp>
        <p:nvSpPr>
          <p:cNvPr id="1208" name="Google Shape;1208;p118"/>
          <p:cNvSpPr/>
          <p:nvPr>
            <p:ph idx="5" type="pic"/>
          </p:nvPr>
        </p:nvSpPr>
        <p:spPr>
          <a:xfrm>
            <a:off x="295955" y="1304071"/>
            <a:ext cx="412500" cy="412500"/>
          </a:xfrm>
          <a:prstGeom prst="rect">
            <a:avLst/>
          </a:prstGeom>
          <a:noFill/>
          <a:ln>
            <a:noFill/>
          </a:ln>
        </p:spPr>
      </p:sp>
      <p:sp>
        <p:nvSpPr>
          <p:cNvPr id="1209" name="Google Shape;1209;p118"/>
          <p:cNvSpPr/>
          <p:nvPr>
            <p:ph idx="6" type="pic"/>
          </p:nvPr>
        </p:nvSpPr>
        <p:spPr>
          <a:xfrm>
            <a:off x="4556918" y="1304071"/>
            <a:ext cx="412500" cy="412500"/>
          </a:xfrm>
          <a:prstGeom prst="rect">
            <a:avLst/>
          </a:prstGeom>
          <a:noFill/>
          <a:ln>
            <a:noFill/>
          </a:ln>
        </p:spPr>
      </p:sp>
      <p:sp>
        <p:nvSpPr>
          <p:cNvPr id="1210" name="Google Shape;1210;p118"/>
          <p:cNvSpPr txBox="1"/>
          <p:nvPr>
            <p:ph idx="10" type="dt"/>
          </p:nvPr>
        </p:nvSpPr>
        <p:spPr>
          <a:xfrm>
            <a:off x="285750" y="4753346"/>
            <a:ext cx="2057400" cy="1998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Clr>
                <a:schemeClr val="dk1"/>
              </a:buClr>
              <a:buSzPts val="500"/>
              <a:buFont typeface="Outfit"/>
              <a:buNone/>
            </a:pPr>
            <a:r>
              <a:rPr lang="en"/>
              <a:t>March 2025</a:t>
            </a:r>
            <a:endParaRPr/>
          </a:p>
        </p:txBody>
      </p:sp>
      <p:sp>
        <p:nvSpPr>
          <p:cNvPr id="1211" name="Google Shape;1211;p118"/>
          <p:cNvSpPr txBox="1"/>
          <p:nvPr>
            <p:ph idx="12" type="sldNum"/>
          </p:nvPr>
        </p:nvSpPr>
        <p:spPr>
          <a:xfrm>
            <a:off x="6753225" y="4767263"/>
            <a:ext cx="2057400" cy="1857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Clr>
                <a:schemeClr val="dk1"/>
              </a:buClr>
              <a:buSzPts val="500"/>
              <a:buFont typeface="Outfit"/>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5" name="Shape 1215"/>
        <p:cNvGrpSpPr/>
        <p:nvPr/>
      </p:nvGrpSpPr>
      <p:grpSpPr>
        <a:xfrm>
          <a:off x="0" y="0"/>
          <a:ext cx="0" cy="0"/>
          <a:chOff x="0" y="0"/>
          <a:chExt cx="0" cy="0"/>
        </a:xfrm>
      </p:grpSpPr>
      <p:sp>
        <p:nvSpPr>
          <p:cNvPr id="1216" name="Google Shape;1216;p119"/>
          <p:cNvSpPr txBox="1"/>
          <p:nvPr>
            <p:ph idx="1" type="body"/>
          </p:nvPr>
        </p:nvSpPr>
        <p:spPr>
          <a:xfrm>
            <a:off x="295955" y="2443163"/>
            <a:ext cx="2767500" cy="22503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t>Lorem ipsum dolor sit amet, consectetur adipiscing elit. Lorem ipsum dolor sit amet, consectetur adipiscing elit. Lorem ipsum dolor sit amet, consectetur adipiscing elit, sed do eiusmod tempor incididunt ut labore et dolore magna aliqua.</a:t>
            </a:r>
            <a:endParaRPr/>
          </a:p>
        </p:txBody>
      </p:sp>
      <p:sp>
        <p:nvSpPr>
          <p:cNvPr id="1217" name="Google Shape;1217;p119"/>
          <p:cNvSpPr txBox="1"/>
          <p:nvPr>
            <p:ph idx="2" type="body"/>
          </p:nvPr>
        </p:nvSpPr>
        <p:spPr>
          <a:xfrm>
            <a:off x="295956" y="1782996"/>
            <a:ext cx="2767500" cy="5505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rgbClr val="226548"/>
              </a:buClr>
              <a:buSzPts val="1500"/>
              <a:buNone/>
            </a:pPr>
            <a:r>
              <a:t/>
            </a:r>
            <a:endParaRPr/>
          </a:p>
        </p:txBody>
      </p:sp>
      <p:sp>
        <p:nvSpPr>
          <p:cNvPr id="1218" name="Google Shape;1218;p119"/>
          <p:cNvSpPr txBox="1"/>
          <p:nvPr>
            <p:ph idx="3" type="body"/>
          </p:nvPr>
        </p:nvSpPr>
        <p:spPr>
          <a:xfrm>
            <a:off x="3174504" y="2443163"/>
            <a:ext cx="2762400" cy="22503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t>Lorem ipsum dolor sit amet, consectetur adipiscing elit. Lorem ipsum dolor sit amet, consectetur adipiscing elit. Lorem ipsum dolor sit amet, consectetur adipiscing elit, sed do eiusmod tempor incididunt ut labore et dolore magna aliqua.</a:t>
            </a:r>
            <a:endParaRPr/>
          </a:p>
        </p:txBody>
      </p:sp>
      <p:sp>
        <p:nvSpPr>
          <p:cNvPr id="1219" name="Google Shape;1219;p119"/>
          <p:cNvSpPr txBox="1"/>
          <p:nvPr>
            <p:ph idx="4" type="body"/>
          </p:nvPr>
        </p:nvSpPr>
        <p:spPr>
          <a:xfrm>
            <a:off x="3174503" y="1782996"/>
            <a:ext cx="2762400" cy="5505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rgbClr val="226548"/>
              </a:buClr>
              <a:buSzPts val="1500"/>
              <a:buNone/>
            </a:pPr>
            <a:r>
              <a:t/>
            </a:r>
            <a:endParaRPr/>
          </a:p>
        </p:txBody>
      </p:sp>
      <p:sp>
        <p:nvSpPr>
          <p:cNvPr id="1220" name="Google Shape;1220;p119"/>
          <p:cNvSpPr txBox="1"/>
          <p:nvPr>
            <p:ph idx="5" type="body"/>
          </p:nvPr>
        </p:nvSpPr>
        <p:spPr>
          <a:xfrm>
            <a:off x="6046035" y="2443163"/>
            <a:ext cx="2765700" cy="22503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t>Lorem ipsum dolor sit amet, consectetur adipiscing elit. Lorem ipsum dolor sit amet, consectetur adipiscing elit. Lorem ipsum dolor sit amet, consectetur adipiscing elit, sed do eiusmod tempor incididunt ut labore et dolore magna aliqua.</a:t>
            </a:r>
            <a:endParaRPr/>
          </a:p>
        </p:txBody>
      </p:sp>
      <p:sp>
        <p:nvSpPr>
          <p:cNvPr id="1221" name="Google Shape;1221;p119"/>
          <p:cNvSpPr txBox="1"/>
          <p:nvPr>
            <p:ph idx="6" type="body"/>
          </p:nvPr>
        </p:nvSpPr>
        <p:spPr>
          <a:xfrm>
            <a:off x="6046035" y="1782996"/>
            <a:ext cx="2765700" cy="5505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rgbClr val="226548"/>
              </a:buClr>
              <a:buSzPts val="1500"/>
              <a:buNone/>
            </a:pPr>
            <a:r>
              <a:t/>
            </a:r>
            <a:endParaRPr/>
          </a:p>
        </p:txBody>
      </p:sp>
      <p:sp>
        <p:nvSpPr>
          <p:cNvPr id="1222" name="Google Shape;1222;p119"/>
          <p:cNvSpPr txBox="1"/>
          <p:nvPr>
            <p:ph type="title"/>
          </p:nvPr>
        </p:nvSpPr>
        <p:spPr>
          <a:xfrm>
            <a:off x="295955" y="594518"/>
            <a:ext cx="7758900" cy="6420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dk1"/>
              </a:buClr>
              <a:buSzPts val="3800"/>
              <a:buFont typeface="Outfit"/>
              <a:buNone/>
            </a:pPr>
            <a:r>
              <a:rPr lang="en"/>
              <a:t>Headline goes here</a:t>
            </a:r>
            <a:endParaRPr/>
          </a:p>
        </p:txBody>
      </p:sp>
      <p:sp>
        <p:nvSpPr>
          <p:cNvPr id="1223" name="Google Shape;1223;p119"/>
          <p:cNvSpPr/>
          <p:nvPr>
            <p:ph idx="7" type="pic"/>
          </p:nvPr>
        </p:nvSpPr>
        <p:spPr>
          <a:xfrm>
            <a:off x="300038" y="1303512"/>
            <a:ext cx="412500" cy="412500"/>
          </a:xfrm>
          <a:prstGeom prst="rect">
            <a:avLst/>
          </a:prstGeom>
          <a:noFill/>
          <a:ln>
            <a:noFill/>
          </a:ln>
        </p:spPr>
      </p:sp>
      <p:sp>
        <p:nvSpPr>
          <p:cNvPr id="1224" name="Google Shape;1224;p119"/>
          <p:cNvSpPr/>
          <p:nvPr>
            <p:ph idx="8" type="pic"/>
          </p:nvPr>
        </p:nvSpPr>
        <p:spPr>
          <a:xfrm>
            <a:off x="3167584" y="1303512"/>
            <a:ext cx="412500" cy="412500"/>
          </a:xfrm>
          <a:prstGeom prst="rect">
            <a:avLst/>
          </a:prstGeom>
          <a:noFill/>
          <a:ln>
            <a:noFill/>
          </a:ln>
        </p:spPr>
      </p:sp>
      <p:sp>
        <p:nvSpPr>
          <p:cNvPr id="1225" name="Google Shape;1225;p119"/>
          <p:cNvSpPr/>
          <p:nvPr>
            <p:ph idx="9" type="pic"/>
          </p:nvPr>
        </p:nvSpPr>
        <p:spPr>
          <a:xfrm>
            <a:off x="6047163" y="1303512"/>
            <a:ext cx="412500" cy="412500"/>
          </a:xfrm>
          <a:prstGeom prst="rect">
            <a:avLst/>
          </a:prstGeom>
          <a:noFill/>
          <a:ln>
            <a:noFill/>
          </a:ln>
        </p:spPr>
      </p:sp>
      <p:sp>
        <p:nvSpPr>
          <p:cNvPr id="1226" name="Google Shape;1226;p119"/>
          <p:cNvSpPr txBox="1"/>
          <p:nvPr>
            <p:ph idx="10" type="dt"/>
          </p:nvPr>
        </p:nvSpPr>
        <p:spPr>
          <a:xfrm>
            <a:off x="285750" y="4753346"/>
            <a:ext cx="2057400" cy="1998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Clr>
                <a:schemeClr val="dk1"/>
              </a:buClr>
              <a:buSzPts val="500"/>
              <a:buFont typeface="Outfit"/>
              <a:buNone/>
            </a:pPr>
            <a:r>
              <a:rPr lang="en"/>
              <a:t>March 2025</a:t>
            </a:r>
            <a:endParaRPr/>
          </a:p>
        </p:txBody>
      </p:sp>
      <p:sp>
        <p:nvSpPr>
          <p:cNvPr id="1227" name="Google Shape;1227;p119"/>
          <p:cNvSpPr txBox="1"/>
          <p:nvPr>
            <p:ph idx="12" type="sldNum"/>
          </p:nvPr>
        </p:nvSpPr>
        <p:spPr>
          <a:xfrm>
            <a:off x="6753225" y="4767263"/>
            <a:ext cx="2057400" cy="1857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Clr>
                <a:schemeClr val="dk1"/>
              </a:buClr>
              <a:buSzPts val="500"/>
              <a:buFont typeface="Outfit"/>
              <a:buNone/>
            </a:pPr>
            <a:fld id="{00000000-1234-1234-1234-123412341234}" type="slidenum">
              <a:rPr lang="en"/>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1" name="Shape 1231"/>
        <p:cNvGrpSpPr/>
        <p:nvPr/>
      </p:nvGrpSpPr>
      <p:grpSpPr>
        <a:xfrm>
          <a:off x="0" y="0"/>
          <a:ext cx="0" cy="0"/>
          <a:chOff x="0" y="0"/>
          <a:chExt cx="0" cy="0"/>
        </a:xfrm>
      </p:grpSpPr>
      <p:sp>
        <p:nvSpPr>
          <p:cNvPr id="1232" name="Google Shape;1232;p120"/>
          <p:cNvSpPr txBox="1"/>
          <p:nvPr>
            <p:ph type="title"/>
          </p:nvPr>
        </p:nvSpPr>
        <p:spPr>
          <a:xfrm>
            <a:off x="297146" y="594518"/>
            <a:ext cx="7758900" cy="6420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dk1"/>
              </a:buClr>
              <a:buSzPts val="3800"/>
              <a:buFont typeface="Outfit"/>
              <a:buNone/>
            </a:pPr>
            <a:r>
              <a:rPr lang="en"/>
              <a:t>Headline goes here</a:t>
            </a:r>
            <a:endParaRPr/>
          </a:p>
        </p:txBody>
      </p:sp>
      <p:sp>
        <p:nvSpPr>
          <p:cNvPr id="1233" name="Google Shape;1233;p120"/>
          <p:cNvSpPr txBox="1"/>
          <p:nvPr>
            <p:ph idx="1" type="body"/>
          </p:nvPr>
        </p:nvSpPr>
        <p:spPr>
          <a:xfrm>
            <a:off x="297146" y="2437899"/>
            <a:ext cx="2048400" cy="22554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t>Lorem ipsum dolor sit amet, consectetur adipiscing elit. Lorem ipsum dolor sit amet, consectetur adipiscing elit. </a:t>
            </a:r>
            <a:endParaRPr/>
          </a:p>
        </p:txBody>
      </p:sp>
      <p:sp>
        <p:nvSpPr>
          <p:cNvPr id="1234" name="Google Shape;1234;p120"/>
          <p:cNvSpPr txBox="1"/>
          <p:nvPr>
            <p:ph idx="2" type="body"/>
          </p:nvPr>
        </p:nvSpPr>
        <p:spPr>
          <a:xfrm>
            <a:off x="297146" y="1785378"/>
            <a:ext cx="2048400" cy="5505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rgbClr val="226548"/>
              </a:buClr>
              <a:buSzPts val="1500"/>
              <a:buNone/>
            </a:pPr>
            <a:r>
              <a:t/>
            </a:r>
            <a:endParaRPr/>
          </a:p>
        </p:txBody>
      </p:sp>
      <p:sp>
        <p:nvSpPr>
          <p:cNvPr id="1235" name="Google Shape;1235;p120"/>
          <p:cNvSpPr txBox="1"/>
          <p:nvPr>
            <p:ph idx="3" type="body"/>
          </p:nvPr>
        </p:nvSpPr>
        <p:spPr>
          <a:xfrm>
            <a:off x="2449796" y="2437899"/>
            <a:ext cx="2053800" cy="22554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t>Lorem ipsum dolor sit amet, consectetur adipiscing elit. Lorem ipsum dolor sit amet, consectetur adipiscing elit.</a:t>
            </a:r>
            <a:endParaRPr/>
          </a:p>
        </p:txBody>
      </p:sp>
      <p:sp>
        <p:nvSpPr>
          <p:cNvPr id="1236" name="Google Shape;1236;p120"/>
          <p:cNvSpPr txBox="1"/>
          <p:nvPr>
            <p:ph idx="4" type="body"/>
          </p:nvPr>
        </p:nvSpPr>
        <p:spPr>
          <a:xfrm>
            <a:off x="2449796" y="1785378"/>
            <a:ext cx="2053800" cy="5505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rgbClr val="226548"/>
              </a:buClr>
              <a:buSzPts val="1500"/>
              <a:buNone/>
            </a:pPr>
            <a:r>
              <a:t/>
            </a:r>
            <a:endParaRPr/>
          </a:p>
        </p:txBody>
      </p:sp>
      <p:sp>
        <p:nvSpPr>
          <p:cNvPr id="1237" name="Google Shape;1237;p120"/>
          <p:cNvSpPr txBox="1"/>
          <p:nvPr>
            <p:ph idx="5" type="body"/>
          </p:nvPr>
        </p:nvSpPr>
        <p:spPr>
          <a:xfrm>
            <a:off x="4606018" y="2437899"/>
            <a:ext cx="2049600" cy="22554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t>Lorem ipsum dolor sit amet, consectetur adipiscing elit. Lorem ipsum dolor sit amet, consectetur adipiscing elit.</a:t>
            </a:r>
            <a:endParaRPr/>
          </a:p>
        </p:txBody>
      </p:sp>
      <p:sp>
        <p:nvSpPr>
          <p:cNvPr id="1238" name="Google Shape;1238;p120"/>
          <p:cNvSpPr txBox="1"/>
          <p:nvPr>
            <p:ph idx="6" type="body"/>
          </p:nvPr>
        </p:nvSpPr>
        <p:spPr>
          <a:xfrm>
            <a:off x="4606018" y="1785378"/>
            <a:ext cx="2049600" cy="5505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rgbClr val="226548"/>
              </a:buClr>
              <a:buSzPts val="1500"/>
              <a:buNone/>
            </a:pPr>
            <a:r>
              <a:t/>
            </a:r>
            <a:endParaRPr/>
          </a:p>
        </p:txBody>
      </p:sp>
      <p:sp>
        <p:nvSpPr>
          <p:cNvPr id="1239" name="Google Shape;1239;p120"/>
          <p:cNvSpPr txBox="1"/>
          <p:nvPr>
            <p:ph idx="7" type="body"/>
          </p:nvPr>
        </p:nvSpPr>
        <p:spPr>
          <a:xfrm>
            <a:off x="6765301" y="2437899"/>
            <a:ext cx="2049600" cy="22554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t>Lorem ipsum dolor sit amet, consectetur adipiscing elit. Lorem ipsum dolor sit amet, consectetur adipiscing elit.</a:t>
            </a:r>
            <a:endParaRPr/>
          </a:p>
        </p:txBody>
      </p:sp>
      <p:sp>
        <p:nvSpPr>
          <p:cNvPr id="1240" name="Google Shape;1240;p120"/>
          <p:cNvSpPr txBox="1"/>
          <p:nvPr>
            <p:ph idx="8" type="body"/>
          </p:nvPr>
        </p:nvSpPr>
        <p:spPr>
          <a:xfrm>
            <a:off x="6765300" y="1785378"/>
            <a:ext cx="2049600" cy="5505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rgbClr val="226548"/>
              </a:buClr>
              <a:buSzPts val="1500"/>
              <a:buNone/>
            </a:pPr>
            <a:r>
              <a:t/>
            </a:r>
            <a:endParaRPr/>
          </a:p>
        </p:txBody>
      </p:sp>
      <p:sp>
        <p:nvSpPr>
          <p:cNvPr id="1241" name="Google Shape;1241;p120"/>
          <p:cNvSpPr/>
          <p:nvPr>
            <p:ph idx="9" type="pic"/>
          </p:nvPr>
        </p:nvSpPr>
        <p:spPr>
          <a:xfrm>
            <a:off x="297146" y="1298625"/>
            <a:ext cx="412500" cy="412500"/>
          </a:xfrm>
          <a:prstGeom prst="rect">
            <a:avLst/>
          </a:prstGeom>
          <a:noFill/>
          <a:ln>
            <a:noFill/>
          </a:ln>
        </p:spPr>
      </p:sp>
      <p:sp>
        <p:nvSpPr>
          <p:cNvPr id="1242" name="Google Shape;1242;p120"/>
          <p:cNvSpPr/>
          <p:nvPr>
            <p:ph idx="13" type="pic"/>
          </p:nvPr>
        </p:nvSpPr>
        <p:spPr>
          <a:xfrm>
            <a:off x="2449796" y="1298625"/>
            <a:ext cx="412500" cy="412500"/>
          </a:xfrm>
          <a:prstGeom prst="rect">
            <a:avLst/>
          </a:prstGeom>
          <a:noFill/>
          <a:ln>
            <a:noFill/>
          </a:ln>
        </p:spPr>
      </p:sp>
      <p:sp>
        <p:nvSpPr>
          <p:cNvPr id="1243" name="Google Shape;1243;p120"/>
          <p:cNvSpPr/>
          <p:nvPr>
            <p:ph idx="14" type="pic"/>
          </p:nvPr>
        </p:nvSpPr>
        <p:spPr>
          <a:xfrm>
            <a:off x="4606018" y="1298625"/>
            <a:ext cx="412500" cy="412500"/>
          </a:xfrm>
          <a:prstGeom prst="rect">
            <a:avLst/>
          </a:prstGeom>
          <a:noFill/>
          <a:ln>
            <a:noFill/>
          </a:ln>
        </p:spPr>
      </p:sp>
      <p:sp>
        <p:nvSpPr>
          <p:cNvPr id="1244" name="Google Shape;1244;p120"/>
          <p:cNvSpPr/>
          <p:nvPr>
            <p:ph idx="15" type="pic"/>
          </p:nvPr>
        </p:nvSpPr>
        <p:spPr>
          <a:xfrm>
            <a:off x="6752724" y="1298625"/>
            <a:ext cx="412500" cy="412500"/>
          </a:xfrm>
          <a:prstGeom prst="rect">
            <a:avLst/>
          </a:prstGeom>
          <a:noFill/>
          <a:ln>
            <a:noFill/>
          </a:ln>
        </p:spPr>
      </p:sp>
      <p:sp>
        <p:nvSpPr>
          <p:cNvPr id="1245" name="Google Shape;1245;p120"/>
          <p:cNvSpPr txBox="1"/>
          <p:nvPr>
            <p:ph idx="10" type="dt"/>
          </p:nvPr>
        </p:nvSpPr>
        <p:spPr>
          <a:xfrm>
            <a:off x="285750" y="4753346"/>
            <a:ext cx="2057400" cy="1998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Clr>
                <a:schemeClr val="dk1"/>
              </a:buClr>
              <a:buSzPts val="500"/>
              <a:buFont typeface="Outfit"/>
              <a:buNone/>
            </a:pPr>
            <a:r>
              <a:rPr lang="en"/>
              <a:t>March 2025</a:t>
            </a:r>
            <a:endParaRPr/>
          </a:p>
        </p:txBody>
      </p:sp>
      <p:sp>
        <p:nvSpPr>
          <p:cNvPr id="1246" name="Google Shape;1246;p120"/>
          <p:cNvSpPr txBox="1"/>
          <p:nvPr>
            <p:ph idx="12" type="sldNum"/>
          </p:nvPr>
        </p:nvSpPr>
        <p:spPr>
          <a:xfrm>
            <a:off x="6753225" y="4767263"/>
            <a:ext cx="2057400" cy="1857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Clr>
                <a:schemeClr val="dk1"/>
              </a:buClr>
              <a:buSzPts val="500"/>
              <a:buFont typeface="Outfit"/>
              <a:buNone/>
            </a:pPr>
            <a:fld id="{00000000-1234-1234-1234-123412341234}" type="slidenum">
              <a:rPr lang="en"/>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0" name="Shape 1250"/>
        <p:cNvGrpSpPr/>
        <p:nvPr/>
      </p:nvGrpSpPr>
      <p:grpSpPr>
        <a:xfrm>
          <a:off x="0" y="0"/>
          <a:ext cx="0" cy="0"/>
          <a:chOff x="0" y="0"/>
          <a:chExt cx="0" cy="0"/>
        </a:xfrm>
      </p:grpSpPr>
      <p:sp>
        <p:nvSpPr>
          <p:cNvPr id="1251" name="Google Shape;1251;p121"/>
          <p:cNvSpPr txBox="1"/>
          <p:nvPr>
            <p:ph type="title"/>
          </p:nvPr>
        </p:nvSpPr>
        <p:spPr>
          <a:xfrm>
            <a:off x="295955" y="594518"/>
            <a:ext cx="7758900" cy="6420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t/>
            </a:r>
            <a:endParaRPr/>
          </a:p>
        </p:txBody>
      </p:sp>
      <p:sp>
        <p:nvSpPr>
          <p:cNvPr id="1252" name="Google Shape;1252;p121"/>
          <p:cNvSpPr txBox="1"/>
          <p:nvPr>
            <p:ph idx="1" type="body"/>
          </p:nvPr>
        </p:nvSpPr>
        <p:spPr>
          <a:xfrm>
            <a:off x="296975" y="3750469"/>
            <a:ext cx="4203600" cy="942900"/>
          </a:xfrm>
          <a:prstGeom prst="rect">
            <a:avLst/>
          </a:prstGeom>
        </p:spPr>
        <p:txBody>
          <a:bodyPr anchorCtr="0" anchor="t" bIns="0" lIns="0" spcFirstLastPara="1" rIns="0" wrap="square" tIns="0">
            <a:normAutofit/>
          </a:bodyPr>
          <a:lstStyle/>
          <a:p>
            <a:pPr indent="0" lvl="0" marL="0" rtl="0" algn="l">
              <a:spcBef>
                <a:spcPts val="800"/>
              </a:spcBef>
              <a:spcAft>
                <a:spcPts val="200"/>
              </a:spcAft>
              <a:buNone/>
            </a:pPr>
            <a:r>
              <a:rPr lang="en"/>
              <a:t>Lorem ipsum dolor sit amet, consectetur adipiscing elit. </a:t>
            </a:r>
            <a:endParaRPr/>
          </a:p>
        </p:txBody>
      </p:sp>
      <p:sp>
        <p:nvSpPr>
          <p:cNvPr id="1253" name="Google Shape;1253;p121"/>
          <p:cNvSpPr txBox="1"/>
          <p:nvPr>
            <p:ph idx="2" type="body"/>
          </p:nvPr>
        </p:nvSpPr>
        <p:spPr>
          <a:xfrm>
            <a:off x="295955" y="3453788"/>
            <a:ext cx="4205100" cy="233700"/>
          </a:xfrm>
          <a:prstGeom prst="rect">
            <a:avLst/>
          </a:prstGeom>
        </p:spPr>
        <p:txBody>
          <a:bodyPr anchorCtr="0" anchor="t" bIns="0" lIns="0" spcFirstLastPara="1" rIns="0" wrap="square" tIns="0">
            <a:normAutofit/>
          </a:bodyPr>
          <a:lstStyle/>
          <a:p>
            <a:pPr indent="0" lvl="0" marL="0" rtl="0" algn="l">
              <a:spcBef>
                <a:spcPts val="400"/>
              </a:spcBef>
              <a:spcAft>
                <a:spcPts val="200"/>
              </a:spcAft>
              <a:buNone/>
            </a:pPr>
            <a:r>
              <a:t/>
            </a:r>
            <a:endParaRPr/>
          </a:p>
        </p:txBody>
      </p:sp>
      <p:sp>
        <p:nvSpPr>
          <p:cNvPr id="1254" name="Google Shape;1254;p121"/>
          <p:cNvSpPr txBox="1"/>
          <p:nvPr>
            <p:ph idx="5" type="body"/>
          </p:nvPr>
        </p:nvSpPr>
        <p:spPr>
          <a:xfrm>
            <a:off x="4599739" y="3750469"/>
            <a:ext cx="4203600" cy="942900"/>
          </a:xfrm>
          <a:prstGeom prst="rect">
            <a:avLst/>
          </a:prstGeom>
        </p:spPr>
        <p:txBody>
          <a:bodyPr anchorCtr="0" anchor="t" bIns="0" lIns="0" spcFirstLastPara="1" rIns="0" wrap="square" tIns="0">
            <a:normAutofit/>
          </a:bodyPr>
          <a:lstStyle/>
          <a:p>
            <a:pPr indent="0" lvl="0" marL="0" rtl="0" algn="l">
              <a:spcBef>
                <a:spcPts val="800"/>
              </a:spcBef>
              <a:spcAft>
                <a:spcPts val="200"/>
              </a:spcAft>
              <a:buNone/>
            </a:pPr>
            <a:r>
              <a:rPr lang="en"/>
              <a:t>Lorem ipsum dolor sit amet, consectetur adipiscing elit. </a:t>
            </a:r>
            <a:endParaRPr/>
          </a:p>
        </p:txBody>
      </p:sp>
      <p:sp>
        <p:nvSpPr>
          <p:cNvPr id="1255" name="Google Shape;1255;p121"/>
          <p:cNvSpPr txBox="1"/>
          <p:nvPr>
            <p:ph idx="6" type="body"/>
          </p:nvPr>
        </p:nvSpPr>
        <p:spPr>
          <a:xfrm>
            <a:off x="4598719" y="3453788"/>
            <a:ext cx="4205100" cy="233700"/>
          </a:xfrm>
          <a:prstGeom prst="rect">
            <a:avLst/>
          </a:prstGeom>
        </p:spPr>
        <p:txBody>
          <a:bodyPr anchorCtr="0" anchor="t" bIns="0" lIns="0" spcFirstLastPara="1" rIns="0" wrap="square" tIns="0">
            <a:normAutofit/>
          </a:bodyPr>
          <a:lstStyle/>
          <a:p>
            <a:pPr indent="0" lvl="0" marL="0" rtl="0" algn="l">
              <a:spcBef>
                <a:spcPts val="400"/>
              </a:spcBef>
              <a:spcAft>
                <a:spcPts val="200"/>
              </a:spcAft>
              <a:buNone/>
            </a:pPr>
            <a:r>
              <a:t/>
            </a:r>
            <a:endParaRPr/>
          </a:p>
        </p:txBody>
      </p:sp>
      <p:sp>
        <p:nvSpPr>
          <p:cNvPr id="1256" name="Google Shape;1256;p121"/>
          <p:cNvSpPr/>
          <p:nvPr>
            <p:ph idx="3" type="pic"/>
          </p:nvPr>
        </p:nvSpPr>
        <p:spPr>
          <a:xfrm>
            <a:off x="295955" y="1500188"/>
            <a:ext cx="4204500" cy="1790100"/>
          </a:xfrm>
          <a:prstGeom prst="roundRect">
            <a:avLst>
              <a:gd fmla="val 16667" name="adj"/>
            </a:avLst>
          </a:prstGeom>
        </p:spPr>
      </p:sp>
      <p:sp>
        <p:nvSpPr>
          <p:cNvPr id="1257" name="Google Shape;1257;p121"/>
          <p:cNvSpPr/>
          <p:nvPr>
            <p:ph idx="4" type="pic"/>
          </p:nvPr>
        </p:nvSpPr>
        <p:spPr>
          <a:xfrm>
            <a:off x="4598719" y="1500188"/>
            <a:ext cx="4204500" cy="1790100"/>
          </a:xfrm>
          <a:prstGeom prst="roundRect">
            <a:avLst>
              <a:gd fmla="val 16667" name="adj"/>
            </a:avLst>
          </a:prstGeom>
        </p:spPr>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1" name="Shape 1261"/>
        <p:cNvGrpSpPr/>
        <p:nvPr/>
      </p:nvGrpSpPr>
      <p:grpSpPr>
        <a:xfrm>
          <a:off x="0" y="0"/>
          <a:ext cx="0" cy="0"/>
          <a:chOff x="0" y="0"/>
          <a:chExt cx="0" cy="0"/>
        </a:xfrm>
      </p:grpSpPr>
      <p:sp>
        <p:nvSpPr>
          <p:cNvPr id="1262" name="Google Shape;1262;p122"/>
          <p:cNvSpPr txBox="1"/>
          <p:nvPr>
            <p:ph idx="1" type="body"/>
          </p:nvPr>
        </p:nvSpPr>
        <p:spPr>
          <a:xfrm>
            <a:off x="296976" y="3750469"/>
            <a:ext cx="2766600" cy="942900"/>
          </a:xfrm>
          <a:prstGeom prst="rect">
            <a:avLst/>
          </a:prstGeom>
        </p:spPr>
        <p:txBody>
          <a:bodyPr anchorCtr="0" anchor="t" bIns="0" lIns="0" spcFirstLastPara="1" rIns="0" wrap="square" tIns="0">
            <a:normAutofit fontScale="92500" lnSpcReduction="20000"/>
          </a:bodyPr>
          <a:lstStyle/>
          <a:p>
            <a:pPr indent="0" lvl="0" marL="0" rtl="0" algn="l">
              <a:spcBef>
                <a:spcPts val="800"/>
              </a:spcBef>
              <a:spcAft>
                <a:spcPts val="200"/>
              </a:spcAft>
              <a:buNone/>
            </a:pPr>
            <a:r>
              <a:rPr lang="en"/>
              <a:t>Lorem ipsum dolor sit amet, consectetur adipiscing elit. </a:t>
            </a:r>
            <a:endParaRPr/>
          </a:p>
        </p:txBody>
      </p:sp>
      <p:sp>
        <p:nvSpPr>
          <p:cNvPr id="1263" name="Google Shape;1263;p122"/>
          <p:cNvSpPr txBox="1"/>
          <p:nvPr>
            <p:ph idx="2" type="body"/>
          </p:nvPr>
        </p:nvSpPr>
        <p:spPr>
          <a:xfrm>
            <a:off x="295955" y="3453788"/>
            <a:ext cx="2767500" cy="233700"/>
          </a:xfrm>
          <a:prstGeom prst="rect">
            <a:avLst/>
          </a:prstGeom>
        </p:spPr>
        <p:txBody>
          <a:bodyPr anchorCtr="0" anchor="t" bIns="0" lIns="0" spcFirstLastPara="1" rIns="0" wrap="square" tIns="0">
            <a:normAutofit/>
          </a:bodyPr>
          <a:lstStyle/>
          <a:p>
            <a:pPr indent="0" lvl="0" marL="0" rtl="0" algn="l">
              <a:spcBef>
                <a:spcPts val="400"/>
              </a:spcBef>
              <a:spcAft>
                <a:spcPts val="200"/>
              </a:spcAft>
              <a:buNone/>
            </a:pPr>
            <a:r>
              <a:t/>
            </a:r>
            <a:endParaRPr/>
          </a:p>
        </p:txBody>
      </p:sp>
      <p:sp>
        <p:nvSpPr>
          <p:cNvPr id="1264" name="Google Shape;1264;p122"/>
          <p:cNvSpPr txBox="1"/>
          <p:nvPr>
            <p:ph type="title"/>
          </p:nvPr>
        </p:nvSpPr>
        <p:spPr>
          <a:xfrm>
            <a:off x="295955" y="594518"/>
            <a:ext cx="7758900" cy="6420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t/>
            </a:r>
            <a:endParaRPr/>
          </a:p>
        </p:txBody>
      </p:sp>
      <p:sp>
        <p:nvSpPr>
          <p:cNvPr id="1265" name="Google Shape;1265;p122"/>
          <p:cNvSpPr/>
          <p:nvPr>
            <p:ph idx="3" type="pic"/>
          </p:nvPr>
        </p:nvSpPr>
        <p:spPr>
          <a:xfrm>
            <a:off x="295955" y="1500188"/>
            <a:ext cx="2767500" cy="1790100"/>
          </a:xfrm>
          <a:prstGeom prst="roundRect">
            <a:avLst>
              <a:gd fmla="val 16667" name="adj"/>
            </a:avLst>
          </a:prstGeom>
        </p:spPr>
      </p:sp>
      <p:sp>
        <p:nvSpPr>
          <p:cNvPr id="1266" name="Google Shape;1266;p122"/>
          <p:cNvSpPr/>
          <p:nvPr>
            <p:ph idx="4" type="pic"/>
          </p:nvPr>
        </p:nvSpPr>
        <p:spPr>
          <a:xfrm>
            <a:off x="3165879" y="1500188"/>
            <a:ext cx="2767500" cy="1790100"/>
          </a:xfrm>
          <a:prstGeom prst="roundRect">
            <a:avLst>
              <a:gd fmla="val 16667" name="adj"/>
            </a:avLst>
          </a:prstGeom>
        </p:spPr>
      </p:sp>
      <p:sp>
        <p:nvSpPr>
          <p:cNvPr id="1267" name="Google Shape;1267;p122"/>
          <p:cNvSpPr txBox="1"/>
          <p:nvPr>
            <p:ph idx="6" type="body"/>
          </p:nvPr>
        </p:nvSpPr>
        <p:spPr>
          <a:xfrm>
            <a:off x="3164329" y="3750469"/>
            <a:ext cx="2766600" cy="942900"/>
          </a:xfrm>
          <a:prstGeom prst="rect">
            <a:avLst/>
          </a:prstGeom>
        </p:spPr>
        <p:txBody>
          <a:bodyPr anchorCtr="0" anchor="t" bIns="0" lIns="0" spcFirstLastPara="1" rIns="0" wrap="square" tIns="0">
            <a:normAutofit fontScale="92500" lnSpcReduction="20000"/>
          </a:bodyPr>
          <a:lstStyle/>
          <a:p>
            <a:pPr indent="0" lvl="0" marL="0" rtl="0" algn="l">
              <a:spcBef>
                <a:spcPts val="800"/>
              </a:spcBef>
              <a:spcAft>
                <a:spcPts val="200"/>
              </a:spcAft>
              <a:buNone/>
            </a:pPr>
            <a:r>
              <a:rPr lang="en"/>
              <a:t>Lorem ipsum dolor sit amet, consectetur adipiscing elit.</a:t>
            </a:r>
            <a:endParaRPr/>
          </a:p>
        </p:txBody>
      </p:sp>
      <p:sp>
        <p:nvSpPr>
          <p:cNvPr id="1268" name="Google Shape;1268;p122"/>
          <p:cNvSpPr txBox="1"/>
          <p:nvPr>
            <p:ph idx="7" type="body"/>
          </p:nvPr>
        </p:nvSpPr>
        <p:spPr>
          <a:xfrm>
            <a:off x="3163309" y="3453788"/>
            <a:ext cx="2767500" cy="233700"/>
          </a:xfrm>
          <a:prstGeom prst="rect">
            <a:avLst/>
          </a:prstGeom>
        </p:spPr>
        <p:txBody>
          <a:bodyPr anchorCtr="0" anchor="t" bIns="0" lIns="0" spcFirstLastPara="1" rIns="0" wrap="square" tIns="0">
            <a:normAutofit/>
          </a:bodyPr>
          <a:lstStyle/>
          <a:p>
            <a:pPr indent="0" lvl="0" marL="0" rtl="0" algn="l">
              <a:spcBef>
                <a:spcPts val="400"/>
              </a:spcBef>
              <a:spcAft>
                <a:spcPts val="200"/>
              </a:spcAft>
              <a:buNone/>
            </a:pPr>
            <a:r>
              <a:t/>
            </a:r>
            <a:endParaRPr/>
          </a:p>
        </p:txBody>
      </p:sp>
      <p:sp>
        <p:nvSpPr>
          <p:cNvPr id="1269" name="Google Shape;1269;p122"/>
          <p:cNvSpPr/>
          <p:nvPr>
            <p:ph idx="5" type="pic"/>
          </p:nvPr>
        </p:nvSpPr>
        <p:spPr>
          <a:xfrm>
            <a:off x="6035803" y="1500188"/>
            <a:ext cx="2767500" cy="1790100"/>
          </a:xfrm>
          <a:prstGeom prst="roundRect">
            <a:avLst>
              <a:gd fmla="val 16667" name="adj"/>
            </a:avLst>
          </a:prstGeom>
        </p:spPr>
      </p:sp>
      <p:sp>
        <p:nvSpPr>
          <p:cNvPr id="1270" name="Google Shape;1270;p122"/>
          <p:cNvSpPr txBox="1"/>
          <p:nvPr>
            <p:ph idx="8" type="body"/>
          </p:nvPr>
        </p:nvSpPr>
        <p:spPr>
          <a:xfrm>
            <a:off x="6037595" y="3750469"/>
            <a:ext cx="2766600" cy="942900"/>
          </a:xfrm>
          <a:prstGeom prst="rect">
            <a:avLst/>
          </a:prstGeom>
        </p:spPr>
        <p:txBody>
          <a:bodyPr anchorCtr="0" anchor="t" bIns="0" lIns="0" spcFirstLastPara="1" rIns="0" wrap="square" tIns="0">
            <a:normAutofit fontScale="92500" lnSpcReduction="20000"/>
          </a:bodyPr>
          <a:lstStyle/>
          <a:p>
            <a:pPr indent="0" lvl="0" marL="0" rtl="0" algn="l">
              <a:spcBef>
                <a:spcPts val="800"/>
              </a:spcBef>
              <a:spcAft>
                <a:spcPts val="200"/>
              </a:spcAft>
              <a:buNone/>
            </a:pPr>
            <a:r>
              <a:rPr lang="en"/>
              <a:t>Lorem ipsum dolor sit amet, consectetur adipiscing elit.</a:t>
            </a:r>
            <a:endParaRPr/>
          </a:p>
        </p:txBody>
      </p:sp>
      <p:sp>
        <p:nvSpPr>
          <p:cNvPr id="1271" name="Google Shape;1271;p122"/>
          <p:cNvSpPr txBox="1"/>
          <p:nvPr>
            <p:ph idx="9" type="body"/>
          </p:nvPr>
        </p:nvSpPr>
        <p:spPr>
          <a:xfrm>
            <a:off x="6036574" y="3453788"/>
            <a:ext cx="2767500" cy="233700"/>
          </a:xfrm>
          <a:prstGeom prst="rect">
            <a:avLst/>
          </a:prstGeom>
        </p:spPr>
        <p:txBody>
          <a:bodyPr anchorCtr="0" anchor="t" bIns="0" lIns="0" spcFirstLastPara="1" rIns="0" wrap="square" tIns="0">
            <a:normAutofit/>
          </a:bodyPr>
          <a:lstStyle/>
          <a:p>
            <a:pPr indent="0" lvl="0" marL="0" rtl="0" algn="l">
              <a:spcBef>
                <a:spcPts val="400"/>
              </a:spcBef>
              <a:spcAft>
                <a:spcPts val="200"/>
              </a:spcAft>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5" name="Shape 1275"/>
        <p:cNvGrpSpPr/>
        <p:nvPr/>
      </p:nvGrpSpPr>
      <p:grpSpPr>
        <a:xfrm>
          <a:off x="0" y="0"/>
          <a:ext cx="0" cy="0"/>
          <a:chOff x="0" y="0"/>
          <a:chExt cx="0" cy="0"/>
        </a:xfrm>
      </p:grpSpPr>
      <p:sp>
        <p:nvSpPr>
          <p:cNvPr id="1276" name="Google Shape;1276;p123"/>
          <p:cNvSpPr txBox="1"/>
          <p:nvPr>
            <p:ph idx="1" type="body"/>
          </p:nvPr>
        </p:nvSpPr>
        <p:spPr>
          <a:xfrm>
            <a:off x="296976" y="3750469"/>
            <a:ext cx="2048700" cy="942900"/>
          </a:xfrm>
          <a:prstGeom prst="rect">
            <a:avLst/>
          </a:prstGeom>
        </p:spPr>
        <p:txBody>
          <a:bodyPr anchorCtr="0" anchor="t" bIns="0" lIns="0" spcFirstLastPara="1" rIns="0" wrap="square" tIns="0">
            <a:normAutofit fontScale="70000"/>
          </a:bodyPr>
          <a:lstStyle/>
          <a:p>
            <a:pPr indent="0" lvl="0" marL="0" rtl="0" algn="l">
              <a:spcBef>
                <a:spcPts val="800"/>
              </a:spcBef>
              <a:spcAft>
                <a:spcPts val="200"/>
              </a:spcAft>
              <a:buNone/>
            </a:pPr>
            <a:r>
              <a:rPr lang="en"/>
              <a:t>Lorem ipsum dolor sit amet, consectetur adipiscing elit.</a:t>
            </a:r>
            <a:endParaRPr/>
          </a:p>
        </p:txBody>
      </p:sp>
      <p:sp>
        <p:nvSpPr>
          <p:cNvPr id="1277" name="Google Shape;1277;p123"/>
          <p:cNvSpPr txBox="1"/>
          <p:nvPr>
            <p:ph idx="2" type="body"/>
          </p:nvPr>
        </p:nvSpPr>
        <p:spPr>
          <a:xfrm>
            <a:off x="295956" y="3453788"/>
            <a:ext cx="2049300" cy="233700"/>
          </a:xfrm>
          <a:prstGeom prst="rect">
            <a:avLst/>
          </a:prstGeom>
        </p:spPr>
        <p:txBody>
          <a:bodyPr anchorCtr="0" anchor="t" bIns="0" lIns="0" spcFirstLastPara="1" rIns="0" wrap="square" tIns="0">
            <a:normAutofit/>
          </a:bodyPr>
          <a:lstStyle/>
          <a:p>
            <a:pPr indent="0" lvl="0" marL="0" rtl="0" algn="l">
              <a:spcBef>
                <a:spcPts val="400"/>
              </a:spcBef>
              <a:spcAft>
                <a:spcPts val="200"/>
              </a:spcAft>
              <a:buNone/>
            </a:pPr>
            <a:r>
              <a:t/>
            </a:r>
            <a:endParaRPr/>
          </a:p>
        </p:txBody>
      </p:sp>
      <p:sp>
        <p:nvSpPr>
          <p:cNvPr id="1278" name="Google Shape;1278;p123"/>
          <p:cNvSpPr txBox="1"/>
          <p:nvPr>
            <p:ph type="title"/>
          </p:nvPr>
        </p:nvSpPr>
        <p:spPr>
          <a:xfrm>
            <a:off x="295955" y="594518"/>
            <a:ext cx="7758900" cy="6420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t/>
            </a:r>
            <a:endParaRPr/>
          </a:p>
        </p:txBody>
      </p:sp>
      <p:sp>
        <p:nvSpPr>
          <p:cNvPr id="1279" name="Google Shape;1279;p123"/>
          <p:cNvSpPr/>
          <p:nvPr>
            <p:ph idx="3" type="pic"/>
          </p:nvPr>
        </p:nvSpPr>
        <p:spPr>
          <a:xfrm>
            <a:off x="295955" y="1500188"/>
            <a:ext cx="2048700" cy="1790100"/>
          </a:xfrm>
          <a:prstGeom prst="roundRect">
            <a:avLst>
              <a:gd fmla="val 16667" name="adj"/>
            </a:avLst>
          </a:prstGeom>
        </p:spPr>
      </p:sp>
      <p:sp>
        <p:nvSpPr>
          <p:cNvPr id="1280" name="Google Shape;1280;p123"/>
          <p:cNvSpPr/>
          <p:nvPr>
            <p:ph idx="6" type="pic"/>
          </p:nvPr>
        </p:nvSpPr>
        <p:spPr>
          <a:xfrm>
            <a:off x="2447948" y="1500188"/>
            <a:ext cx="2048700" cy="1790100"/>
          </a:xfrm>
          <a:prstGeom prst="roundRect">
            <a:avLst>
              <a:gd fmla="val 16667" name="adj"/>
            </a:avLst>
          </a:prstGeom>
        </p:spPr>
      </p:sp>
      <p:sp>
        <p:nvSpPr>
          <p:cNvPr id="1281" name="Google Shape;1281;p123"/>
          <p:cNvSpPr/>
          <p:nvPr>
            <p:ph idx="9" type="pic"/>
          </p:nvPr>
        </p:nvSpPr>
        <p:spPr>
          <a:xfrm>
            <a:off x="4599941" y="1500188"/>
            <a:ext cx="2048700" cy="1790100"/>
          </a:xfrm>
          <a:prstGeom prst="roundRect">
            <a:avLst>
              <a:gd fmla="val 16667" name="adj"/>
            </a:avLst>
          </a:prstGeom>
        </p:spPr>
      </p:sp>
      <p:sp>
        <p:nvSpPr>
          <p:cNvPr id="1282" name="Google Shape;1282;p123"/>
          <p:cNvSpPr txBox="1"/>
          <p:nvPr>
            <p:ph idx="4" type="body"/>
          </p:nvPr>
        </p:nvSpPr>
        <p:spPr>
          <a:xfrm>
            <a:off x="2448969" y="3750469"/>
            <a:ext cx="2048700" cy="942900"/>
          </a:xfrm>
          <a:prstGeom prst="rect">
            <a:avLst/>
          </a:prstGeom>
        </p:spPr>
        <p:txBody>
          <a:bodyPr anchorCtr="0" anchor="t" bIns="0" lIns="0" spcFirstLastPara="1" rIns="0" wrap="square" tIns="0">
            <a:normAutofit fontScale="70000"/>
          </a:bodyPr>
          <a:lstStyle/>
          <a:p>
            <a:pPr indent="0" lvl="0" marL="0" rtl="0" algn="l">
              <a:spcBef>
                <a:spcPts val="800"/>
              </a:spcBef>
              <a:spcAft>
                <a:spcPts val="200"/>
              </a:spcAft>
              <a:buNone/>
            </a:pPr>
            <a:r>
              <a:rPr lang="en"/>
              <a:t>Lorem ipsum dolor sit amet, consectetur adipiscing elit.</a:t>
            </a:r>
            <a:endParaRPr/>
          </a:p>
        </p:txBody>
      </p:sp>
      <p:sp>
        <p:nvSpPr>
          <p:cNvPr id="1283" name="Google Shape;1283;p123"/>
          <p:cNvSpPr txBox="1"/>
          <p:nvPr>
            <p:ph idx="5" type="body"/>
          </p:nvPr>
        </p:nvSpPr>
        <p:spPr>
          <a:xfrm>
            <a:off x="2447949" y="3453788"/>
            <a:ext cx="2049300" cy="233700"/>
          </a:xfrm>
          <a:prstGeom prst="rect">
            <a:avLst/>
          </a:prstGeom>
        </p:spPr>
        <p:txBody>
          <a:bodyPr anchorCtr="0" anchor="t" bIns="0" lIns="0" spcFirstLastPara="1" rIns="0" wrap="square" tIns="0">
            <a:normAutofit/>
          </a:bodyPr>
          <a:lstStyle/>
          <a:p>
            <a:pPr indent="0" lvl="0" marL="0" rtl="0" algn="l">
              <a:spcBef>
                <a:spcPts val="400"/>
              </a:spcBef>
              <a:spcAft>
                <a:spcPts val="200"/>
              </a:spcAft>
              <a:buNone/>
            </a:pPr>
            <a:r>
              <a:t/>
            </a:r>
            <a:endParaRPr/>
          </a:p>
        </p:txBody>
      </p:sp>
      <p:sp>
        <p:nvSpPr>
          <p:cNvPr id="1284" name="Google Shape;1284;p123"/>
          <p:cNvSpPr txBox="1"/>
          <p:nvPr>
            <p:ph idx="7" type="body"/>
          </p:nvPr>
        </p:nvSpPr>
        <p:spPr>
          <a:xfrm>
            <a:off x="4600962" y="3750469"/>
            <a:ext cx="2048700" cy="942900"/>
          </a:xfrm>
          <a:prstGeom prst="rect">
            <a:avLst/>
          </a:prstGeom>
        </p:spPr>
        <p:txBody>
          <a:bodyPr anchorCtr="0" anchor="t" bIns="0" lIns="0" spcFirstLastPara="1" rIns="0" wrap="square" tIns="0">
            <a:normAutofit fontScale="70000"/>
          </a:bodyPr>
          <a:lstStyle/>
          <a:p>
            <a:pPr indent="0" lvl="0" marL="0" rtl="0" algn="l">
              <a:spcBef>
                <a:spcPts val="800"/>
              </a:spcBef>
              <a:spcAft>
                <a:spcPts val="200"/>
              </a:spcAft>
              <a:buNone/>
            </a:pPr>
            <a:r>
              <a:rPr lang="en"/>
              <a:t>Lorem ipsum dolor sit amet, consectetur adipiscing elit.</a:t>
            </a:r>
            <a:endParaRPr/>
          </a:p>
        </p:txBody>
      </p:sp>
      <p:sp>
        <p:nvSpPr>
          <p:cNvPr id="1285" name="Google Shape;1285;p123"/>
          <p:cNvSpPr txBox="1"/>
          <p:nvPr>
            <p:ph idx="8" type="body"/>
          </p:nvPr>
        </p:nvSpPr>
        <p:spPr>
          <a:xfrm>
            <a:off x="4599942" y="3453788"/>
            <a:ext cx="2049300" cy="233700"/>
          </a:xfrm>
          <a:prstGeom prst="rect">
            <a:avLst/>
          </a:prstGeom>
        </p:spPr>
        <p:txBody>
          <a:bodyPr anchorCtr="0" anchor="t" bIns="0" lIns="0" spcFirstLastPara="1" rIns="0" wrap="square" tIns="0">
            <a:normAutofit/>
          </a:bodyPr>
          <a:lstStyle/>
          <a:p>
            <a:pPr indent="0" lvl="0" marL="0" rtl="0" algn="l">
              <a:spcBef>
                <a:spcPts val="400"/>
              </a:spcBef>
              <a:spcAft>
                <a:spcPts val="200"/>
              </a:spcAft>
              <a:buNone/>
            </a:pPr>
            <a:r>
              <a:t/>
            </a:r>
            <a:endParaRPr/>
          </a:p>
        </p:txBody>
      </p:sp>
      <p:sp>
        <p:nvSpPr>
          <p:cNvPr id="1286" name="Google Shape;1286;p123"/>
          <p:cNvSpPr txBox="1"/>
          <p:nvPr>
            <p:ph idx="13" type="body"/>
          </p:nvPr>
        </p:nvSpPr>
        <p:spPr>
          <a:xfrm>
            <a:off x="6752955" y="3750469"/>
            <a:ext cx="2048700" cy="942900"/>
          </a:xfrm>
          <a:prstGeom prst="rect">
            <a:avLst/>
          </a:prstGeom>
        </p:spPr>
        <p:txBody>
          <a:bodyPr anchorCtr="0" anchor="t" bIns="0" lIns="0" spcFirstLastPara="1" rIns="0" wrap="square" tIns="0">
            <a:normAutofit fontScale="70000"/>
          </a:bodyPr>
          <a:lstStyle/>
          <a:p>
            <a:pPr indent="0" lvl="0" marL="0" rtl="0" algn="l">
              <a:spcBef>
                <a:spcPts val="800"/>
              </a:spcBef>
              <a:spcAft>
                <a:spcPts val="200"/>
              </a:spcAft>
              <a:buNone/>
            </a:pPr>
            <a:r>
              <a:rPr lang="en"/>
              <a:t>Lorem ipsum dolor sit amet, consectetur adipiscing elit.</a:t>
            </a:r>
            <a:endParaRPr/>
          </a:p>
        </p:txBody>
      </p:sp>
      <p:sp>
        <p:nvSpPr>
          <p:cNvPr id="1287" name="Google Shape;1287;p123"/>
          <p:cNvSpPr txBox="1"/>
          <p:nvPr>
            <p:ph idx="14" type="body"/>
          </p:nvPr>
        </p:nvSpPr>
        <p:spPr>
          <a:xfrm>
            <a:off x="6751935" y="3453788"/>
            <a:ext cx="2049300" cy="233700"/>
          </a:xfrm>
          <a:prstGeom prst="rect">
            <a:avLst/>
          </a:prstGeom>
        </p:spPr>
        <p:txBody>
          <a:bodyPr anchorCtr="0" anchor="t" bIns="0" lIns="0" spcFirstLastPara="1" rIns="0" wrap="square" tIns="0">
            <a:normAutofit/>
          </a:bodyPr>
          <a:lstStyle/>
          <a:p>
            <a:pPr indent="0" lvl="0" marL="0" rtl="0" algn="l">
              <a:spcBef>
                <a:spcPts val="400"/>
              </a:spcBef>
              <a:spcAft>
                <a:spcPts val="200"/>
              </a:spcAft>
              <a:buNone/>
            </a:pPr>
            <a:r>
              <a:t/>
            </a:r>
            <a:endParaRPr/>
          </a:p>
        </p:txBody>
      </p:sp>
      <p:sp>
        <p:nvSpPr>
          <p:cNvPr id="1288" name="Google Shape;1288;p123"/>
          <p:cNvSpPr/>
          <p:nvPr>
            <p:ph idx="15" type="pic"/>
          </p:nvPr>
        </p:nvSpPr>
        <p:spPr>
          <a:xfrm>
            <a:off x="6751935" y="1500188"/>
            <a:ext cx="2048700" cy="1790100"/>
          </a:xfrm>
          <a:prstGeom prst="roundRect">
            <a:avLst>
              <a:gd fmla="val 16667" name="adj"/>
            </a:avLst>
          </a:prstGeom>
        </p:spPr>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sp>
        <p:nvSpPr>
          <p:cNvPr id="1293" name="Google Shape;1293;p124"/>
          <p:cNvSpPr txBox="1"/>
          <p:nvPr>
            <p:ph type="title"/>
          </p:nvPr>
        </p:nvSpPr>
        <p:spPr>
          <a:xfrm>
            <a:off x="295955" y="594518"/>
            <a:ext cx="7758900" cy="6420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t/>
            </a:r>
            <a:endParaRPr/>
          </a:p>
        </p:txBody>
      </p:sp>
      <p:sp>
        <p:nvSpPr>
          <p:cNvPr id="1294" name="Google Shape;1294;p124"/>
          <p:cNvSpPr txBox="1"/>
          <p:nvPr>
            <p:ph idx="1" type="body"/>
          </p:nvPr>
        </p:nvSpPr>
        <p:spPr>
          <a:xfrm>
            <a:off x="296976" y="3750469"/>
            <a:ext cx="1618500" cy="942900"/>
          </a:xfrm>
          <a:prstGeom prst="rect">
            <a:avLst/>
          </a:prstGeom>
        </p:spPr>
        <p:txBody>
          <a:bodyPr anchorCtr="0" anchor="t" bIns="0" lIns="0" spcFirstLastPara="1" rIns="0" wrap="square" tIns="0">
            <a:normAutofit fontScale="85000" lnSpcReduction="20000"/>
          </a:bodyPr>
          <a:lstStyle/>
          <a:p>
            <a:pPr indent="0" lvl="0" marL="0" rtl="0" algn="l">
              <a:spcBef>
                <a:spcPts val="800"/>
              </a:spcBef>
              <a:spcAft>
                <a:spcPts val="200"/>
              </a:spcAft>
              <a:buNone/>
            </a:pPr>
            <a:r>
              <a:rPr lang="en"/>
              <a:t>Lorem ipsum dolor sit amet, consectetur adipiscing elit.</a:t>
            </a:r>
            <a:endParaRPr/>
          </a:p>
        </p:txBody>
      </p:sp>
      <p:sp>
        <p:nvSpPr>
          <p:cNvPr id="1295" name="Google Shape;1295;p124"/>
          <p:cNvSpPr txBox="1"/>
          <p:nvPr>
            <p:ph idx="2" type="body"/>
          </p:nvPr>
        </p:nvSpPr>
        <p:spPr>
          <a:xfrm>
            <a:off x="295956" y="3453788"/>
            <a:ext cx="1619100" cy="233700"/>
          </a:xfrm>
          <a:prstGeom prst="rect">
            <a:avLst/>
          </a:prstGeom>
        </p:spPr>
        <p:txBody>
          <a:bodyPr anchorCtr="0" anchor="t" bIns="0" lIns="0" spcFirstLastPara="1" rIns="0" wrap="square" tIns="0">
            <a:normAutofit/>
          </a:bodyPr>
          <a:lstStyle/>
          <a:p>
            <a:pPr indent="0" lvl="0" marL="0" rtl="0" algn="l">
              <a:spcBef>
                <a:spcPts val="400"/>
              </a:spcBef>
              <a:spcAft>
                <a:spcPts val="200"/>
              </a:spcAft>
              <a:buNone/>
            </a:pPr>
            <a:r>
              <a:t/>
            </a:r>
            <a:endParaRPr/>
          </a:p>
        </p:txBody>
      </p:sp>
      <p:sp>
        <p:nvSpPr>
          <p:cNvPr id="1296" name="Google Shape;1296;p124"/>
          <p:cNvSpPr/>
          <p:nvPr>
            <p:ph idx="3" type="pic"/>
          </p:nvPr>
        </p:nvSpPr>
        <p:spPr>
          <a:xfrm>
            <a:off x="295956" y="1500188"/>
            <a:ext cx="1618500" cy="1790100"/>
          </a:xfrm>
          <a:prstGeom prst="roundRect">
            <a:avLst>
              <a:gd fmla="val 16667" name="adj"/>
            </a:avLst>
          </a:prstGeom>
        </p:spPr>
      </p:sp>
      <p:sp>
        <p:nvSpPr>
          <p:cNvPr id="1297" name="Google Shape;1297;p124"/>
          <p:cNvSpPr txBox="1"/>
          <p:nvPr>
            <p:ph idx="4" type="body"/>
          </p:nvPr>
        </p:nvSpPr>
        <p:spPr>
          <a:xfrm>
            <a:off x="2017388" y="3750469"/>
            <a:ext cx="1618500" cy="942900"/>
          </a:xfrm>
          <a:prstGeom prst="rect">
            <a:avLst/>
          </a:prstGeom>
        </p:spPr>
        <p:txBody>
          <a:bodyPr anchorCtr="0" anchor="t" bIns="0" lIns="0" spcFirstLastPara="1" rIns="0" wrap="square" tIns="0">
            <a:normAutofit fontScale="85000" lnSpcReduction="20000"/>
          </a:bodyPr>
          <a:lstStyle/>
          <a:p>
            <a:pPr indent="0" lvl="0" marL="0" rtl="0" algn="l">
              <a:spcBef>
                <a:spcPts val="800"/>
              </a:spcBef>
              <a:spcAft>
                <a:spcPts val="200"/>
              </a:spcAft>
              <a:buNone/>
            </a:pPr>
            <a:r>
              <a:rPr lang="en"/>
              <a:t>Lorem ipsum dolor sit amet, consectetur adipiscing elit.</a:t>
            </a:r>
            <a:endParaRPr/>
          </a:p>
        </p:txBody>
      </p:sp>
      <p:sp>
        <p:nvSpPr>
          <p:cNvPr id="1298" name="Google Shape;1298;p124"/>
          <p:cNvSpPr txBox="1"/>
          <p:nvPr>
            <p:ph idx="5" type="body"/>
          </p:nvPr>
        </p:nvSpPr>
        <p:spPr>
          <a:xfrm>
            <a:off x="2016368" y="3453788"/>
            <a:ext cx="1619100" cy="233700"/>
          </a:xfrm>
          <a:prstGeom prst="rect">
            <a:avLst/>
          </a:prstGeom>
        </p:spPr>
        <p:txBody>
          <a:bodyPr anchorCtr="0" anchor="t" bIns="0" lIns="0" spcFirstLastPara="1" rIns="0" wrap="square" tIns="0">
            <a:normAutofit/>
          </a:bodyPr>
          <a:lstStyle/>
          <a:p>
            <a:pPr indent="0" lvl="0" marL="0" rtl="0" algn="l">
              <a:spcBef>
                <a:spcPts val="400"/>
              </a:spcBef>
              <a:spcAft>
                <a:spcPts val="200"/>
              </a:spcAft>
              <a:buNone/>
            </a:pPr>
            <a:r>
              <a:t/>
            </a:r>
            <a:endParaRPr/>
          </a:p>
        </p:txBody>
      </p:sp>
      <p:sp>
        <p:nvSpPr>
          <p:cNvPr id="1299" name="Google Shape;1299;p124"/>
          <p:cNvSpPr/>
          <p:nvPr>
            <p:ph idx="6" type="pic"/>
          </p:nvPr>
        </p:nvSpPr>
        <p:spPr>
          <a:xfrm>
            <a:off x="2016368" y="1500188"/>
            <a:ext cx="1618500" cy="1790100"/>
          </a:xfrm>
          <a:prstGeom prst="roundRect">
            <a:avLst>
              <a:gd fmla="val 16667" name="adj"/>
            </a:avLst>
          </a:prstGeom>
        </p:spPr>
      </p:sp>
      <p:sp>
        <p:nvSpPr>
          <p:cNvPr id="1300" name="Google Shape;1300;p124"/>
          <p:cNvSpPr txBox="1"/>
          <p:nvPr>
            <p:ph idx="7" type="body"/>
          </p:nvPr>
        </p:nvSpPr>
        <p:spPr>
          <a:xfrm>
            <a:off x="3743712" y="3750469"/>
            <a:ext cx="1618500" cy="942900"/>
          </a:xfrm>
          <a:prstGeom prst="rect">
            <a:avLst/>
          </a:prstGeom>
        </p:spPr>
        <p:txBody>
          <a:bodyPr anchorCtr="0" anchor="t" bIns="0" lIns="0" spcFirstLastPara="1" rIns="0" wrap="square" tIns="0">
            <a:normAutofit fontScale="85000" lnSpcReduction="20000"/>
          </a:bodyPr>
          <a:lstStyle/>
          <a:p>
            <a:pPr indent="0" lvl="0" marL="0" rtl="0" algn="l">
              <a:spcBef>
                <a:spcPts val="800"/>
              </a:spcBef>
              <a:spcAft>
                <a:spcPts val="200"/>
              </a:spcAft>
              <a:buNone/>
            </a:pPr>
            <a:r>
              <a:rPr lang="en"/>
              <a:t>Lorem ipsum dolor sit amet, consectetur adipiscing elit.</a:t>
            </a:r>
            <a:endParaRPr/>
          </a:p>
        </p:txBody>
      </p:sp>
      <p:sp>
        <p:nvSpPr>
          <p:cNvPr id="1301" name="Google Shape;1301;p124"/>
          <p:cNvSpPr txBox="1"/>
          <p:nvPr>
            <p:ph idx="8" type="body"/>
          </p:nvPr>
        </p:nvSpPr>
        <p:spPr>
          <a:xfrm>
            <a:off x="3742692" y="3453788"/>
            <a:ext cx="1619100" cy="233700"/>
          </a:xfrm>
          <a:prstGeom prst="rect">
            <a:avLst/>
          </a:prstGeom>
        </p:spPr>
        <p:txBody>
          <a:bodyPr anchorCtr="0" anchor="t" bIns="0" lIns="0" spcFirstLastPara="1" rIns="0" wrap="square" tIns="0">
            <a:normAutofit/>
          </a:bodyPr>
          <a:lstStyle/>
          <a:p>
            <a:pPr indent="0" lvl="0" marL="0" rtl="0" algn="l">
              <a:spcBef>
                <a:spcPts val="400"/>
              </a:spcBef>
              <a:spcAft>
                <a:spcPts val="200"/>
              </a:spcAft>
              <a:buNone/>
            </a:pPr>
            <a:r>
              <a:t/>
            </a:r>
            <a:endParaRPr/>
          </a:p>
        </p:txBody>
      </p:sp>
      <p:sp>
        <p:nvSpPr>
          <p:cNvPr id="1302" name="Google Shape;1302;p124"/>
          <p:cNvSpPr/>
          <p:nvPr>
            <p:ph idx="9" type="pic"/>
          </p:nvPr>
        </p:nvSpPr>
        <p:spPr>
          <a:xfrm>
            <a:off x="3742692" y="1500188"/>
            <a:ext cx="1618500" cy="1790100"/>
          </a:xfrm>
          <a:prstGeom prst="roundRect">
            <a:avLst>
              <a:gd fmla="val 16667" name="adj"/>
            </a:avLst>
          </a:prstGeom>
        </p:spPr>
      </p:sp>
      <p:sp>
        <p:nvSpPr>
          <p:cNvPr id="1303" name="Google Shape;1303;p124"/>
          <p:cNvSpPr txBox="1"/>
          <p:nvPr>
            <p:ph idx="13" type="body"/>
          </p:nvPr>
        </p:nvSpPr>
        <p:spPr>
          <a:xfrm>
            <a:off x="5464125" y="3750469"/>
            <a:ext cx="1618500" cy="942900"/>
          </a:xfrm>
          <a:prstGeom prst="rect">
            <a:avLst/>
          </a:prstGeom>
        </p:spPr>
        <p:txBody>
          <a:bodyPr anchorCtr="0" anchor="t" bIns="0" lIns="0" spcFirstLastPara="1" rIns="0" wrap="square" tIns="0">
            <a:normAutofit fontScale="85000" lnSpcReduction="20000"/>
          </a:bodyPr>
          <a:lstStyle/>
          <a:p>
            <a:pPr indent="0" lvl="0" marL="0" rtl="0" algn="l">
              <a:spcBef>
                <a:spcPts val="800"/>
              </a:spcBef>
              <a:spcAft>
                <a:spcPts val="200"/>
              </a:spcAft>
              <a:buNone/>
            </a:pPr>
            <a:r>
              <a:rPr lang="en"/>
              <a:t>Lorem ipsum dolor sit amet, consectetur adipiscing elit.</a:t>
            </a:r>
            <a:endParaRPr/>
          </a:p>
        </p:txBody>
      </p:sp>
      <p:sp>
        <p:nvSpPr>
          <p:cNvPr id="1304" name="Google Shape;1304;p124"/>
          <p:cNvSpPr txBox="1"/>
          <p:nvPr>
            <p:ph idx="14" type="body"/>
          </p:nvPr>
        </p:nvSpPr>
        <p:spPr>
          <a:xfrm>
            <a:off x="5463104" y="3453788"/>
            <a:ext cx="1619100" cy="233700"/>
          </a:xfrm>
          <a:prstGeom prst="rect">
            <a:avLst/>
          </a:prstGeom>
        </p:spPr>
        <p:txBody>
          <a:bodyPr anchorCtr="0" anchor="t" bIns="0" lIns="0" spcFirstLastPara="1" rIns="0" wrap="square" tIns="0">
            <a:normAutofit/>
          </a:bodyPr>
          <a:lstStyle/>
          <a:p>
            <a:pPr indent="0" lvl="0" marL="0" rtl="0" algn="l">
              <a:spcBef>
                <a:spcPts val="400"/>
              </a:spcBef>
              <a:spcAft>
                <a:spcPts val="200"/>
              </a:spcAft>
              <a:buNone/>
            </a:pPr>
            <a:r>
              <a:t/>
            </a:r>
            <a:endParaRPr/>
          </a:p>
        </p:txBody>
      </p:sp>
      <p:sp>
        <p:nvSpPr>
          <p:cNvPr id="1305" name="Google Shape;1305;p124"/>
          <p:cNvSpPr/>
          <p:nvPr>
            <p:ph idx="15" type="pic"/>
          </p:nvPr>
        </p:nvSpPr>
        <p:spPr>
          <a:xfrm>
            <a:off x="5463104" y="1500188"/>
            <a:ext cx="1618500" cy="1790100"/>
          </a:xfrm>
          <a:prstGeom prst="roundRect">
            <a:avLst>
              <a:gd fmla="val 16667" name="adj"/>
            </a:avLst>
          </a:prstGeom>
        </p:spPr>
      </p:sp>
      <p:sp>
        <p:nvSpPr>
          <p:cNvPr id="1306" name="Google Shape;1306;p124"/>
          <p:cNvSpPr txBox="1"/>
          <p:nvPr>
            <p:ph idx="16" type="body"/>
          </p:nvPr>
        </p:nvSpPr>
        <p:spPr>
          <a:xfrm>
            <a:off x="7190449" y="3750469"/>
            <a:ext cx="1618500" cy="942900"/>
          </a:xfrm>
          <a:prstGeom prst="rect">
            <a:avLst/>
          </a:prstGeom>
        </p:spPr>
        <p:txBody>
          <a:bodyPr anchorCtr="0" anchor="t" bIns="0" lIns="0" spcFirstLastPara="1" rIns="0" wrap="square" tIns="0">
            <a:normAutofit fontScale="85000" lnSpcReduction="20000"/>
          </a:bodyPr>
          <a:lstStyle/>
          <a:p>
            <a:pPr indent="0" lvl="0" marL="0" rtl="0" algn="l">
              <a:spcBef>
                <a:spcPts val="800"/>
              </a:spcBef>
              <a:spcAft>
                <a:spcPts val="200"/>
              </a:spcAft>
              <a:buNone/>
            </a:pPr>
            <a:r>
              <a:rPr lang="en"/>
              <a:t>Lorem ipsum dolor sit amet, consectetur adipiscing elit.</a:t>
            </a:r>
            <a:endParaRPr/>
          </a:p>
        </p:txBody>
      </p:sp>
      <p:sp>
        <p:nvSpPr>
          <p:cNvPr id="1307" name="Google Shape;1307;p124"/>
          <p:cNvSpPr txBox="1"/>
          <p:nvPr>
            <p:ph idx="17" type="body"/>
          </p:nvPr>
        </p:nvSpPr>
        <p:spPr>
          <a:xfrm>
            <a:off x="7189428" y="3453788"/>
            <a:ext cx="1619100" cy="233700"/>
          </a:xfrm>
          <a:prstGeom prst="rect">
            <a:avLst/>
          </a:prstGeom>
        </p:spPr>
        <p:txBody>
          <a:bodyPr anchorCtr="0" anchor="t" bIns="0" lIns="0" spcFirstLastPara="1" rIns="0" wrap="square" tIns="0">
            <a:normAutofit/>
          </a:bodyPr>
          <a:lstStyle/>
          <a:p>
            <a:pPr indent="0" lvl="0" marL="0" rtl="0" algn="l">
              <a:spcBef>
                <a:spcPts val="400"/>
              </a:spcBef>
              <a:spcAft>
                <a:spcPts val="200"/>
              </a:spcAft>
              <a:buNone/>
            </a:pPr>
            <a:r>
              <a:t/>
            </a:r>
            <a:endParaRPr/>
          </a:p>
        </p:txBody>
      </p:sp>
      <p:sp>
        <p:nvSpPr>
          <p:cNvPr id="1308" name="Google Shape;1308;p124"/>
          <p:cNvSpPr/>
          <p:nvPr>
            <p:ph idx="18" type="pic"/>
          </p:nvPr>
        </p:nvSpPr>
        <p:spPr>
          <a:xfrm>
            <a:off x="7189428" y="1500188"/>
            <a:ext cx="1618500" cy="1790100"/>
          </a:xfrm>
          <a:prstGeom prst="roundRect">
            <a:avLst>
              <a:gd fmla="val 16667" name="adj"/>
            </a:avLst>
          </a:prstGeom>
        </p:spPr>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2" name="Shape 1312"/>
        <p:cNvGrpSpPr/>
        <p:nvPr/>
      </p:nvGrpSpPr>
      <p:grpSpPr>
        <a:xfrm>
          <a:off x="0" y="0"/>
          <a:ext cx="0" cy="0"/>
          <a:chOff x="0" y="0"/>
          <a:chExt cx="0" cy="0"/>
        </a:xfrm>
      </p:grpSpPr>
      <p:sp>
        <p:nvSpPr>
          <p:cNvPr id="1313" name="Google Shape;1313;p125"/>
          <p:cNvSpPr txBox="1"/>
          <p:nvPr>
            <p:ph type="title"/>
          </p:nvPr>
        </p:nvSpPr>
        <p:spPr>
          <a:xfrm>
            <a:off x="300038" y="428625"/>
            <a:ext cx="3886200" cy="7668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dk1"/>
              </a:buClr>
              <a:buSzPts val="2800"/>
              <a:buFont typeface="Outfit"/>
              <a:buNone/>
            </a:pPr>
            <a:r>
              <a:rPr lang="en"/>
              <a:t>Headline goes here</a:t>
            </a:r>
            <a:endParaRPr/>
          </a:p>
        </p:txBody>
      </p:sp>
      <p:sp>
        <p:nvSpPr>
          <p:cNvPr id="1314" name="Google Shape;1314;p125"/>
          <p:cNvSpPr txBox="1"/>
          <p:nvPr>
            <p:ph idx="1" type="body"/>
          </p:nvPr>
        </p:nvSpPr>
        <p:spPr>
          <a:xfrm>
            <a:off x="300038" y="1749787"/>
            <a:ext cx="3886200" cy="27759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t>Lorem ipsum dolor sit amet, consectetur adipiscing elit. Lorem ipsum dolor sit amet, consectetur adipiscing elit. Lorem ipsum dolor sit amet, consectetur adipiscing elit, sed do eiusmod tempor incididunt ut labore et dolore magna aliqua.</a:t>
            </a:r>
            <a:endParaRPr/>
          </a:p>
          <a:p>
            <a:pPr indent="0" lvl="0" marL="0" rtl="0" algn="l">
              <a:lnSpc>
                <a:spcPct val="142857"/>
              </a:lnSpc>
              <a:spcBef>
                <a:spcPts val="0"/>
              </a:spcBef>
              <a:spcAft>
                <a:spcPts val="0"/>
              </a:spcAft>
              <a:buClr>
                <a:srgbClr val="1B1915"/>
              </a:buClr>
              <a:buSzPts val="1100"/>
              <a:buNone/>
            </a:pPr>
            <a:r>
              <a:t/>
            </a:r>
            <a:endParaRPr/>
          </a:p>
        </p:txBody>
      </p:sp>
      <p:sp>
        <p:nvSpPr>
          <p:cNvPr id="1315" name="Google Shape;1315;p125"/>
          <p:cNvSpPr txBox="1"/>
          <p:nvPr>
            <p:ph idx="2" type="body"/>
          </p:nvPr>
        </p:nvSpPr>
        <p:spPr>
          <a:xfrm>
            <a:off x="300038" y="1355725"/>
            <a:ext cx="3886200" cy="233700"/>
          </a:xfrm>
          <a:prstGeom prst="rect">
            <a:avLst/>
          </a:prstGeom>
          <a:noFill/>
          <a:ln>
            <a:noFill/>
          </a:ln>
        </p:spPr>
        <p:txBody>
          <a:bodyPr anchorCtr="0" anchor="t" bIns="0" lIns="0" spcFirstLastPara="1" rIns="0" wrap="square" tIns="0">
            <a:normAutofit lnSpcReduction="10000"/>
          </a:bodyPr>
          <a:lstStyle/>
          <a:p>
            <a:pPr indent="0" lvl="0" marL="0" rtl="0" algn="l">
              <a:lnSpc>
                <a:spcPct val="100000"/>
              </a:lnSpc>
              <a:spcBef>
                <a:spcPts val="0"/>
              </a:spcBef>
              <a:spcAft>
                <a:spcPts val="0"/>
              </a:spcAft>
              <a:buClr>
                <a:srgbClr val="226548"/>
              </a:buClr>
              <a:buSzPts val="1700"/>
              <a:buNone/>
            </a:pPr>
            <a:r>
              <a:t/>
            </a:r>
            <a:endParaRPr/>
          </a:p>
        </p:txBody>
      </p:sp>
      <p:sp>
        <p:nvSpPr>
          <p:cNvPr id="1316" name="Google Shape;1316;p125"/>
          <p:cNvSpPr/>
          <p:nvPr>
            <p:ph idx="3" type="pic"/>
          </p:nvPr>
        </p:nvSpPr>
        <p:spPr>
          <a:xfrm>
            <a:off x="4471518" y="190500"/>
            <a:ext cx="4521900" cy="4764600"/>
          </a:xfrm>
          <a:prstGeom prst="roundRect">
            <a:avLst>
              <a:gd fmla="val 2162" name="adj"/>
            </a:avLst>
          </a:prstGeom>
          <a:noFill/>
          <a:ln>
            <a:noFill/>
          </a:ln>
        </p:spPr>
      </p:sp>
      <p:sp>
        <p:nvSpPr>
          <p:cNvPr id="1317" name="Google Shape;1317;p125"/>
          <p:cNvSpPr txBox="1"/>
          <p:nvPr>
            <p:ph idx="10" type="dt"/>
          </p:nvPr>
        </p:nvSpPr>
        <p:spPr>
          <a:xfrm>
            <a:off x="285750" y="4753346"/>
            <a:ext cx="2057400" cy="1998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Clr>
                <a:schemeClr val="dk1"/>
              </a:buClr>
              <a:buSzPts val="500"/>
              <a:buFont typeface="Outfit"/>
              <a:buNone/>
            </a:pPr>
            <a:r>
              <a:rPr lang="en"/>
              <a:t>March 2025</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1" name="Shape 1321"/>
        <p:cNvGrpSpPr/>
        <p:nvPr/>
      </p:nvGrpSpPr>
      <p:grpSpPr>
        <a:xfrm>
          <a:off x="0" y="0"/>
          <a:ext cx="0" cy="0"/>
          <a:chOff x="0" y="0"/>
          <a:chExt cx="0" cy="0"/>
        </a:xfrm>
      </p:grpSpPr>
      <p:sp>
        <p:nvSpPr>
          <p:cNvPr id="1322" name="Google Shape;1322;p126"/>
          <p:cNvSpPr/>
          <p:nvPr>
            <p:ph idx="2" type="pic"/>
          </p:nvPr>
        </p:nvSpPr>
        <p:spPr>
          <a:xfrm>
            <a:off x="157163" y="190500"/>
            <a:ext cx="4521900" cy="4764600"/>
          </a:xfrm>
          <a:prstGeom prst="roundRect">
            <a:avLst>
              <a:gd fmla="val 2162" name="adj"/>
            </a:avLst>
          </a:prstGeom>
          <a:noFill/>
          <a:ln>
            <a:noFill/>
          </a:ln>
        </p:spPr>
      </p:sp>
      <p:sp>
        <p:nvSpPr>
          <p:cNvPr id="1323" name="Google Shape;1323;p126"/>
          <p:cNvSpPr txBox="1"/>
          <p:nvPr>
            <p:ph type="title"/>
          </p:nvPr>
        </p:nvSpPr>
        <p:spPr>
          <a:xfrm>
            <a:off x="4936324" y="428625"/>
            <a:ext cx="3877800" cy="7668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dk1"/>
              </a:buClr>
              <a:buSzPts val="2800"/>
              <a:buFont typeface="Outfit"/>
              <a:buNone/>
            </a:pPr>
            <a:r>
              <a:rPr lang="en"/>
              <a:t>Headline goes here</a:t>
            </a:r>
            <a:endParaRPr/>
          </a:p>
        </p:txBody>
      </p:sp>
      <p:sp>
        <p:nvSpPr>
          <p:cNvPr id="1324" name="Google Shape;1324;p126"/>
          <p:cNvSpPr txBox="1"/>
          <p:nvPr>
            <p:ph idx="1" type="body"/>
          </p:nvPr>
        </p:nvSpPr>
        <p:spPr>
          <a:xfrm>
            <a:off x="4936331" y="1749787"/>
            <a:ext cx="3877800" cy="27759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t>Lorem ipsum dolor sit amet, consectetur adipiscing elit. Lorem ipsum dolor sit amet, consectetur adipiscing elit. Lorem ipsum dolor sit amet, consectetur adipiscing elit, sed do eiusmod tempor incididunt ut labore et dolore magna aliqua.</a:t>
            </a:r>
            <a:endParaRPr/>
          </a:p>
          <a:p>
            <a:pPr indent="0" lvl="0" marL="0" rtl="0" algn="l">
              <a:lnSpc>
                <a:spcPct val="142857"/>
              </a:lnSpc>
              <a:spcBef>
                <a:spcPts val="0"/>
              </a:spcBef>
              <a:spcAft>
                <a:spcPts val="0"/>
              </a:spcAft>
              <a:buClr>
                <a:srgbClr val="1B1915"/>
              </a:buClr>
              <a:buSzPts val="1100"/>
              <a:buNone/>
            </a:pPr>
            <a:r>
              <a:t/>
            </a:r>
            <a:endParaRPr/>
          </a:p>
        </p:txBody>
      </p:sp>
      <p:sp>
        <p:nvSpPr>
          <p:cNvPr id="1325" name="Google Shape;1325;p126"/>
          <p:cNvSpPr txBox="1"/>
          <p:nvPr>
            <p:ph idx="3" type="body"/>
          </p:nvPr>
        </p:nvSpPr>
        <p:spPr>
          <a:xfrm>
            <a:off x="4936331" y="1355725"/>
            <a:ext cx="3877800" cy="233700"/>
          </a:xfrm>
          <a:prstGeom prst="rect">
            <a:avLst/>
          </a:prstGeom>
          <a:noFill/>
          <a:ln>
            <a:noFill/>
          </a:ln>
        </p:spPr>
        <p:txBody>
          <a:bodyPr anchorCtr="0" anchor="t" bIns="0" lIns="0" spcFirstLastPara="1" rIns="0" wrap="square" tIns="0">
            <a:normAutofit lnSpcReduction="10000"/>
          </a:bodyPr>
          <a:lstStyle/>
          <a:p>
            <a:pPr indent="0" lvl="0" marL="0" rtl="0" algn="l">
              <a:lnSpc>
                <a:spcPct val="100000"/>
              </a:lnSpc>
              <a:spcBef>
                <a:spcPts val="0"/>
              </a:spcBef>
              <a:spcAft>
                <a:spcPts val="0"/>
              </a:spcAft>
              <a:buClr>
                <a:srgbClr val="226548"/>
              </a:buClr>
              <a:buSzPts val="1700"/>
              <a:buNone/>
            </a:pPr>
            <a:r>
              <a:t/>
            </a:r>
            <a:endParaRPr/>
          </a:p>
        </p:txBody>
      </p:sp>
      <p:sp>
        <p:nvSpPr>
          <p:cNvPr id="1326" name="Google Shape;1326;p126"/>
          <p:cNvSpPr txBox="1"/>
          <p:nvPr>
            <p:ph idx="12" type="sldNum"/>
          </p:nvPr>
        </p:nvSpPr>
        <p:spPr>
          <a:xfrm>
            <a:off x="6753225" y="4767263"/>
            <a:ext cx="2057400" cy="1857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Clr>
                <a:schemeClr val="dk1"/>
              </a:buClr>
              <a:buSzPts val="500"/>
              <a:buFont typeface="Outfit"/>
              <a:buNone/>
            </a:pPr>
            <a:fld id="{00000000-1234-1234-1234-123412341234}" type="slidenum">
              <a:rPr lang="en"/>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0" name="Shape 1330"/>
        <p:cNvGrpSpPr/>
        <p:nvPr/>
      </p:nvGrpSpPr>
      <p:grpSpPr>
        <a:xfrm>
          <a:off x="0" y="0"/>
          <a:ext cx="0" cy="0"/>
          <a:chOff x="0" y="0"/>
          <a:chExt cx="0" cy="0"/>
        </a:xfrm>
      </p:grpSpPr>
      <p:sp>
        <p:nvSpPr>
          <p:cNvPr id="1331" name="Google Shape;1331;p127"/>
          <p:cNvSpPr/>
          <p:nvPr>
            <p:ph idx="2" type="pic"/>
          </p:nvPr>
        </p:nvSpPr>
        <p:spPr>
          <a:xfrm>
            <a:off x="4471518" y="190500"/>
            <a:ext cx="4512000" cy="2336400"/>
          </a:xfrm>
          <a:prstGeom prst="roundRect">
            <a:avLst>
              <a:gd fmla="val 4412" name="adj"/>
            </a:avLst>
          </a:prstGeom>
          <a:noFill/>
          <a:ln>
            <a:noFill/>
          </a:ln>
        </p:spPr>
      </p:sp>
      <p:sp>
        <p:nvSpPr>
          <p:cNvPr id="1332" name="Google Shape;1332;p127"/>
          <p:cNvSpPr/>
          <p:nvPr>
            <p:ph idx="3" type="pic"/>
          </p:nvPr>
        </p:nvSpPr>
        <p:spPr>
          <a:xfrm>
            <a:off x="4471518" y="2616548"/>
            <a:ext cx="2200800" cy="2336400"/>
          </a:xfrm>
          <a:prstGeom prst="roundRect">
            <a:avLst>
              <a:gd fmla="val 4412" name="adj"/>
            </a:avLst>
          </a:prstGeom>
          <a:noFill/>
          <a:ln>
            <a:noFill/>
          </a:ln>
        </p:spPr>
      </p:sp>
      <p:sp>
        <p:nvSpPr>
          <p:cNvPr id="1333" name="Google Shape;1333;p127"/>
          <p:cNvSpPr/>
          <p:nvPr>
            <p:ph idx="4" type="pic"/>
          </p:nvPr>
        </p:nvSpPr>
        <p:spPr>
          <a:xfrm>
            <a:off x="6783474" y="2616548"/>
            <a:ext cx="2200800" cy="2336400"/>
          </a:xfrm>
          <a:prstGeom prst="roundRect">
            <a:avLst>
              <a:gd fmla="val 4412" name="adj"/>
            </a:avLst>
          </a:prstGeom>
          <a:noFill/>
          <a:ln>
            <a:noFill/>
          </a:ln>
        </p:spPr>
      </p:sp>
      <p:sp>
        <p:nvSpPr>
          <p:cNvPr id="1334" name="Google Shape;1334;p127"/>
          <p:cNvSpPr txBox="1"/>
          <p:nvPr>
            <p:ph type="title"/>
          </p:nvPr>
        </p:nvSpPr>
        <p:spPr>
          <a:xfrm>
            <a:off x="300038" y="428625"/>
            <a:ext cx="3886200" cy="7668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dk1"/>
              </a:buClr>
              <a:buSzPts val="2800"/>
              <a:buFont typeface="Outfit"/>
              <a:buNone/>
            </a:pPr>
            <a:r>
              <a:rPr lang="en"/>
              <a:t>Headline goes here</a:t>
            </a:r>
            <a:endParaRPr/>
          </a:p>
        </p:txBody>
      </p:sp>
      <p:sp>
        <p:nvSpPr>
          <p:cNvPr id="1335" name="Google Shape;1335;p127"/>
          <p:cNvSpPr txBox="1"/>
          <p:nvPr>
            <p:ph idx="1" type="body"/>
          </p:nvPr>
        </p:nvSpPr>
        <p:spPr>
          <a:xfrm>
            <a:off x="300038" y="1749787"/>
            <a:ext cx="3886200" cy="27759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t>Lorem ipsum dolor sit amet, consectetur adipiscing elit. Lorem ipsum dolor sit amet, consectetur adipiscing elit. Lorem ipsum dolor sit amet, consectetur adipiscing elit, sed do eiusmod tempor incididunt ut labore et dolore magna aliqua.</a:t>
            </a:r>
            <a:endParaRPr/>
          </a:p>
          <a:p>
            <a:pPr indent="0" lvl="0" marL="0" rtl="0" algn="l">
              <a:lnSpc>
                <a:spcPct val="142857"/>
              </a:lnSpc>
              <a:spcBef>
                <a:spcPts val="0"/>
              </a:spcBef>
              <a:spcAft>
                <a:spcPts val="0"/>
              </a:spcAft>
              <a:buClr>
                <a:srgbClr val="1B1915"/>
              </a:buClr>
              <a:buSzPts val="1100"/>
              <a:buNone/>
            </a:pPr>
            <a:r>
              <a:t/>
            </a:r>
            <a:endParaRPr/>
          </a:p>
        </p:txBody>
      </p:sp>
      <p:sp>
        <p:nvSpPr>
          <p:cNvPr id="1336" name="Google Shape;1336;p127"/>
          <p:cNvSpPr txBox="1"/>
          <p:nvPr>
            <p:ph idx="5" type="body"/>
          </p:nvPr>
        </p:nvSpPr>
        <p:spPr>
          <a:xfrm>
            <a:off x="300038" y="1355725"/>
            <a:ext cx="3886200" cy="233700"/>
          </a:xfrm>
          <a:prstGeom prst="rect">
            <a:avLst/>
          </a:prstGeom>
          <a:noFill/>
          <a:ln>
            <a:noFill/>
          </a:ln>
        </p:spPr>
        <p:txBody>
          <a:bodyPr anchorCtr="0" anchor="t" bIns="0" lIns="0" spcFirstLastPara="1" rIns="0" wrap="square" tIns="0">
            <a:normAutofit lnSpcReduction="10000"/>
          </a:bodyPr>
          <a:lstStyle/>
          <a:p>
            <a:pPr indent="0" lvl="0" marL="0" rtl="0" algn="l">
              <a:lnSpc>
                <a:spcPct val="100000"/>
              </a:lnSpc>
              <a:spcBef>
                <a:spcPts val="0"/>
              </a:spcBef>
              <a:spcAft>
                <a:spcPts val="0"/>
              </a:spcAft>
              <a:buClr>
                <a:srgbClr val="226548"/>
              </a:buClr>
              <a:buSzPts val="1700"/>
              <a:buNone/>
            </a:pPr>
            <a:r>
              <a:t/>
            </a:r>
            <a:endParaRPr/>
          </a:p>
        </p:txBody>
      </p:sp>
      <p:sp>
        <p:nvSpPr>
          <p:cNvPr id="1337" name="Google Shape;1337;p127"/>
          <p:cNvSpPr txBox="1"/>
          <p:nvPr>
            <p:ph idx="10" type="dt"/>
          </p:nvPr>
        </p:nvSpPr>
        <p:spPr>
          <a:xfrm>
            <a:off x="285750" y="4753346"/>
            <a:ext cx="2057400" cy="1998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Clr>
                <a:schemeClr val="dk1"/>
              </a:buClr>
              <a:buSzPts val="500"/>
              <a:buFont typeface="Outfit"/>
              <a:buNone/>
            </a:pPr>
            <a:r>
              <a:rPr lang="en"/>
              <a:t>March 2025</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1" name="Shape 1341"/>
        <p:cNvGrpSpPr/>
        <p:nvPr/>
      </p:nvGrpSpPr>
      <p:grpSpPr>
        <a:xfrm>
          <a:off x="0" y="0"/>
          <a:ext cx="0" cy="0"/>
          <a:chOff x="0" y="0"/>
          <a:chExt cx="0" cy="0"/>
        </a:xfrm>
      </p:grpSpPr>
      <p:sp>
        <p:nvSpPr>
          <p:cNvPr id="1342" name="Google Shape;1342;p128"/>
          <p:cNvSpPr/>
          <p:nvPr>
            <p:ph idx="2" type="pic"/>
          </p:nvPr>
        </p:nvSpPr>
        <p:spPr>
          <a:xfrm>
            <a:off x="4471518" y="2616548"/>
            <a:ext cx="2200800" cy="2336400"/>
          </a:xfrm>
          <a:prstGeom prst="roundRect">
            <a:avLst>
              <a:gd fmla="val 4412" name="adj"/>
            </a:avLst>
          </a:prstGeom>
          <a:noFill/>
          <a:ln>
            <a:noFill/>
          </a:ln>
        </p:spPr>
      </p:sp>
      <p:sp>
        <p:nvSpPr>
          <p:cNvPr id="1343" name="Google Shape;1343;p128"/>
          <p:cNvSpPr/>
          <p:nvPr>
            <p:ph idx="3" type="pic"/>
          </p:nvPr>
        </p:nvSpPr>
        <p:spPr>
          <a:xfrm>
            <a:off x="6783474" y="2616548"/>
            <a:ext cx="2200800" cy="2336400"/>
          </a:xfrm>
          <a:prstGeom prst="roundRect">
            <a:avLst>
              <a:gd fmla="val 4412" name="adj"/>
            </a:avLst>
          </a:prstGeom>
          <a:noFill/>
          <a:ln>
            <a:noFill/>
          </a:ln>
        </p:spPr>
      </p:sp>
      <p:sp>
        <p:nvSpPr>
          <p:cNvPr id="1344" name="Google Shape;1344;p128"/>
          <p:cNvSpPr/>
          <p:nvPr>
            <p:ph idx="4" type="pic"/>
          </p:nvPr>
        </p:nvSpPr>
        <p:spPr>
          <a:xfrm>
            <a:off x="4471518" y="192599"/>
            <a:ext cx="2200800" cy="2336400"/>
          </a:xfrm>
          <a:prstGeom prst="roundRect">
            <a:avLst>
              <a:gd fmla="val 4412" name="adj"/>
            </a:avLst>
          </a:prstGeom>
          <a:noFill/>
          <a:ln>
            <a:noFill/>
          </a:ln>
        </p:spPr>
      </p:sp>
      <p:sp>
        <p:nvSpPr>
          <p:cNvPr id="1345" name="Google Shape;1345;p128"/>
          <p:cNvSpPr/>
          <p:nvPr>
            <p:ph idx="5" type="pic"/>
          </p:nvPr>
        </p:nvSpPr>
        <p:spPr>
          <a:xfrm>
            <a:off x="6783474" y="192599"/>
            <a:ext cx="2200800" cy="2336400"/>
          </a:xfrm>
          <a:prstGeom prst="roundRect">
            <a:avLst>
              <a:gd fmla="val 4412" name="adj"/>
            </a:avLst>
          </a:prstGeom>
          <a:noFill/>
          <a:ln>
            <a:noFill/>
          </a:ln>
        </p:spPr>
      </p:sp>
      <p:sp>
        <p:nvSpPr>
          <p:cNvPr id="1346" name="Google Shape;1346;p128"/>
          <p:cNvSpPr txBox="1"/>
          <p:nvPr>
            <p:ph type="title"/>
          </p:nvPr>
        </p:nvSpPr>
        <p:spPr>
          <a:xfrm>
            <a:off x="300038" y="428625"/>
            <a:ext cx="3886200" cy="7668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dk1"/>
              </a:buClr>
              <a:buSzPts val="2800"/>
              <a:buFont typeface="Outfit"/>
              <a:buNone/>
            </a:pPr>
            <a:r>
              <a:rPr lang="en"/>
              <a:t>Headline goes here</a:t>
            </a:r>
            <a:endParaRPr/>
          </a:p>
        </p:txBody>
      </p:sp>
      <p:sp>
        <p:nvSpPr>
          <p:cNvPr id="1347" name="Google Shape;1347;p128"/>
          <p:cNvSpPr txBox="1"/>
          <p:nvPr>
            <p:ph idx="1" type="body"/>
          </p:nvPr>
        </p:nvSpPr>
        <p:spPr>
          <a:xfrm>
            <a:off x="300038" y="1749787"/>
            <a:ext cx="3886200" cy="27759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t>Lorem ipsum dolor sit amet, consectetur adipiscing elit. Lorem ipsum dolor sit amet, consectetur adipiscing elit. Lorem ipsum dolor sit amet, consectetur adipiscing elit, sed do eiusmod tempor incididunt ut labore et dolore magna aliqua.</a:t>
            </a:r>
            <a:endParaRPr/>
          </a:p>
          <a:p>
            <a:pPr indent="0" lvl="0" marL="0" rtl="0" algn="l">
              <a:lnSpc>
                <a:spcPct val="142857"/>
              </a:lnSpc>
              <a:spcBef>
                <a:spcPts val="0"/>
              </a:spcBef>
              <a:spcAft>
                <a:spcPts val="0"/>
              </a:spcAft>
              <a:buClr>
                <a:srgbClr val="1B1915"/>
              </a:buClr>
              <a:buSzPts val="1100"/>
              <a:buNone/>
            </a:pPr>
            <a:r>
              <a:t/>
            </a:r>
            <a:endParaRPr/>
          </a:p>
        </p:txBody>
      </p:sp>
      <p:sp>
        <p:nvSpPr>
          <p:cNvPr id="1348" name="Google Shape;1348;p128"/>
          <p:cNvSpPr txBox="1"/>
          <p:nvPr>
            <p:ph idx="6" type="body"/>
          </p:nvPr>
        </p:nvSpPr>
        <p:spPr>
          <a:xfrm>
            <a:off x="300038" y="1355725"/>
            <a:ext cx="3886200" cy="233700"/>
          </a:xfrm>
          <a:prstGeom prst="rect">
            <a:avLst/>
          </a:prstGeom>
          <a:noFill/>
          <a:ln>
            <a:noFill/>
          </a:ln>
        </p:spPr>
        <p:txBody>
          <a:bodyPr anchorCtr="0" anchor="t" bIns="0" lIns="0" spcFirstLastPara="1" rIns="0" wrap="square" tIns="0">
            <a:normAutofit lnSpcReduction="10000"/>
          </a:bodyPr>
          <a:lstStyle/>
          <a:p>
            <a:pPr indent="0" lvl="0" marL="0" rtl="0" algn="l">
              <a:lnSpc>
                <a:spcPct val="100000"/>
              </a:lnSpc>
              <a:spcBef>
                <a:spcPts val="0"/>
              </a:spcBef>
              <a:spcAft>
                <a:spcPts val="0"/>
              </a:spcAft>
              <a:buClr>
                <a:srgbClr val="226548"/>
              </a:buClr>
              <a:buSzPts val="1700"/>
              <a:buNone/>
            </a:pPr>
            <a:r>
              <a:t/>
            </a:r>
            <a:endParaRPr/>
          </a:p>
        </p:txBody>
      </p:sp>
      <p:sp>
        <p:nvSpPr>
          <p:cNvPr id="1349" name="Google Shape;1349;p128"/>
          <p:cNvSpPr txBox="1"/>
          <p:nvPr>
            <p:ph idx="10" type="dt"/>
          </p:nvPr>
        </p:nvSpPr>
        <p:spPr>
          <a:xfrm>
            <a:off x="285750" y="4753346"/>
            <a:ext cx="2057400" cy="1998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Clr>
                <a:schemeClr val="dk1"/>
              </a:buClr>
              <a:buSzPts val="500"/>
              <a:buFont typeface="Outfit"/>
              <a:buNone/>
            </a:pPr>
            <a:r>
              <a:rPr lang="en"/>
              <a:t>March 2025</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3" name="Shape 1353"/>
        <p:cNvGrpSpPr/>
        <p:nvPr/>
      </p:nvGrpSpPr>
      <p:grpSpPr>
        <a:xfrm>
          <a:off x="0" y="0"/>
          <a:ext cx="0" cy="0"/>
          <a:chOff x="0" y="0"/>
          <a:chExt cx="0" cy="0"/>
        </a:xfrm>
      </p:grpSpPr>
      <p:sp>
        <p:nvSpPr>
          <p:cNvPr id="1354" name="Google Shape;1354;p129"/>
          <p:cNvSpPr/>
          <p:nvPr>
            <p:ph idx="2" type="pic"/>
          </p:nvPr>
        </p:nvSpPr>
        <p:spPr>
          <a:xfrm>
            <a:off x="178594" y="1278367"/>
            <a:ext cx="8739600" cy="3677400"/>
          </a:xfrm>
          <a:prstGeom prst="roundRect">
            <a:avLst>
              <a:gd fmla="val 1004" name="adj"/>
            </a:avLst>
          </a:prstGeom>
          <a:noFill/>
          <a:ln>
            <a:noFill/>
          </a:ln>
        </p:spPr>
      </p:sp>
      <p:sp>
        <p:nvSpPr>
          <p:cNvPr id="1355" name="Google Shape;1355;p129"/>
          <p:cNvSpPr txBox="1"/>
          <p:nvPr>
            <p:ph type="title"/>
          </p:nvPr>
        </p:nvSpPr>
        <p:spPr>
          <a:xfrm>
            <a:off x="300038" y="428625"/>
            <a:ext cx="3338400" cy="7461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200"/>
              </a:spcAft>
              <a:buClr>
                <a:schemeClr val="dk1"/>
              </a:buClr>
              <a:buSzPts val="2300"/>
              <a:buFont typeface="Outfit"/>
              <a:buNone/>
            </a:pPr>
            <a:r>
              <a:rPr lang="en"/>
              <a:t>Headline goes here</a:t>
            </a:r>
            <a:endParaRPr/>
          </a:p>
        </p:txBody>
      </p:sp>
      <p:sp>
        <p:nvSpPr>
          <p:cNvPr id="1356" name="Google Shape;1356;p129"/>
          <p:cNvSpPr txBox="1"/>
          <p:nvPr>
            <p:ph idx="1" type="body"/>
          </p:nvPr>
        </p:nvSpPr>
        <p:spPr>
          <a:xfrm>
            <a:off x="3748166" y="428625"/>
            <a:ext cx="4252800" cy="7461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t>Lorem ipsum dolor sit amet, consectetur adipiscing elit.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0" name="Shape 1360"/>
        <p:cNvGrpSpPr/>
        <p:nvPr/>
      </p:nvGrpSpPr>
      <p:grpSpPr>
        <a:xfrm>
          <a:off x="0" y="0"/>
          <a:ext cx="0" cy="0"/>
          <a:chOff x="0" y="0"/>
          <a:chExt cx="0" cy="0"/>
        </a:xfrm>
      </p:grpSpPr>
      <p:sp>
        <p:nvSpPr>
          <p:cNvPr id="1361" name="Google Shape;1361;p130"/>
          <p:cNvSpPr txBox="1"/>
          <p:nvPr>
            <p:ph type="title"/>
          </p:nvPr>
        </p:nvSpPr>
        <p:spPr>
          <a:xfrm>
            <a:off x="300038" y="428625"/>
            <a:ext cx="3338400" cy="7461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dk1"/>
              </a:buClr>
              <a:buSzPts val="2300"/>
              <a:buFont typeface="Outfit"/>
              <a:buNone/>
            </a:pPr>
            <a:r>
              <a:rPr lang="en"/>
              <a:t>Headline goes here</a:t>
            </a:r>
            <a:endParaRPr/>
          </a:p>
        </p:txBody>
      </p:sp>
      <p:sp>
        <p:nvSpPr>
          <p:cNvPr id="1362" name="Google Shape;1362;p130"/>
          <p:cNvSpPr txBox="1"/>
          <p:nvPr>
            <p:ph idx="1" type="body"/>
          </p:nvPr>
        </p:nvSpPr>
        <p:spPr>
          <a:xfrm>
            <a:off x="3748166" y="428625"/>
            <a:ext cx="4252800" cy="7461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t>Lorem ipsum dolor sit amet, consectetur adipiscing elit. </a:t>
            </a:r>
            <a:endParaRPr/>
          </a:p>
        </p:txBody>
      </p:sp>
      <p:sp>
        <p:nvSpPr>
          <p:cNvPr id="1363" name="Google Shape;1363;p130"/>
          <p:cNvSpPr/>
          <p:nvPr>
            <p:ph idx="2" type="pic"/>
          </p:nvPr>
        </p:nvSpPr>
        <p:spPr>
          <a:xfrm>
            <a:off x="178594" y="1272650"/>
            <a:ext cx="4318800" cy="3677400"/>
          </a:xfrm>
          <a:prstGeom prst="roundRect">
            <a:avLst>
              <a:gd fmla="val 1542" name="adj"/>
            </a:avLst>
          </a:prstGeom>
          <a:noFill/>
          <a:ln>
            <a:noFill/>
          </a:ln>
        </p:spPr>
      </p:sp>
      <p:sp>
        <p:nvSpPr>
          <p:cNvPr id="1364" name="Google Shape;1364;p130"/>
          <p:cNvSpPr/>
          <p:nvPr>
            <p:ph idx="3" type="pic"/>
          </p:nvPr>
        </p:nvSpPr>
        <p:spPr>
          <a:xfrm>
            <a:off x="4601158" y="1272649"/>
            <a:ext cx="4318800" cy="3677400"/>
          </a:xfrm>
          <a:prstGeom prst="roundRect">
            <a:avLst>
              <a:gd fmla="val 1542" name="adj"/>
            </a:avLst>
          </a:prstGeom>
          <a:noFill/>
          <a:ln>
            <a:noFill/>
          </a:ln>
        </p:spPr>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8" name="Shape 1368"/>
        <p:cNvGrpSpPr/>
        <p:nvPr/>
      </p:nvGrpSpPr>
      <p:grpSpPr>
        <a:xfrm>
          <a:off x="0" y="0"/>
          <a:ext cx="0" cy="0"/>
          <a:chOff x="0" y="0"/>
          <a:chExt cx="0" cy="0"/>
        </a:xfrm>
      </p:grpSpPr>
      <p:sp>
        <p:nvSpPr>
          <p:cNvPr id="1369" name="Google Shape;1369;p131"/>
          <p:cNvSpPr txBox="1"/>
          <p:nvPr>
            <p:ph type="title"/>
          </p:nvPr>
        </p:nvSpPr>
        <p:spPr>
          <a:xfrm>
            <a:off x="300038" y="428625"/>
            <a:ext cx="3338400" cy="7461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dk1"/>
              </a:buClr>
              <a:buSzPts val="2300"/>
              <a:buFont typeface="Outfit"/>
              <a:buNone/>
            </a:pPr>
            <a:r>
              <a:rPr lang="en"/>
              <a:t>Headline goes here</a:t>
            </a:r>
            <a:endParaRPr/>
          </a:p>
        </p:txBody>
      </p:sp>
      <p:sp>
        <p:nvSpPr>
          <p:cNvPr id="1370" name="Google Shape;1370;p131"/>
          <p:cNvSpPr txBox="1"/>
          <p:nvPr>
            <p:ph idx="1" type="body"/>
          </p:nvPr>
        </p:nvSpPr>
        <p:spPr>
          <a:xfrm>
            <a:off x="3748166" y="428625"/>
            <a:ext cx="4252800" cy="7461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t>Lorem ipsum dolor sit amet, consectetur adipiscing elit. </a:t>
            </a:r>
            <a:endParaRPr/>
          </a:p>
        </p:txBody>
      </p:sp>
      <p:sp>
        <p:nvSpPr>
          <p:cNvPr id="1371" name="Google Shape;1371;p131"/>
          <p:cNvSpPr/>
          <p:nvPr>
            <p:ph idx="2" type="pic"/>
          </p:nvPr>
        </p:nvSpPr>
        <p:spPr>
          <a:xfrm>
            <a:off x="178594" y="1278367"/>
            <a:ext cx="2844900" cy="3677400"/>
          </a:xfrm>
          <a:prstGeom prst="roundRect">
            <a:avLst>
              <a:gd fmla="val 2341" name="adj"/>
            </a:avLst>
          </a:prstGeom>
          <a:noFill/>
          <a:ln>
            <a:noFill/>
          </a:ln>
        </p:spPr>
      </p:sp>
      <p:sp>
        <p:nvSpPr>
          <p:cNvPr id="1372" name="Google Shape;1372;p131"/>
          <p:cNvSpPr/>
          <p:nvPr>
            <p:ph idx="3" type="pic"/>
          </p:nvPr>
        </p:nvSpPr>
        <p:spPr>
          <a:xfrm>
            <a:off x="3128963" y="1278367"/>
            <a:ext cx="2844900" cy="3677400"/>
          </a:xfrm>
          <a:prstGeom prst="roundRect">
            <a:avLst>
              <a:gd fmla="val 2341" name="adj"/>
            </a:avLst>
          </a:prstGeom>
          <a:noFill/>
          <a:ln>
            <a:noFill/>
          </a:ln>
        </p:spPr>
      </p:sp>
      <p:sp>
        <p:nvSpPr>
          <p:cNvPr id="1373" name="Google Shape;1373;p131"/>
          <p:cNvSpPr/>
          <p:nvPr>
            <p:ph idx="4" type="pic"/>
          </p:nvPr>
        </p:nvSpPr>
        <p:spPr>
          <a:xfrm>
            <a:off x="6079331" y="1278367"/>
            <a:ext cx="2844900" cy="3677400"/>
          </a:xfrm>
          <a:prstGeom prst="roundRect">
            <a:avLst>
              <a:gd fmla="val 2341" name="adj"/>
            </a:avLst>
          </a:prstGeom>
          <a:noFill/>
          <a:ln>
            <a:noFill/>
          </a:ln>
        </p:spPr>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7" name="Shape 1377"/>
        <p:cNvGrpSpPr/>
        <p:nvPr/>
      </p:nvGrpSpPr>
      <p:grpSpPr>
        <a:xfrm>
          <a:off x="0" y="0"/>
          <a:ext cx="0" cy="0"/>
          <a:chOff x="0" y="0"/>
          <a:chExt cx="0" cy="0"/>
        </a:xfrm>
      </p:grpSpPr>
      <p:sp>
        <p:nvSpPr>
          <p:cNvPr id="1378" name="Google Shape;1378;p132"/>
          <p:cNvSpPr txBox="1"/>
          <p:nvPr>
            <p:ph type="title"/>
          </p:nvPr>
        </p:nvSpPr>
        <p:spPr>
          <a:xfrm>
            <a:off x="300038" y="428625"/>
            <a:ext cx="3338400" cy="7461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dk1"/>
              </a:buClr>
              <a:buSzPts val="2300"/>
              <a:buFont typeface="Outfit"/>
              <a:buNone/>
            </a:pPr>
            <a:r>
              <a:rPr lang="en"/>
              <a:t>Headline goes here</a:t>
            </a:r>
            <a:endParaRPr/>
          </a:p>
        </p:txBody>
      </p:sp>
      <p:sp>
        <p:nvSpPr>
          <p:cNvPr id="1379" name="Google Shape;1379;p132"/>
          <p:cNvSpPr txBox="1"/>
          <p:nvPr>
            <p:ph idx="1" type="body"/>
          </p:nvPr>
        </p:nvSpPr>
        <p:spPr>
          <a:xfrm>
            <a:off x="3748166" y="428625"/>
            <a:ext cx="4252800" cy="7461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t>Lorem ipsum dolor sit amet, consectetur adipiscing elit. </a:t>
            </a:r>
            <a:endParaRPr/>
          </a:p>
        </p:txBody>
      </p:sp>
      <p:sp>
        <p:nvSpPr>
          <p:cNvPr id="1380" name="Google Shape;1380;p132"/>
          <p:cNvSpPr/>
          <p:nvPr>
            <p:ph idx="2" type="pic"/>
          </p:nvPr>
        </p:nvSpPr>
        <p:spPr>
          <a:xfrm>
            <a:off x="178594" y="1278367"/>
            <a:ext cx="2102100" cy="1790100"/>
          </a:xfrm>
          <a:prstGeom prst="roundRect">
            <a:avLst>
              <a:gd fmla="val 3610" name="adj"/>
            </a:avLst>
          </a:prstGeom>
          <a:noFill/>
          <a:ln>
            <a:noFill/>
          </a:ln>
        </p:spPr>
      </p:sp>
      <p:sp>
        <p:nvSpPr>
          <p:cNvPr id="1381" name="Google Shape;1381;p132"/>
          <p:cNvSpPr/>
          <p:nvPr>
            <p:ph idx="3" type="pic"/>
          </p:nvPr>
        </p:nvSpPr>
        <p:spPr>
          <a:xfrm>
            <a:off x="4601158" y="1278367"/>
            <a:ext cx="4318800" cy="3677400"/>
          </a:xfrm>
          <a:prstGeom prst="roundRect">
            <a:avLst>
              <a:gd fmla="val 1757" name="adj"/>
            </a:avLst>
          </a:prstGeom>
          <a:noFill/>
          <a:ln>
            <a:noFill/>
          </a:ln>
        </p:spPr>
      </p:sp>
      <p:sp>
        <p:nvSpPr>
          <p:cNvPr id="1382" name="Google Shape;1382;p132"/>
          <p:cNvSpPr/>
          <p:nvPr>
            <p:ph idx="4" type="pic"/>
          </p:nvPr>
        </p:nvSpPr>
        <p:spPr>
          <a:xfrm>
            <a:off x="2395081" y="1278367"/>
            <a:ext cx="2102100" cy="1790100"/>
          </a:xfrm>
          <a:prstGeom prst="roundRect">
            <a:avLst>
              <a:gd fmla="val 3610" name="adj"/>
            </a:avLst>
          </a:prstGeom>
          <a:noFill/>
          <a:ln>
            <a:noFill/>
          </a:ln>
        </p:spPr>
      </p:sp>
      <p:sp>
        <p:nvSpPr>
          <p:cNvPr id="1383" name="Google Shape;1383;p132"/>
          <p:cNvSpPr/>
          <p:nvPr>
            <p:ph idx="5" type="pic"/>
          </p:nvPr>
        </p:nvSpPr>
        <p:spPr>
          <a:xfrm>
            <a:off x="178594" y="3165707"/>
            <a:ext cx="2102100" cy="1790100"/>
          </a:xfrm>
          <a:prstGeom prst="roundRect">
            <a:avLst>
              <a:gd fmla="val 3610" name="adj"/>
            </a:avLst>
          </a:prstGeom>
          <a:noFill/>
          <a:ln>
            <a:noFill/>
          </a:ln>
        </p:spPr>
      </p:sp>
      <p:sp>
        <p:nvSpPr>
          <p:cNvPr id="1384" name="Google Shape;1384;p132"/>
          <p:cNvSpPr/>
          <p:nvPr>
            <p:ph idx="6" type="pic"/>
          </p:nvPr>
        </p:nvSpPr>
        <p:spPr>
          <a:xfrm>
            <a:off x="2395081" y="3165707"/>
            <a:ext cx="2102100" cy="1790100"/>
          </a:xfrm>
          <a:prstGeom prst="roundRect">
            <a:avLst>
              <a:gd fmla="val 3610" name="adj"/>
            </a:avLst>
          </a:prstGeom>
          <a:noFill/>
          <a:ln>
            <a:noFill/>
          </a:ln>
        </p:spPr>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8" name="Shape 1388"/>
        <p:cNvGrpSpPr/>
        <p:nvPr/>
      </p:nvGrpSpPr>
      <p:grpSpPr>
        <a:xfrm>
          <a:off x="0" y="0"/>
          <a:ext cx="0" cy="0"/>
          <a:chOff x="0" y="0"/>
          <a:chExt cx="0" cy="0"/>
        </a:xfrm>
      </p:grpSpPr>
      <p:sp>
        <p:nvSpPr>
          <p:cNvPr id="1389" name="Google Shape;1389;p133"/>
          <p:cNvSpPr txBox="1"/>
          <p:nvPr>
            <p:ph type="title"/>
          </p:nvPr>
        </p:nvSpPr>
        <p:spPr>
          <a:xfrm>
            <a:off x="300038" y="428625"/>
            <a:ext cx="3338400" cy="7461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dk1"/>
              </a:buClr>
              <a:buSzPts val="2300"/>
              <a:buFont typeface="Outfit"/>
              <a:buNone/>
            </a:pPr>
            <a:r>
              <a:rPr lang="en"/>
              <a:t>Headline goes here</a:t>
            </a:r>
            <a:endParaRPr/>
          </a:p>
        </p:txBody>
      </p:sp>
      <p:sp>
        <p:nvSpPr>
          <p:cNvPr id="1390" name="Google Shape;1390;p133"/>
          <p:cNvSpPr txBox="1"/>
          <p:nvPr>
            <p:ph idx="1" type="body"/>
          </p:nvPr>
        </p:nvSpPr>
        <p:spPr>
          <a:xfrm>
            <a:off x="3748166" y="428625"/>
            <a:ext cx="4252800" cy="746100"/>
          </a:xfrm>
          <a:prstGeom prst="rect">
            <a:avLst/>
          </a:prstGeom>
          <a:noFill/>
          <a:ln>
            <a:noFill/>
          </a:ln>
        </p:spPr>
        <p:txBody>
          <a:bodyPr anchorCtr="0" anchor="t" bIns="0" lIns="0" spcFirstLastPara="1" rIns="0" wrap="square" tIns="0">
            <a:normAutofit/>
          </a:bodyPr>
          <a:lstStyle/>
          <a:p>
            <a:pPr indent="0" lvl="0" marL="0" rtl="0" algn="l">
              <a:lnSpc>
                <a:spcPct val="142857"/>
              </a:lnSpc>
              <a:spcBef>
                <a:spcPts val="0"/>
              </a:spcBef>
              <a:spcAft>
                <a:spcPts val="0"/>
              </a:spcAft>
              <a:buClr>
                <a:srgbClr val="1B1915"/>
              </a:buClr>
              <a:buSzPts val="1100"/>
              <a:buNone/>
            </a:pPr>
            <a:r>
              <a:rPr lang="en"/>
              <a:t>Lorem ipsum dolor sit amet, consectetur adipiscing elit. </a:t>
            </a:r>
            <a:endParaRPr/>
          </a:p>
          <a:p>
            <a:pPr indent="0" lvl="0" marL="0" rtl="0" algn="l">
              <a:lnSpc>
                <a:spcPct val="142857"/>
              </a:lnSpc>
              <a:spcBef>
                <a:spcPts val="0"/>
              </a:spcBef>
              <a:spcAft>
                <a:spcPts val="0"/>
              </a:spcAft>
              <a:buClr>
                <a:srgbClr val="1B1915"/>
              </a:buClr>
              <a:buSzPts val="1100"/>
              <a:buNone/>
            </a:pPr>
            <a:r>
              <a:t/>
            </a:r>
            <a:endParaRPr/>
          </a:p>
        </p:txBody>
      </p:sp>
      <p:sp>
        <p:nvSpPr>
          <p:cNvPr id="1391" name="Google Shape;1391;p133"/>
          <p:cNvSpPr/>
          <p:nvPr>
            <p:ph idx="2" type="pic"/>
          </p:nvPr>
        </p:nvSpPr>
        <p:spPr>
          <a:xfrm>
            <a:off x="178594" y="1278367"/>
            <a:ext cx="2844900" cy="1790100"/>
          </a:xfrm>
          <a:prstGeom prst="roundRect">
            <a:avLst>
              <a:gd fmla="val 3610" name="adj"/>
            </a:avLst>
          </a:prstGeom>
          <a:noFill/>
          <a:ln>
            <a:noFill/>
          </a:ln>
        </p:spPr>
      </p:sp>
      <p:sp>
        <p:nvSpPr>
          <p:cNvPr id="1392" name="Google Shape;1392;p133"/>
          <p:cNvSpPr/>
          <p:nvPr>
            <p:ph idx="3" type="pic"/>
          </p:nvPr>
        </p:nvSpPr>
        <p:spPr>
          <a:xfrm>
            <a:off x="6079331" y="1278367"/>
            <a:ext cx="2844900" cy="1790100"/>
          </a:xfrm>
          <a:prstGeom prst="roundRect">
            <a:avLst>
              <a:gd fmla="val 3610" name="adj"/>
            </a:avLst>
          </a:prstGeom>
          <a:noFill/>
          <a:ln>
            <a:noFill/>
          </a:ln>
        </p:spPr>
      </p:sp>
      <p:sp>
        <p:nvSpPr>
          <p:cNvPr id="1393" name="Google Shape;1393;p133"/>
          <p:cNvSpPr/>
          <p:nvPr>
            <p:ph idx="4" type="pic"/>
          </p:nvPr>
        </p:nvSpPr>
        <p:spPr>
          <a:xfrm>
            <a:off x="178594" y="3164317"/>
            <a:ext cx="2844900" cy="1790100"/>
          </a:xfrm>
          <a:prstGeom prst="roundRect">
            <a:avLst>
              <a:gd fmla="val 3610" name="adj"/>
            </a:avLst>
          </a:prstGeom>
          <a:noFill/>
          <a:ln>
            <a:noFill/>
          </a:ln>
        </p:spPr>
      </p:sp>
      <p:sp>
        <p:nvSpPr>
          <p:cNvPr id="1394" name="Google Shape;1394;p133"/>
          <p:cNvSpPr/>
          <p:nvPr>
            <p:ph idx="5" type="pic"/>
          </p:nvPr>
        </p:nvSpPr>
        <p:spPr>
          <a:xfrm>
            <a:off x="6079331" y="3164317"/>
            <a:ext cx="2844900" cy="1790100"/>
          </a:xfrm>
          <a:prstGeom prst="roundRect">
            <a:avLst>
              <a:gd fmla="val 3610" name="adj"/>
            </a:avLst>
          </a:prstGeom>
          <a:noFill/>
          <a:ln>
            <a:noFill/>
          </a:ln>
        </p:spPr>
      </p:sp>
      <p:sp>
        <p:nvSpPr>
          <p:cNvPr id="1395" name="Google Shape;1395;p133"/>
          <p:cNvSpPr/>
          <p:nvPr>
            <p:ph idx="6" type="pic"/>
          </p:nvPr>
        </p:nvSpPr>
        <p:spPr>
          <a:xfrm>
            <a:off x="3128963" y="1278367"/>
            <a:ext cx="2844900" cy="1790100"/>
          </a:xfrm>
          <a:prstGeom prst="roundRect">
            <a:avLst>
              <a:gd fmla="val 3610" name="adj"/>
            </a:avLst>
          </a:prstGeom>
          <a:noFill/>
          <a:ln>
            <a:noFill/>
          </a:ln>
        </p:spPr>
      </p:sp>
      <p:sp>
        <p:nvSpPr>
          <p:cNvPr id="1396" name="Google Shape;1396;p133"/>
          <p:cNvSpPr/>
          <p:nvPr>
            <p:ph idx="7" type="pic"/>
          </p:nvPr>
        </p:nvSpPr>
        <p:spPr>
          <a:xfrm>
            <a:off x="3128963" y="3164317"/>
            <a:ext cx="2844900" cy="1790100"/>
          </a:xfrm>
          <a:prstGeom prst="roundRect">
            <a:avLst>
              <a:gd fmla="val 3610" name="adj"/>
            </a:avLst>
          </a:prstGeom>
          <a:noFill/>
          <a:ln>
            <a:noFill/>
          </a:ln>
        </p:spPr>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0" name="Shape 1400"/>
        <p:cNvGrpSpPr/>
        <p:nvPr/>
      </p:nvGrpSpPr>
      <p:grpSpPr>
        <a:xfrm>
          <a:off x="0" y="0"/>
          <a:ext cx="0" cy="0"/>
          <a:chOff x="0" y="0"/>
          <a:chExt cx="0" cy="0"/>
        </a:xfrm>
      </p:grpSpPr>
      <p:sp>
        <p:nvSpPr>
          <p:cNvPr id="1401" name="Google Shape;1401;p134"/>
          <p:cNvSpPr/>
          <p:nvPr>
            <p:ph idx="2" type="pic"/>
          </p:nvPr>
        </p:nvSpPr>
        <p:spPr>
          <a:xfrm>
            <a:off x="178594" y="187708"/>
            <a:ext cx="2107500" cy="1505100"/>
          </a:xfrm>
          <a:prstGeom prst="roundRect">
            <a:avLst>
              <a:gd fmla="val 6731" name="adj"/>
            </a:avLst>
          </a:prstGeom>
          <a:noFill/>
          <a:ln>
            <a:noFill/>
          </a:ln>
        </p:spPr>
      </p:sp>
      <p:sp>
        <p:nvSpPr>
          <p:cNvPr id="1402" name="Google Shape;1402;p134"/>
          <p:cNvSpPr txBox="1"/>
          <p:nvPr>
            <p:ph idx="1" type="body"/>
          </p:nvPr>
        </p:nvSpPr>
        <p:spPr>
          <a:xfrm>
            <a:off x="187416" y="1824138"/>
            <a:ext cx="2097600" cy="123000"/>
          </a:xfrm>
          <a:prstGeom prst="rect">
            <a:avLst/>
          </a:prstGeom>
          <a:noFill/>
          <a:ln>
            <a:noFill/>
          </a:ln>
        </p:spPr>
        <p:txBody>
          <a:bodyPr anchorCtr="0" anchor="t" bIns="0" lIns="0" spcFirstLastPara="1" rIns="0" wrap="square" tIns="0">
            <a:spAutoFit/>
          </a:bodyPr>
          <a:lstStyle/>
          <a:p>
            <a:pPr indent="0" lvl="0" marL="0" rtl="0" algn="l">
              <a:lnSpc>
                <a:spcPct val="110000"/>
              </a:lnSpc>
              <a:spcBef>
                <a:spcPts val="0"/>
              </a:spcBef>
              <a:spcAft>
                <a:spcPts val="0"/>
              </a:spcAft>
              <a:buClr>
                <a:schemeClr val="accent5"/>
              </a:buClr>
              <a:buSzPts val="800"/>
              <a:buFont typeface="Arial"/>
              <a:buNone/>
            </a:pPr>
            <a:r>
              <a:t/>
            </a:r>
            <a:endParaRPr/>
          </a:p>
        </p:txBody>
      </p:sp>
      <p:sp>
        <p:nvSpPr>
          <p:cNvPr id="1403" name="Google Shape;1403;p134"/>
          <p:cNvSpPr txBox="1"/>
          <p:nvPr>
            <p:ph idx="3" type="body"/>
          </p:nvPr>
        </p:nvSpPr>
        <p:spPr>
          <a:xfrm>
            <a:off x="2398030" y="1824138"/>
            <a:ext cx="2097600" cy="123000"/>
          </a:xfrm>
          <a:prstGeom prst="rect">
            <a:avLst/>
          </a:prstGeom>
          <a:noFill/>
          <a:ln>
            <a:noFill/>
          </a:ln>
        </p:spPr>
        <p:txBody>
          <a:bodyPr anchorCtr="0" anchor="t" bIns="0" lIns="0" spcFirstLastPara="1" rIns="0" wrap="square" tIns="0">
            <a:spAutoFit/>
          </a:bodyPr>
          <a:lstStyle/>
          <a:p>
            <a:pPr indent="0" lvl="0" marL="0" rtl="0" algn="l">
              <a:lnSpc>
                <a:spcPct val="110000"/>
              </a:lnSpc>
              <a:spcBef>
                <a:spcPts val="0"/>
              </a:spcBef>
              <a:spcAft>
                <a:spcPts val="0"/>
              </a:spcAft>
              <a:buClr>
                <a:schemeClr val="accent5"/>
              </a:buClr>
              <a:buSzPts val="800"/>
              <a:buFont typeface="Arial"/>
              <a:buNone/>
            </a:pPr>
            <a:r>
              <a:t/>
            </a:r>
            <a:endParaRPr/>
          </a:p>
        </p:txBody>
      </p:sp>
      <p:sp>
        <p:nvSpPr>
          <p:cNvPr id="1404" name="Google Shape;1404;p134"/>
          <p:cNvSpPr txBox="1"/>
          <p:nvPr>
            <p:ph idx="4" type="body"/>
          </p:nvPr>
        </p:nvSpPr>
        <p:spPr>
          <a:xfrm>
            <a:off x="4608644" y="1824138"/>
            <a:ext cx="2097600" cy="123000"/>
          </a:xfrm>
          <a:prstGeom prst="rect">
            <a:avLst/>
          </a:prstGeom>
          <a:noFill/>
          <a:ln>
            <a:noFill/>
          </a:ln>
        </p:spPr>
        <p:txBody>
          <a:bodyPr anchorCtr="0" anchor="t" bIns="0" lIns="0" spcFirstLastPara="1" rIns="0" wrap="square" tIns="0">
            <a:spAutoFit/>
          </a:bodyPr>
          <a:lstStyle/>
          <a:p>
            <a:pPr indent="0" lvl="0" marL="0" rtl="0" algn="l">
              <a:lnSpc>
                <a:spcPct val="110000"/>
              </a:lnSpc>
              <a:spcBef>
                <a:spcPts val="0"/>
              </a:spcBef>
              <a:spcAft>
                <a:spcPts val="0"/>
              </a:spcAft>
              <a:buClr>
                <a:schemeClr val="accent5"/>
              </a:buClr>
              <a:buSzPts val="800"/>
              <a:buFont typeface="Arial"/>
              <a:buNone/>
            </a:pPr>
            <a:r>
              <a:t/>
            </a:r>
            <a:endParaRPr/>
          </a:p>
        </p:txBody>
      </p:sp>
      <p:sp>
        <p:nvSpPr>
          <p:cNvPr id="1405" name="Google Shape;1405;p134"/>
          <p:cNvSpPr txBox="1"/>
          <p:nvPr>
            <p:ph idx="5" type="body"/>
          </p:nvPr>
        </p:nvSpPr>
        <p:spPr>
          <a:xfrm>
            <a:off x="6819257" y="1824138"/>
            <a:ext cx="2097600" cy="123000"/>
          </a:xfrm>
          <a:prstGeom prst="rect">
            <a:avLst/>
          </a:prstGeom>
          <a:noFill/>
          <a:ln>
            <a:noFill/>
          </a:ln>
        </p:spPr>
        <p:txBody>
          <a:bodyPr anchorCtr="0" anchor="t" bIns="0" lIns="0" spcFirstLastPara="1" rIns="0" wrap="square" tIns="0">
            <a:spAutoFit/>
          </a:bodyPr>
          <a:lstStyle/>
          <a:p>
            <a:pPr indent="0" lvl="0" marL="0" rtl="0" algn="l">
              <a:lnSpc>
                <a:spcPct val="110000"/>
              </a:lnSpc>
              <a:spcBef>
                <a:spcPts val="0"/>
              </a:spcBef>
              <a:spcAft>
                <a:spcPts val="0"/>
              </a:spcAft>
              <a:buClr>
                <a:schemeClr val="accent5"/>
              </a:buClr>
              <a:buSzPts val="800"/>
              <a:buFont typeface="Arial"/>
              <a:buNone/>
            </a:pPr>
            <a:r>
              <a:t/>
            </a:r>
            <a:endParaRPr/>
          </a:p>
        </p:txBody>
      </p:sp>
      <p:sp>
        <p:nvSpPr>
          <p:cNvPr id="1406" name="Google Shape;1406;p134"/>
          <p:cNvSpPr txBox="1"/>
          <p:nvPr>
            <p:ph idx="6" type="body"/>
          </p:nvPr>
        </p:nvSpPr>
        <p:spPr>
          <a:xfrm>
            <a:off x="187416" y="4266887"/>
            <a:ext cx="2097600" cy="123000"/>
          </a:xfrm>
          <a:prstGeom prst="rect">
            <a:avLst/>
          </a:prstGeom>
          <a:noFill/>
          <a:ln>
            <a:noFill/>
          </a:ln>
        </p:spPr>
        <p:txBody>
          <a:bodyPr anchorCtr="0" anchor="t" bIns="0" lIns="0" spcFirstLastPara="1" rIns="0" wrap="square" tIns="0">
            <a:spAutoFit/>
          </a:bodyPr>
          <a:lstStyle/>
          <a:p>
            <a:pPr indent="0" lvl="0" marL="0" rtl="0" algn="l">
              <a:lnSpc>
                <a:spcPct val="110000"/>
              </a:lnSpc>
              <a:spcBef>
                <a:spcPts val="0"/>
              </a:spcBef>
              <a:spcAft>
                <a:spcPts val="0"/>
              </a:spcAft>
              <a:buClr>
                <a:schemeClr val="accent5"/>
              </a:buClr>
              <a:buSzPts val="800"/>
              <a:buFont typeface="Arial"/>
              <a:buNone/>
            </a:pPr>
            <a:r>
              <a:t/>
            </a:r>
            <a:endParaRPr/>
          </a:p>
        </p:txBody>
      </p:sp>
      <p:sp>
        <p:nvSpPr>
          <p:cNvPr id="1407" name="Google Shape;1407;p134"/>
          <p:cNvSpPr txBox="1"/>
          <p:nvPr>
            <p:ph idx="7" type="body"/>
          </p:nvPr>
        </p:nvSpPr>
        <p:spPr>
          <a:xfrm>
            <a:off x="2398030" y="4266887"/>
            <a:ext cx="2097600" cy="123000"/>
          </a:xfrm>
          <a:prstGeom prst="rect">
            <a:avLst/>
          </a:prstGeom>
          <a:noFill/>
          <a:ln>
            <a:noFill/>
          </a:ln>
        </p:spPr>
        <p:txBody>
          <a:bodyPr anchorCtr="0" anchor="t" bIns="0" lIns="0" spcFirstLastPara="1" rIns="0" wrap="square" tIns="0">
            <a:spAutoFit/>
          </a:bodyPr>
          <a:lstStyle/>
          <a:p>
            <a:pPr indent="0" lvl="0" marL="0" rtl="0" algn="l">
              <a:lnSpc>
                <a:spcPct val="110000"/>
              </a:lnSpc>
              <a:spcBef>
                <a:spcPts val="0"/>
              </a:spcBef>
              <a:spcAft>
                <a:spcPts val="0"/>
              </a:spcAft>
              <a:buClr>
                <a:schemeClr val="accent5"/>
              </a:buClr>
              <a:buSzPts val="800"/>
              <a:buFont typeface="Arial"/>
              <a:buNone/>
            </a:pPr>
            <a:r>
              <a:t/>
            </a:r>
            <a:endParaRPr/>
          </a:p>
        </p:txBody>
      </p:sp>
      <p:sp>
        <p:nvSpPr>
          <p:cNvPr id="1408" name="Google Shape;1408;p134"/>
          <p:cNvSpPr txBox="1"/>
          <p:nvPr>
            <p:ph idx="8" type="body"/>
          </p:nvPr>
        </p:nvSpPr>
        <p:spPr>
          <a:xfrm>
            <a:off x="4608644" y="4266887"/>
            <a:ext cx="2097600" cy="123000"/>
          </a:xfrm>
          <a:prstGeom prst="rect">
            <a:avLst/>
          </a:prstGeom>
          <a:noFill/>
          <a:ln>
            <a:noFill/>
          </a:ln>
        </p:spPr>
        <p:txBody>
          <a:bodyPr anchorCtr="0" anchor="t" bIns="0" lIns="0" spcFirstLastPara="1" rIns="0" wrap="square" tIns="0">
            <a:spAutoFit/>
          </a:bodyPr>
          <a:lstStyle/>
          <a:p>
            <a:pPr indent="0" lvl="0" marL="0" rtl="0" algn="l">
              <a:lnSpc>
                <a:spcPct val="110000"/>
              </a:lnSpc>
              <a:spcBef>
                <a:spcPts val="0"/>
              </a:spcBef>
              <a:spcAft>
                <a:spcPts val="0"/>
              </a:spcAft>
              <a:buClr>
                <a:schemeClr val="accent5"/>
              </a:buClr>
              <a:buSzPts val="800"/>
              <a:buFont typeface="Arial"/>
              <a:buNone/>
            </a:pPr>
            <a:r>
              <a:t/>
            </a:r>
            <a:endParaRPr/>
          </a:p>
        </p:txBody>
      </p:sp>
      <p:sp>
        <p:nvSpPr>
          <p:cNvPr id="1409" name="Google Shape;1409;p134"/>
          <p:cNvSpPr txBox="1"/>
          <p:nvPr>
            <p:ph idx="9" type="body"/>
          </p:nvPr>
        </p:nvSpPr>
        <p:spPr>
          <a:xfrm>
            <a:off x="6819257" y="4266887"/>
            <a:ext cx="2097600" cy="123000"/>
          </a:xfrm>
          <a:prstGeom prst="rect">
            <a:avLst/>
          </a:prstGeom>
          <a:noFill/>
          <a:ln>
            <a:noFill/>
          </a:ln>
        </p:spPr>
        <p:txBody>
          <a:bodyPr anchorCtr="0" anchor="t" bIns="0" lIns="0" spcFirstLastPara="1" rIns="0" wrap="square" tIns="0">
            <a:spAutoFit/>
          </a:bodyPr>
          <a:lstStyle/>
          <a:p>
            <a:pPr indent="0" lvl="0" marL="0" rtl="0" algn="l">
              <a:lnSpc>
                <a:spcPct val="110000"/>
              </a:lnSpc>
              <a:spcBef>
                <a:spcPts val="0"/>
              </a:spcBef>
              <a:spcAft>
                <a:spcPts val="0"/>
              </a:spcAft>
              <a:buClr>
                <a:schemeClr val="accent5"/>
              </a:buClr>
              <a:buSzPts val="800"/>
              <a:buFont typeface="Arial"/>
              <a:buNone/>
            </a:pPr>
            <a:r>
              <a:t/>
            </a:r>
            <a:endParaRPr/>
          </a:p>
        </p:txBody>
      </p:sp>
      <p:sp>
        <p:nvSpPr>
          <p:cNvPr id="1410" name="Google Shape;1410;p134"/>
          <p:cNvSpPr/>
          <p:nvPr>
            <p:ph idx="13" type="pic"/>
          </p:nvPr>
        </p:nvSpPr>
        <p:spPr>
          <a:xfrm>
            <a:off x="2389894" y="187708"/>
            <a:ext cx="2107500" cy="1505100"/>
          </a:xfrm>
          <a:prstGeom prst="roundRect">
            <a:avLst>
              <a:gd fmla="val 6731" name="adj"/>
            </a:avLst>
          </a:prstGeom>
          <a:noFill/>
          <a:ln>
            <a:noFill/>
          </a:ln>
        </p:spPr>
      </p:sp>
      <p:sp>
        <p:nvSpPr>
          <p:cNvPr id="1411" name="Google Shape;1411;p134"/>
          <p:cNvSpPr/>
          <p:nvPr>
            <p:ph idx="14" type="pic"/>
          </p:nvPr>
        </p:nvSpPr>
        <p:spPr>
          <a:xfrm>
            <a:off x="4601194" y="187708"/>
            <a:ext cx="2107500" cy="1505100"/>
          </a:xfrm>
          <a:prstGeom prst="roundRect">
            <a:avLst>
              <a:gd fmla="val 6731" name="adj"/>
            </a:avLst>
          </a:prstGeom>
          <a:noFill/>
          <a:ln>
            <a:noFill/>
          </a:ln>
        </p:spPr>
      </p:sp>
      <p:sp>
        <p:nvSpPr>
          <p:cNvPr id="1412" name="Google Shape;1412;p134"/>
          <p:cNvSpPr/>
          <p:nvPr>
            <p:ph idx="15" type="pic"/>
          </p:nvPr>
        </p:nvSpPr>
        <p:spPr>
          <a:xfrm>
            <a:off x="6812495" y="187708"/>
            <a:ext cx="2107500" cy="1505100"/>
          </a:xfrm>
          <a:prstGeom prst="roundRect">
            <a:avLst>
              <a:gd fmla="val 6731" name="adj"/>
            </a:avLst>
          </a:prstGeom>
          <a:noFill/>
          <a:ln>
            <a:noFill/>
          </a:ln>
        </p:spPr>
      </p:sp>
      <p:sp>
        <p:nvSpPr>
          <p:cNvPr id="1413" name="Google Shape;1413;p134"/>
          <p:cNvSpPr/>
          <p:nvPr>
            <p:ph idx="16" type="pic"/>
          </p:nvPr>
        </p:nvSpPr>
        <p:spPr>
          <a:xfrm>
            <a:off x="178594" y="2631348"/>
            <a:ext cx="2107500" cy="1505100"/>
          </a:xfrm>
          <a:prstGeom prst="roundRect">
            <a:avLst>
              <a:gd fmla="val 6731" name="adj"/>
            </a:avLst>
          </a:prstGeom>
          <a:noFill/>
          <a:ln>
            <a:noFill/>
          </a:ln>
        </p:spPr>
      </p:sp>
      <p:sp>
        <p:nvSpPr>
          <p:cNvPr id="1414" name="Google Shape;1414;p134"/>
          <p:cNvSpPr/>
          <p:nvPr>
            <p:ph idx="17" type="pic"/>
          </p:nvPr>
        </p:nvSpPr>
        <p:spPr>
          <a:xfrm>
            <a:off x="2389894" y="2631348"/>
            <a:ext cx="2107500" cy="1505100"/>
          </a:xfrm>
          <a:prstGeom prst="roundRect">
            <a:avLst>
              <a:gd fmla="val 6731" name="adj"/>
            </a:avLst>
          </a:prstGeom>
          <a:noFill/>
          <a:ln>
            <a:noFill/>
          </a:ln>
        </p:spPr>
      </p:sp>
      <p:sp>
        <p:nvSpPr>
          <p:cNvPr id="1415" name="Google Shape;1415;p134"/>
          <p:cNvSpPr/>
          <p:nvPr>
            <p:ph idx="18" type="pic"/>
          </p:nvPr>
        </p:nvSpPr>
        <p:spPr>
          <a:xfrm>
            <a:off x="4601194" y="2631348"/>
            <a:ext cx="2107500" cy="1505100"/>
          </a:xfrm>
          <a:prstGeom prst="roundRect">
            <a:avLst>
              <a:gd fmla="val 6731" name="adj"/>
            </a:avLst>
          </a:prstGeom>
          <a:noFill/>
          <a:ln>
            <a:noFill/>
          </a:ln>
        </p:spPr>
      </p:sp>
      <p:sp>
        <p:nvSpPr>
          <p:cNvPr id="1416" name="Google Shape;1416;p134"/>
          <p:cNvSpPr/>
          <p:nvPr>
            <p:ph idx="19" type="pic"/>
          </p:nvPr>
        </p:nvSpPr>
        <p:spPr>
          <a:xfrm>
            <a:off x="6812495" y="2631348"/>
            <a:ext cx="2107500" cy="1505100"/>
          </a:xfrm>
          <a:prstGeom prst="roundRect">
            <a:avLst>
              <a:gd fmla="val 6731" name="adj"/>
            </a:avLst>
          </a:prstGeom>
          <a:noFill/>
          <a:ln>
            <a:noFill/>
          </a:ln>
        </p:spPr>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0" name="Shape 1420"/>
        <p:cNvGrpSpPr/>
        <p:nvPr/>
      </p:nvGrpSpPr>
      <p:grpSpPr>
        <a:xfrm>
          <a:off x="0" y="0"/>
          <a:ext cx="0" cy="0"/>
          <a:chOff x="0" y="0"/>
          <a:chExt cx="0" cy="0"/>
        </a:xfrm>
      </p:grpSpPr>
      <p:sp>
        <p:nvSpPr>
          <p:cNvPr id="1421" name="Google Shape;1421;p135"/>
          <p:cNvSpPr/>
          <p:nvPr>
            <p:ph idx="2" type="pic"/>
          </p:nvPr>
        </p:nvSpPr>
        <p:spPr>
          <a:xfrm>
            <a:off x="199677" y="190500"/>
            <a:ext cx="2594400" cy="4764600"/>
          </a:xfrm>
          <a:prstGeom prst="roundRect">
            <a:avLst>
              <a:gd fmla="val 2162" name="adj"/>
            </a:avLst>
          </a:prstGeom>
          <a:noFill/>
          <a:ln>
            <a:noFill/>
          </a:ln>
        </p:spPr>
      </p:sp>
      <p:sp>
        <p:nvSpPr>
          <p:cNvPr id="1422" name="Google Shape;1422;p135"/>
          <p:cNvSpPr txBox="1"/>
          <p:nvPr>
            <p:ph idx="1" type="body"/>
          </p:nvPr>
        </p:nvSpPr>
        <p:spPr>
          <a:xfrm>
            <a:off x="2987961" y="299286"/>
            <a:ext cx="5616900" cy="33306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accent2"/>
              </a:buClr>
              <a:buSzPts val="2300"/>
              <a:buFont typeface="Arial"/>
              <a:buNone/>
            </a:pPr>
            <a:r>
              <a:rPr lang="en"/>
              <a:t>“Full page quote or sentence. Lorem ipsum dolor sit amet, consectetur adipiscing elit. Lorem ipsum dolor sit amet, consectetur adipiscing elit. Lorem ipsum dolor sit amet, consectetur adipiscing elit, sed do eiusmod tempor incididunt ut labore et dolore magna aliqua. Ut enim ad minim veniam, quis nostrud exercitation ullamco laboris nisi ut aliquip ex ea commodo consequat.”</a:t>
            </a:r>
            <a:endParaRPr/>
          </a:p>
          <a:p>
            <a:pPr indent="0" lvl="0" marL="0" rtl="0" algn="l">
              <a:lnSpc>
                <a:spcPct val="90000"/>
              </a:lnSpc>
              <a:spcBef>
                <a:spcPts val="0"/>
              </a:spcBef>
              <a:spcAft>
                <a:spcPts val="0"/>
              </a:spcAft>
              <a:buClr>
                <a:schemeClr val="accent2"/>
              </a:buClr>
              <a:buSzPts val="2300"/>
              <a:buFont typeface="Arial"/>
              <a:buNone/>
            </a:pPr>
            <a:r>
              <a:t/>
            </a:r>
            <a:endParaRPr/>
          </a:p>
        </p:txBody>
      </p:sp>
      <p:sp>
        <p:nvSpPr>
          <p:cNvPr id="1423" name="Google Shape;1423;p135"/>
          <p:cNvSpPr txBox="1"/>
          <p:nvPr>
            <p:ph idx="3" type="body"/>
          </p:nvPr>
        </p:nvSpPr>
        <p:spPr>
          <a:xfrm>
            <a:off x="2987961" y="4238078"/>
            <a:ext cx="4968600" cy="213300"/>
          </a:xfrm>
          <a:prstGeom prst="rect">
            <a:avLst/>
          </a:prstGeom>
          <a:noFill/>
          <a:ln>
            <a:noFill/>
          </a:ln>
        </p:spPr>
        <p:txBody>
          <a:bodyPr anchorCtr="0" anchor="t" bIns="17150" lIns="0" spcFirstLastPara="1" rIns="0" wrap="square" tIns="17150">
            <a:normAutofit/>
          </a:bodyPr>
          <a:lstStyle/>
          <a:p>
            <a:pPr indent="0" lvl="0" marL="0" rtl="0" algn="l">
              <a:lnSpc>
                <a:spcPct val="90000"/>
              </a:lnSpc>
              <a:spcBef>
                <a:spcPts val="0"/>
              </a:spcBef>
              <a:spcAft>
                <a:spcPts val="0"/>
              </a:spcAft>
              <a:buClr>
                <a:schemeClr val="accent2"/>
              </a:buClr>
              <a:buSzPts val="1100"/>
              <a:buFont typeface="Arial"/>
              <a:buNone/>
            </a:pPr>
            <a:r>
              <a:rPr lang="en"/>
              <a:t>Name</a:t>
            </a:r>
            <a:endParaRPr/>
          </a:p>
        </p:txBody>
      </p:sp>
      <p:sp>
        <p:nvSpPr>
          <p:cNvPr id="1424" name="Google Shape;1424;p135"/>
          <p:cNvSpPr txBox="1"/>
          <p:nvPr>
            <p:ph idx="4" type="body"/>
          </p:nvPr>
        </p:nvSpPr>
        <p:spPr>
          <a:xfrm>
            <a:off x="2987961" y="4483003"/>
            <a:ext cx="4968600" cy="213300"/>
          </a:xfrm>
          <a:prstGeom prst="rect">
            <a:avLst/>
          </a:prstGeom>
          <a:noFill/>
          <a:ln>
            <a:noFill/>
          </a:ln>
        </p:spPr>
        <p:txBody>
          <a:bodyPr anchorCtr="0" anchor="t" bIns="17150" lIns="0" spcFirstLastPara="1" rIns="0" wrap="square" tIns="17150">
            <a:normAutofit/>
          </a:bodyPr>
          <a:lstStyle/>
          <a:p>
            <a:pPr indent="0" lvl="0" marL="0" rtl="0" algn="l">
              <a:lnSpc>
                <a:spcPct val="90000"/>
              </a:lnSpc>
              <a:spcBef>
                <a:spcPts val="0"/>
              </a:spcBef>
              <a:spcAft>
                <a:spcPts val="0"/>
              </a:spcAft>
              <a:buClr>
                <a:srgbClr val="82B2D8"/>
              </a:buClr>
              <a:buSzPts val="1100"/>
              <a:buFont typeface="Arial"/>
              <a:buNone/>
            </a:pPr>
            <a:r>
              <a:rPr lang="en"/>
              <a:t>Title</a:t>
            </a:r>
            <a:endParaRPr/>
          </a:p>
        </p:txBody>
      </p:sp>
      <p:sp>
        <p:nvSpPr>
          <p:cNvPr id="1425" name="Google Shape;1425;p135"/>
          <p:cNvSpPr txBox="1"/>
          <p:nvPr>
            <p:ph idx="5" type="body"/>
          </p:nvPr>
        </p:nvSpPr>
        <p:spPr>
          <a:xfrm>
            <a:off x="2987961" y="4727928"/>
            <a:ext cx="4968600" cy="213300"/>
          </a:xfrm>
          <a:prstGeom prst="rect">
            <a:avLst/>
          </a:prstGeom>
          <a:noFill/>
          <a:ln>
            <a:noFill/>
          </a:ln>
        </p:spPr>
        <p:txBody>
          <a:bodyPr anchorCtr="0" anchor="t" bIns="17150" lIns="0" spcFirstLastPara="1" rIns="0" wrap="square" tIns="17150">
            <a:normAutofit/>
          </a:bodyPr>
          <a:lstStyle/>
          <a:p>
            <a:pPr indent="0" lvl="0" marL="0" rtl="0" algn="l">
              <a:lnSpc>
                <a:spcPct val="90000"/>
              </a:lnSpc>
              <a:spcBef>
                <a:spcPts val="0"/>
              </a:spcBef>
              <a:spcAft>
                <a:spcPts val="0"/>
              </a:spcAft>
              <a:buClr>
                <a:srgbClr val="82B2D8"/>
              </a:buClr>
              <a:buSzPts val="1100"/>
              <a:buFont typeface="Arial"/>
              <a:buNone/>
            </a:pPr>
            <a:r>
              <a:rPr lang="en"/>
              <a:t>Company</a:t>
            </a:r>
            <a:endParaRPr/>
          </a:p>
        </p:txBody>
      </p:sp>
      <p:sp>
        <p:nvSpPr>
          <p:cNvPr id="1426" name="Google Shape;1426;p135"/>
          <p:cNvSpPr txBox="1"/>
          <p:nvPr/>
        </p:nvSpPr>
        <p:spPr>
          <a:xfrm>
            <a:off x="4580627" y="3927176"/>
            <a:ext cx="69300" cy="284100"/>
          </a:xfrm>
          <a:prstGeom prst="rect">
            <a:avLst/>
          </a:prstGeom>
          <a:noFill/>
          <a:ln>
            <a:noFill/>
          </a:ln>
        </p:spPr>
        <p:txBody>
          <a:bodyPr anchorCtr="0" anchor="t" bIns="17150" lIns="34275" spcFirstLastPara="1" rIns="34275" wrap="square" tIns="17150">
            <a:spAutoFit/>
          </a:bodyPr>
          <a:lstStyle/>
          <a:p>
            <a:pPr indent="0" lvl="0" marL="0" marR="0" rtl="0" algn="l">
              <a:lnSpc>
                <a:spcPct val="90000"/>
              </a:lnSpc>
              <a:spcBef>
                <a:spcPts val="0"/>
              </a:spcBef>
              <a:spcAft>
                <a:spcPts val="0"/>
              </a:spcAft>
              <a:buClr>
                <a:srgbClr val="000000"/>
              </a:buClr>
              <a:buSzPts val="1800"/>
              <a:buFont typeface="Outfit"/>
              <a:buNone/>
            </a:pPr>
            <a:r>
              <a:t/>
            </a:r>
            <a:endParaRPr b="0" i="0" sz="1800" u="none" cap="none" strike="noStrike">
              <a:solidFill>
                <a:srgbClr val="000000"/>
              </a:solidFill>
              <a:latin typeface="Outfit"/>
              <a:ea typeface="Outfit"/>
              <a:cs typeface="Outfit"/>
              <a:sym typeface="Outfit"/>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0" name="Shape 1430"/>
        <p:cNvGrpSpPr/>
        <p:nvPr/>
      </p:nvGrpSpPr>
      <p:grpSpPr>
        <a:xfrm>
          <a:off x="0" y="0"/>
          <a:ext cx="0" cy="0"/>
          <a:chOff x="0" y="0"/>
          <a:chExt cx="0" cy="0"/>
        </a:xfrm>
      </p:grpSpPr>
      <p:sp>
        <p:nvSpPr>
          <p:cNvPr id="1431" name="Google Shape;1431;p136"/>
          <p:cNvSpPr txBox="1"/>
          <p:nvPr>
            <p:ph idx="1" type="body"/>
          </p:nvPr>
        </p:nvSpPr>
        <p:spPr>
          <a:xfrm>
            <a:off x="300038" y="293270"/>
            <a:ext cx="8304600" cy="33306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accent2"/>
              </a:buClr>
              <a:buSzPts val="2800"/>
              <a:buFont typeface="Arial"/>
              <a:buNone/>
            </a:pPr>
            <a:r>
              <a:rPr lang="en"/>
              <a:t>“Full page quote or sentence. Lorem ipsum dolor sit amet, consectetur adipiscing elit. Lorem ipsum dolor sit amet, consectetur adipiscing elit. Lorem ipsum dolor sit amet, consectetur adipiscing elit, sed do eiusmod tempor incididunt ut labore et dolore magna aliqua. Ut enim ad minim veniam, quis nostrud exercitation ullamco laboris nisi ut aliquip ex ea commodo consequat.”</a:t>
            </a:r>
            <a:endParaRPr/>
          </a:p>
        </p:txBody>
      </p:sp>
      <p:sp>
        <p:nvSpPr>
          <p:cNvPr id="1432" name="Google Shape;1432;p136"/>
          <p:cNvSpPr txBox="1"/>
          <p:nvPr>
            <p:ph idx="2" type="body"/>
          </p:nvPr>
        </p:nvSpPr>
        <p:spPr>
          <a:xfrm>
            <a:off x="300038" y="4238078"/>
            <a:ext cx="4968600" cy="213300"/>
          </a:xfrm>
          <a:prstGeom prst="rect">
            <a:avLst/>
          </a:prstGeom>
          <a:noFill/>
          <a:ln>
            <a:noFill/>
          </a:ln>
        </p:spPr>
        <p:txBody>
          <a:bodyPr anchorCtr="0" anchor="t" bIns="17150" lIns="0" spcFirstLastPara="1" rIns="0" wrap="square" tIns="17150">
            <a:normAutofit/>
          </a:bodyPr>
          <a:lstStyle/>
          <a:p>
            <a:pPr indent="0" lvl="0" marL="0" rtl="0" algn="l">
              <a:lnSpc>
                <a:spcPct val="90000"/>
              </a:lnSpc>
              <a:spcBef>
                <a:spcPts val="0"/>
              </a:spcBef>
              <a:spcAft>
                <a:spcPts val="0"/>
              </a:spcAft>
              <a:buClr>
                <a:schemeClr val="accent2"/>
              </a:buClr>
              <a:buSzPts val="1100"/>
              <a:buFont typeface="Arial"/>
              <a:buNone/>
            </a:pPr>
            <a:r>
              <a:rPr lang="en"/>
              <a:t>Name</a:t>
            </a:r>
            <a:endParaRPr/>
          </a:p>
        </p:txBody>
      </p:sp>
      <p:sp>
        <p:nvSpPr>
          <p:cNvPr id="1433" name="Google Shape;1433;p136"/>
          <p:cNvSpPr txBox="1"/>
          <p:nvPr>
            <p:ph idx="3" type="body"/>
          </p:nvPr>
        </p:nvSpPr>
        <p:spPr>
          <a:xfrm>
            <a:off x="300038" y="4483003"/>
            <a:ext cx="4968600" cy="213300"/>
          </a:xfrm>
          <a:prstGeom prst="rect">
            <a:avLst/>
          </a:prstGeom>
          <a:noFill/>
          <a:ln>
            <a:noFill/>
          </a:ln>
        </p:spPr>
        <p:txBody>
          <a:bodyPr anchorCtr="0" anchor="t" bIns="17150" lIns="0" spcFirstLastPara="1" rIns="0" wrap="square" tIns="17150">
            <a:normAutofit/>
          </a:bodyPr>
          <a:lstStyle/>
          <a:p>
            <a:pPr indent="0" lvl="0" marL="0" rtl="0" algn="l">
              <a:lnSpc>
                <a:spcPct val="90000"/>
              </a:lnSpc>
              <a:spcBef>
                <a:spcPts val="0"/>
              </a:spcBef>
              <a:spcAft>
                <a:spcPts val="0"/>
              </a:spcAft>
              <a:buClr>
                <a:srgbClr val="82B2D8"/>
              </a:buClr>
              <a:buSzPts val="1100"/>
              <a:buFont typeface="Arial"/>
              <a:buNone/>
            </a:pPr>
            <a:r>
              <a:rPr lang="en"/>
              <a:t>Title</a:t>
            </a:r>
            <a:endParaRPr/>
          </a:p>
        </p:txBody>
      </p:sp>
      <p:sp>
        <p:nvSpPr>
          <p:cNvPr id="1434" name="Google Shape;1434;p136"/>
          <p:cNvSpPr txBox="1"/>
          <p:nvPr>
            <p:ph idx="4" type="body"/>
          </p:nvPr>
        </p:nvSpPr>
        <p:spPr>
          <a:xfrm>
            <a:off x="300038" y="4727928"/>
            <a:ext cx="4968600" cy="213300"/>
          </a:xfrm>
          <a:prstGeom prst="rect">
            <a:avLst/>
          </a:prstGeom>
          <a:noFill/>
          <a:ln>
            <a:noFill/>
          </a:ln>
        </p:spPr>
        <p:txBody>
          <a:bodyPr anchorCtr="0" anchor="t" bIns="17150" lIns="0" spcFirstLastPara="1" rIns="0" wrap="square" tIns="17150">
            <a:normAutofit/>
          </a:bodyPr>
          <a:lstStyle/>
          <a:p>
            <a:pPr indent="0" lvl="0" marL="0" rtl="0" algn="l">
              <a:lnSpc>
                <a:spcPct val="90000"/>
              </a:lnSpc>
              <a:spcBef>
                <a:spcPts val="0"/>
              </a:spcBef>
              <a:spcAft>
                <a:spcPts val="0"/>
              </a:spcAft>
              <a:buClr>
                <a:srgbClr val="82B2D8"/>
              </a:buClr>
              <a:buSzPts val="1100"/>
              <a:buFont typeface="Arial"/>
              <a:buNone/>
            </a:pPr>
            <a:r>
              <a:rPr lang="en"/>
              <a:t>Company</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8" name="Shape 1438"/>
        <p:cNvGrpSpPr/>
        <p:nvPr/>
      </p:nvGrpSpPr>
      <p:grpSpPr>
        <a:xfrm>
          <a:off x="0" y="0"/>
          <a:ext cx="0" cy="0"/>
          <a:chOff x="0" y="0"/>
          <a:chExt cx="0" cy="0"/>
        </a:xfrm>
      </p:grpSpPr>
      <p:sp>
        <p:nvSpPr>
          <p:cNvPr id="1439" name="Google Shape;1439;p137"/>
          <p:cNvSpPr/>
          <p:nvPr>
            <p:ph idx="2" type="pic"/>
          </p:nvPr>
        </p:nvSpPr>
        <p:spPr>
          <a:xfrm>
            <a:off x="199677" y="190500"/>
            <a:ext cx="2594400" cy="4764600"/>
          </a:xfrm>
          <a:prstGeom prst="roundRect">
            <a:avLst>
              <a:gd fmla="val 2162" name="adj"/>
            </a:avLst>
          </a:prstGeom>
          <a:noFill/>
          <a:ln>
            <a:noFill/>
          </a:ln>
        </p:spPr>
      </p:sp>
      <p:sp>
        <p:nvSpPr>
          <p:cNvPr id="1440" name="Google Shape;1440;p137"/>
          <p:cNvSpPr txBox="1"/>
          <p:nvPr>
            <p:ph idx="1" type="body"/>
          </p:nvPr>
        </p:nvSpPr>
        <p:spPr>
          <a:xfrm>
            <a:off x="2987961" y="293270"/>
            <a:ext cx="5616900" cy="33306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accent4"/>
              </a:buClr>
              <a:buSzPts val="2300"/>
              <a:buFont typeface="Arial"/>
              <a:buNone/>
            </a:pPr>
            <a:r>
              <a:rPr lang="en"/>
              <a:t>“Full page quote or sentence. Lorem ipsum dolor sit amet, consectetur adipiscing elit. Lorem ipsum dolor sit amet, consectetur adipiscing elit. Lorem ipsum dolor sit amet, consectetur adipiscing elit, sed do eiusmod tempor incididunt ut labore et dolore magna aliqua. Ut enim ad minim veniam, quis nostrud exercitation ullamco laboris nisi ut aliquip ex ea commodo consequat.”</a:t>
            </a:r>
            <a:endParaRPr/>
          </a:p>
        </p:txBody>
      </p:sp>
      <p:sp>
        <p:nvSpPr>
          <p:cNvPr id="1441" name="Google Shape;1441;p137"/>
          <p:cNvSpPr txBox="1"/>
          <p:nvPr>
            <p:ph idx="3" type="body"/>
          </p:nvPr>
        </p:nvSpPr>
        <p:spPr>
          <a:xfrm>
            <a:off x="2987961" y="4238078"/>
            <a:ext cx="4968600" cy="213300"/>
          </a:xfrm>
          <a:prstGeom prst="rect">
            <a:avLst/>
          </a:prstGeom>
          <a:noFill/>
          <a:ln>
            <a:noFill/>
          </a:ln>
        </p:spPr>
        <p:txBody>
          <a:bodyPr anchorCtr="0" anchor="t" bIns="17150" lIns="0" spcFirstLastPara="1" rIns="0" wrap="square" tIns="17150">
            <a:normAutofit/>
          </a:bodyPr>
          <a:lstStyle/>
          <a:p>
            <a:pPr indent="0" lvl="0" marL="0" rtl="0" algn="l">
              <a:lnSpc>
                <a:spcPct val="90000"/>
              </a:lnSpc>
              <a:spcBef>
                <a:spcPts val="0"/>
              </a:spcBef>
              <a:spcAft>
                <a:spcPts val="0"/>
              </a:spcAft>
              <a:buClr>
                <a:schemeClr val="accent4"/>
              </a:buClr>
              <a:buSzPts val="1100"/>
              <a:buFont typeface="Arial"/>
              <a:buNone/>
            </a:pPr>
            <a:r>
              <a:rPr lang="en"/>
              <a:t>Name</a:t>
            </a:r>
            <a:endParaRPr/>
          </a:p>
        </p:txBody>
      </p:sp>
      <p:sp>
        <p:nvSpPr>
          <p:cNvPr id="1442" name="Google Shape;1442;p137"/>
          <p:cNvSpPr txBox="1"/>
          <p:nvPr>
            <p:ph idx="4" type="body"/>
          </p:nvPr>
        </p:nvSpPr>
        <p:spPr>
          <a:xfrm>
            <a:off x="2987961" y="4483003"/>
            <a:ext cx="4968600" cy="213300"/>
          </a:xfrm>
          <a:prstGeom prst="rect">
            <a:avLst/>
          </a:prstGeom>
          <a:noFill/>
          <a:ln>
            <a:noFill/>
          </a:ln>
        </p:spPr>
        <p:txBody>
          <a:bodyPr anchorCtr="0" anchor="t" bIns="17150" lIns="0" spcFirstLastPara="1" rIns="0" wrap="square" tIns="17150">
            <a:normAutofit/>
          </a:bodyPr>
          <a:lstStyle/>
          <a:p>
            <a:pPr indent="0" lvl="0" marL="0" rtl="0" algn="l">
              <a:lnSpc>
                <a:spcPct val="90000"/>
              </a:lnSpc>
              <a:spcBef>
                <a:spcPts val="0"/>
              </a:spcBef>
              <a:spcAft>
                <a:spcPts val="0"/>
              </a:spcAft>
              <a:buClr>
                <a:srgbClr val="F9B379"/>
              </a:buClr>
              <a:buSzPts val="1100"/>
              <a:buFont typeface="Arial"/>
              <a:buNone/>
            </a:pPr>
            <a:r>
              <a:rPr lang="en"/>
              <a:t>Title</a:t>
            </a:r>
            <a:endParaRPr/>
          </a:p>
        </p:txBody>
      </p:sp>
      <p:sp>
        <p:nvSpPr>
          <p:cNvPr id="1443" name="Google Shape;1443;p137"/>
          <p:cNvSpPr txBox="1"/>
          <p:nvPr>
            <p:ph idx="5" type="body"/>
          </p:nvPr>
        </p:nvSpPr>
        <p:spPr>
          <a:xfrm>
            <a:off x="2987961" y="4727928"/>
            <a:ext cx="4968600" cy="213300"/>
          </a:xfrm>
          <a:prstGeom prst="rect">
            <a:avLst/>
          </a:prstGeom>
          <a:noFill/>
          <a:ln>
            <a:noFill/>
          </a:ln>
        </p:spPr>
        <p:txBody>
          <a:bodyPr anchorCtr="0" anchor="t" bIns="17150" lIns="0" spcFirstLastPara="1" rIns="0" wrap="square" tIns="17150">
            <a:normAutofit/>
          </a:bodyPr>
          <a:lstStyle/>
          <a:p>
            <a:pPr indent="0" lvl="0" marL="0" rtl="0" algn="l">
              <a:lnSpc>
                <a:spcPct val="90000"/>
              </a:lnSpc>
              <a:spcBef>
                <a:spcPts val="0"/>
              </a:spcBef>
              <a:spcAft>
                <a:spcPts val="0"/>
              </a:spcAft>
              <a:buClr>
                <a:srgbClr val="F9B379"/>
              </a:buClr>
              <a:buSzPts val="1100"/>
              <a:buFont typeface="Arial"/>
              <a:buNone/>
            </a:pPr>
            <a:r>
              <a:rPr lang="en"/>
              <a:t>Company</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7" name="Shape 1447"/>
        <p:cNvGrpSpPr/>
        <p:nvPr/>
      </p:nvGrpSpPr>
      <p:grpSpPr>
        <a:xfrm>
          <a:off x="0" y="0"/>
          <a:ext cx="0" cy="0"/>
          <a:chOff x="0" y="0"/>
          <a:chExt cx="0" cy="0"/>
        </a:xfrm>
      </p:grpSpPr>
      <p:sp>
        <p:nvSpPr>
          <p:cNvPr id="1448" name="Google Shape;1448;p138"/>
          <p:cNvSpPr txBox="1"/>
          <p:nvPr>
            <p:ph idx="1" type="body"/>
          </p:nvPr>
        </p:nvSpPr>
        <p:spPr>
          <a:xfrm>
            <a:off x="300038" y="293270"/>
            <a:ext cx="8304600" cy="33306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accent2"/>
              </a:buClr>
              <a:buSzPts val="2800"/>
              <a:buFont typeface="Arial"/>
              <a:buNone/>
            </a:pPr>
            <a:r>
              <a:rPr lang="en"/>
              <a:t>“Full page quote or sentence. Lorem ipsum dolor sit amet, consectetur adipiscing elit. Lorem ipsum dolor sit amet, consectetur adipiscing elit. Lorem ipsum dolor sit amet, consectetur adipiscing elit, sed do eiusmod tempor incididunt ut labore et dolore magna aliqua. Ut enim ad minim veniam, quis nostrud exercitation ullamco laboris nisi ut aliquip ex ea commodo consequat.”</a:t>
            </a:r>
            <a:endParaRPr/>
          </a:p>
        </p:txBody>
      </p:sp>
      <p:sp>
        <p:nvSpPr>
          <p:cNvPr id="1449" name="Google Shape;1449;p138"/>
          <p:cNvSpPr txBox="1"/>
          <p:nvPr>
            <p:ph idx="2" type="body"/>
          </p:nvPr>
        </p:nvSpPr>
        <p:spPr>
          <a:xfrm>
            <a:off x="300038" y="4238078"/>
            <a:ext cx="4968600" cy="213300"/>
          </a:xfrm>
          <a:prstGeom prst="rect">
            <a:avLst/>
          </a:prstGeom>
          <a:noFill/>
          <a:ln>
            <a:noFill/>
          </a:ln>
        </p:spPr>
        <p:txBody>
          <a:bodyPr anchorCtr="0" anchor="t" bIns="17150" lIns="0" spcFirstLastPara="1" rIns="0" wrap="square" tIns="17150">
            <a:normAutofit/>
          </a:bodyPr>
          <a:lstStyle/>
          <a:p>
            <a:pPr indent="0" lvl="0" marL="0" rtl="0" algn="l">
              <a:lnSpc>
                <a:spcPct val="90000"/>
              </a:lnSpc>
              <a:spcBef>
                <a:spcPts val="0"/>
              </a:spcBef>
              <a:spcAft>
                <a:spcPts val="0"/>
              </a:spcAft>
              <a:buClr>
                <a:schemeClr val="accent2"/>
              </a:buClr>
              <a:buSzPts val="1100"/>
              <a:buFont typeface="Arial"/>
              <a:buNone/>
            </a:pPr>
            <a:r>
              <a:rPr lang="en"/>
              <a:t>Name</a:t>
            </a:r>
            <a:endParaRPr/>
          </a:p>
        </p:txBody>
      </p:sp>
      <p:sp>
        <p:nvSpPr>
          <p:cNvPr id="1450" name="Google Shape;1450;p138"/>
          <p:cNvSpPr txBox="1"/>
          <p:nvPr>
            <p:ph idx="3" type="body"/>
          </p:nvPr>
        </p:nvSpPr>
        <p:spPr>
          <a:xfrm>
            <a:off x="300038" y="4483003"/>
            <a:ext cx="4968600" cy="213300"/>
          </a:xfrm>
          <a:prstGeom prst="rect">
            <a:avLst/>
          </a:prstGeom>
          <a:noFill/>
          <a:ln>
            <a:noFill/>
          </a:ln>
        </p:spPr>
        <p:txBody>
          <a:bodyPr anchorCtr="0" anchor="t" bIns="17150" lIns="0" spcFirstLastPara="1" rIns="0" wrap="square" tIns="17150">
            <a:normAutofit/>
          </a:bodyPr>
          <a:lstStyle/>
          <a:p>
            <a:pPr indent="0" lvl="0" marL="0" rtl="0" algn="l">
              <a:lnSpc>
                <a:spcPct val="90000"/>
              </a:lnSpc>
              <a:spcBef>
                <a:spcPts val="0"/>
              </a:spcBef>
              <a:spcAft>
                <a:spcPts val="0"/>
              </a:spcAft>
              <a:buClr>
                <a:srgbClr val="82B2D8"/>
              </a:buClr>
              <a:buSzPts val="1100"/>
              <a:buFont typeface="Arial"/>
              <a:buNone/>
            </a:pPr>
            <a:r>
              <a:rPr lang="en"/>
              <a:t>Title</a:t>
            </a:r>
            <a:endParaRPr/>
          </a:p>
        </p:txBody>
      </p:sp>
      <p:sp>
        <p:nvSpPr>
          <p:cNvPr id="1451" name="Google Shape;1451;p138"/>
          <p:cNvSpPr txBox="1"/>
          <p:nvPr>
            <p:ph idx="4" type="body"/>
          </p:nvPr>
        </p:nvSpPr>
        <p:spPr>
          <a:xfrm>
            <a:off x="300038" y="4727928"/>
            <a:ext cx="4968600" cy="213300"/>
          </a:xfrm>
          <a:prstGeom prst="rect">
            <a:avLst/>
          </a:prstGeom>
          <a:noFill/>
          <a:ln>
            <a:noFill/>
          </a:ln>
        </p:spPr>
        <p:txBody>
          <a:bodyPr anchorCtr="0" anchor="t" bIns="17150" lIns="0" spcFirstLastPara="1" rIns="0" wrap="square" tIns="17150">
            <a:normAutofit/>
          </a:bodyPr>
          <a:lstStyle/>
          <a:p>
            <a:pPr indent="0" lvl="0" marL="0" rtl="0" algn="l">
              <a:lnSpc>
                <a:spcPct val="90000"/>
              </a:lnSpc>
              <a:spcBef>
                <a:spcPts val="0"/>
              </a:spcBef>
              <a:spcAft>
                <a:spcPts val="0"/>
              </a:spcAft>
              <a:buClr>
                <a:srgbClr val="82B2D8"/>
              </a:buClr>
              <a:buSzPts val="1100"/>
              <a:buFont typeface="Arial"/>
              <a:buNone/>
            </a:pPr>
            <a:r>
              <a:rPr lang="en"/>
              <a:t>Company</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5" name="Shape 1455"/>
        <p:cNvGrpSpPr/>
        <p:nvPr/>
      </p:nvGrpSpPr>
      <p:grpSpPr>
        <a:xfrm>
          <a:off x="0" y="0"/>
          <a:ext cx="0" cy="0"/>
          <a:chOff x="0" y="0"/>
          <a:chExt cx="0" cy="0"/>
        </a:xfrm>
      </p:grpSpPr>
      <p:sp>
        <p:nvSpPr>
          <p:cNvPr id="1456" name="Google Shape;1456;p139"/>
          <p:cNvSpPr/>
          <p:nvPr>
            <p:ph idx="2" type="pic"/>
          </p:nvPr>
        </p:nvSpPr>
        <p:spPr>
          <a:xfrm>
            <a:off x="199677" y="190500"/>
            <a:ext cx="2594400" cy="4764600"/>
          </a:xfrm>
          <a:prstGeom prst="roundRect">
            <a:avLst>
              <a:gd fmla="val 2162" name="adj"/>
            </a:avLst>
          </a:prstGeom>
          <a:noFill/>
          <a:ln>
            <a:noFill/>
          </a:ln>
        </p:spPr>
      </p:sp>
      <p:sp>
        <p:nvSpPr>
          <p:cNvPr id="1457" name="Google Shape;1457;p139"/>
          <p:cNvSpPr txBox="1"/>
          <p:nvPr>
            <p:ph idx="1" type="body"/>
          </p:nvPr>
        </p:nvSpPr>
        <p:spPr>
          <a:xfrm>
            <a:off x="2987961" y="299286"/>
            <a:ext cx="5616900" cy="33306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accent3"/>
              </a:buClr>
              <a:buSzPts val="2300"/>
              <a:buFont typeface="Arial"/>
              <a:buNone/>
            </a:pPr>
            <a:r>
              <a:rPr lang="en"/>
              <a:t>“Full page quote or sentence. Lorem ipsum dolor sit amet, consectetur adipiscing elit. Lorem ipsum dolor sit amet, consectetur adipiscing elit. Lorem ipsum dolor sit amet, consectetur adipiscing elit, sed do eiusmod tempor incididunt ut labore et dolore magna aliqua. Ut enim ad minim veniam, quis nostrud exercitation ullamco laboris nisi ut aliquip ex ea commodo consequat.”</a:t>
            </a:r>
            <a:endParaRPr/>
          </a:p>
        </p:txBody>
      </p:sp>
      <p:sp>
        <p:nvSpPr>
          <p:cNvPr id="1458" name="Google Shape;1458;p139"/>
          <p:cNvSpPr txBox="1"/>
          <p:nvPr>
            <p:ph idx="3" type="body"/>
          </p:nvPr>
        </p:nvSpPr>
        <p:spPr>
          <a:xfrm>
            <a:off x="2987961" y="4238078"/>
            <a:ext cx="4968600" cy="213300"/>
          </a:xfrm>
          <a:prstGeom prst="rect">
            <a:avLst/>
          </a:prstGeom>
          <a:noFill/>
          <a:ln>
            <a:noFill/>
          </a:ln>
        </p:spPr>
        <p:txBody>
          <a:bodyPr anchorCtr="0" anchor="t" bIns="17150" lIns="0" spcFirstLastPara="1" rIns="0" wrap="square" tIns="17150">
            <a:normAutofit/>
          </a:bodyPr>
          <a:lstStyle/>
          <a:p>
            <a:pPr indent="0" lvl="0" marL="0" rtl="0" algn="l">
              <a:lnSpc>
                <a:spcPct val="90000"/>
              </a:lnSpc>
              <a:spcBef>
                <a:spcPts val="0"/>
              </a:spcBef>
              <a:spcAft>
                <a:spcPts val="0"/>
              </a:spcAft>
              <a:buClr>
                <a:schemeClr val="accent3"/>
              </a:buClr>
              <a:buSzPts val="1100"/>
              <a:buFont typeface="Arial"/>
              <a:buNone/>
            </a:pPr>
            <a:r>
              <a:rPr lang="en"/>
              <a:t>Name</a:t>
            </a:r>
            <a:endParaRPr/>
          </a:p>
        </p:txBody>
      </p:sp>
      <p:sp>
        <p:nvSpPr>
          <p:cNvPr id="1459" name="Google Shape;1459;p139"/>
          <p:cNvSpPr txBox="1"/>
          <p:nvPr>
            <p:ph idx="4" type="body"/>
          </p:nvPr>
        </p:nvSpPr>
        <p:spPr>
          <a:xfrm>
            <a:off x="2987961" y="4483003"/>
            <a:ext cx="4968600" cy="213300"/>
          </a:xfrm>
          <a:prstGeom prst="rect">
            <a:avLst/>
          </a:prstGeom>
          <a:noFill/>
          <a:ln>
            <a:noFill/>
          </a:ln>
        </p:spPr>
        <p:txBody>
          <a:bodyPr anchorCtr="0" anchor="t" bIns="17150" lIns="0" spcFirstLastPara="1" rIns="0" wrap="square" tIns="17150">
            <a:normAutofit/>
          </a:bodyPr>
          <a:lstStyle/>
          <a:p>
            <a:pPr indent="0" lvl="0" marL="0" rtl="0" algn="l">
              <a:lnSpc>
                <a:spcPct val="90000"/>
              </a:lnSpc>
              <a:spcBef>
                <a:spcPts val="0"/>
              </a:spcBef>
              <a:spcAft>
                <a:spcPts val="0"/>
              </a:spcAft>
              <a:buClr>
                <a:srgbClr val="C39ADA"/>
              </a:buClr>
              <a:buSzPts val="1100"/>
              <a:buFont typeface="Arial"/>
              <a:buNone/>
            </a:pPr>
            <a:r>
              <a:rPr lang="en"/>
              <a:t>Title</a:t>
            </a:r>
            <a:endParaRPr/>
          </a:p>
        </p:txBody>
      </p:sp>
      <p:sp>
        <p:nvSpPr>
          <p:cNvPr id="1460" name="Google Shape;1460;p139"/>
          <p:cNvSpPr txBox="1"/>
          <p:nvPr>
            <p:ph idx="5" type="body"/>
          </p:nvPr>
        </p:nvSpPr>
        <p:spPr>
          <a:xfrm>
            <a:off x="2987961" y="4727928"/>
            <a:ext cx="4968600" cy="213300"/>
          </a:xfrm>
          <a:prstGeom prst="rect">
            <a:avLst/>
          </a:prstGeom>
          <a:noFill/>
          <a:ln>
            <a:noFill/>
          </a:ln>
        </p:spPr>
        <p:txBody>
          <a:bodyPr anchorCtr="0" anchor="t" bIns="17150" lIns="0" spcFirstLastPara="1" rIns="0" wrap="square" tIns="17150">
            <a:normAutofit/>
          </a:bodyPr>
          <a:lstStyle/>
          <a:p>
            <a:pPr indent="0" lvl="0" marL="0" rtl="0" algn="l">
              <a:lnSpc>
                <a:spcPct val="90000"/>
              </a:lnSpc>
              <a:spcBef>
                <a:spcPts val="0"/>
              </a:spcBef>
              <a:spcAft>
                <a:spcPts val="0"/>
              </a:spcAft>
              <a:buClr>
                <a:srgbClr val="C39ADA"/>
              </a:buClr>
              <a:buSzPts val="1100"/>
              <a:buFont typeface="Arial"/>
              <a:buNone/>
            </a:pPr>
            <a:r>
              <a:rPr lang="en"/>
              <a:t>Company</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4" name="Shape 1464"/>
        <p:cNvGrpSpPr/>
        <p:nvPr/>
      </p:nvGrpSpPr>
      <p:grpSpPr>
        <a:xfrm>
          <a:off x="0" y="0"/>
          <a:ext cx="0" cy="0"/>
          <a:chOff x="0" y="0"/>
          <a:chExt cx="0" cy="0"/>
        </a:xfrm>
      </p:grpSpPr>
      <p:sp>
        <p:nvSpPr>
          <p:cNvPr id="1465" name="Google Shape;1465;p140"/>
          <p:cNvSpPr txBox="1"/>
          <p:nvPr>
            <p:ph idx="1" type="body"/>
          </p:nvPr>
        </p:nvSpPr>
        <p:spPr>
          <a:xfrm>
            <a:off x="300038" y="293270"/>
            <a:ext cx="8304600" cy="33306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accent2"/>
              </a:buClr>
              <a:buSzPts val="2800"/>
              <a:buFont typeface="Arial"/>
              <a:buNone/>
            </a:pPr>
            <a:r>
              <a:rPr lang="en"/>
              <a:t>“Full page quote or sentence. Lorem ipsum dolor sit amet, consectetur adipiscing elit. Lorem ipsum dolor sit amet, consectetur adipiscing elit. Lorem ipsum dolor sit amet, consectetur adipiscing elit, sed do eiusmod tempor incididunt ut labore et dolore magna aliqua. Ut enim ad minim veniam, quis nostrud exercitation ullamco laboris nisi ut aliquip ex ea commodo consequat.”</a:t>
            </a:r>
            <a:endParaRPr/>
          </a:p>
        </p:txBody>
      </p:sp>
      <p:sp>
        <p:nvSpPr>
          <p:cNvPr id="1466" name="Google Shape;1466;p140"/>
          <p:cNvSpPr txBox="1"/>
          <p:nvPr>
            <p:ph idx="2" type="body"/>
          </p:nvPr>
        </p:nvSpPr>
        <p:spPr>
          <a:xfrm>
            <a:off x="300038" y="4238078"/>
            <a:ext cx="4968600" cy="213300"/>
          </a:xfrm>
          <a:prstGeom prst="rect">
            <a:avLst/>
          </a:prstGeom>
          <a:noFill/>
          <a:ln>
            <a:noFill/>
          </a:ln>
        </p:spPr>
        <p:txBody>
          <a:bodyPr anchorCtr="0" anchor="t" bIns="17150" lIns="0" spcFirstLastPara="1" rIns="0" wrap="square" tIns="17150">
            <a:normAutofit/>
          </a:bodyPr>
          <a:lstStyle/>
          <a:p>
            <a:pPr indent="0" lvl="0" marL="0" rtl="0" algn="l">
              <a:lnSpc>
                <a:spcPct val="90000"/>
              </a:lnSpc>
              <a:spcBef>
                <a:spcPts val="0"/>
              </a:spcBef>
              <a:spcAft>
                <a:spcPts val="0"/>
              </a:spcAft>
              <a:buClr>
                <a:schemeClr val="accent2"/>
              </a:buClr>
              <a:buSzPts val="1100"/>
              <a:buFont typeface="Arial"/>
              <a:buNone/>
            </a:pPr>
            <a:r>
              <a:rPr lang="en"/>
              <a:t>Name</a:t>
            </a:r>
            <a:endParaRPr/>
          </a:p>
        </p:txBody>
      </p:sp>
      <p:sp>
        <p:nvSpPr>
          <p:cNvPr id="1467" name="Google Shape;1467;p140"/>
          <p:cNvSpPr txBox="1"/>
          <p:nvPr>
            <p:ph idx="3" type="body"/>
          </p:nvPr>
        </p:nvSpPr>
        <p:spPr>
          <a:xfrm>
            <a:off x="300038" y="4483003"/>
            <a:ext cx="4968600" cy="213300"/>
          </a:xfrm>
          <a:prstGeom prst="rect">
            <a:avLst/>
          </a:prstGeom>
          <a:noFill/>
          <a:ln>
            <a:noFill/>
          </a:ln>
        </p:spPr>
        <p:txBody>
          <a:bodyPr anchorCtr="0" anchor="t" bIns="17150" lIns="0" spcFirstLastPara="1" rIns="0" wrap="square" tIns="17150">
            <a:normAutofit/>
          </a:bodyPr>
          <a:lstStyle/>
          <a:p>
            <a:pPr indent="0" lvl="0" marL="0" rtl="0" algn="l">
              <a:lnSpc>
                <a:spcPct val="90000"/>
              </a:lnSpc>
              <a:spcBef>
                <a:spcPts val="0"/>
              </a:spcBef>
              <a:spcAft>
                <a:spcPts val="0"/>
              </a:spcAft>
              <a:buClr>
                <a:srgbClr val="82B2D8"/>
              </a:buClr>
              <a:buSzPts val="1100"/>
              <a:buFont typeface="Arial"/>
              <a:buNone/>
            </a:pPr>
            <a:r>
              <a:rPr lang="en"/>
              <a:t>Title</a:t>
            </a:r>
            <a:endParaRPr/>
          </a:p>
        </p:txBody>
      </p:sp>
      <p:sp>
        <p:nvSpPr>
          <p:cNvPr id="1468" name="Google Shape;1468;p140"/>
          <p:cNvSpPr txBox="1"/>
          <p:nvPr>
            <p:ph idx="4" type="body"/>
          </p:nvPr>
        </p:nvSpPr>
        <p:spPr>
          <a:xfrm>
            <a:off x="300038" y="4727928"/>
            <a:ext cx="4968600" cy="213300"/>
          </a:xfrm>
          <a:prstGeom prst="rect">
            <a:avLst/>
          </a:prstGeom>
          <a:noFill/>
          <a:ln>
            <a:noFill/>
          </a:ln>
        </p:spPr>
        <p:txBody>
          <a:bodyPr anchorCtr="0" anchor="t" bIns="17150" lIns="0" spcFirstLastPara="1" rIns="0" wrap="square" tIns="17150">
            <a:normAutofit/>
          </a:bodyPr>
          <a:lstStyle/>
          <a:p>
            <a:pPr indent="0" lvl="0" marL="0" rtl="0" algn="l">
              <a:lnSpc>
                <a:spcPct val="90000"/>
              </a:lnSpc>
              <a:spcBef>
                <a:spcPts val="0"/>
              </a:spcBef>
              <a:spcAft>
                <a:spcPts val="0"/>
              </a:spcAft>
              <a:buClr>
                <a:srgbClr val="82B2D8"/>
              </a:buClr>
              <a:buSzPts val="1100"/>
              <a:buFont typeface="Arial"/>
              <a:buNone/>
            </a:pPr>
            <a:r>
              <a:rPr lang="en"/>
              <a:t>Company</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2" name="Shape 1472"/>
        <p:cNvGrpSpPr/>
        <p:nvPr/>
      </p:nvGrpSpPr>
      <p:grpSpPr>
        <a:xfrm>
          <a:off x="0" y="0"/>
          <a:ext cx="0" cy="0"/>
          <a:chOff x="0" y="0"/>
          <a:chExt cx="0" cy="0"/>
        </a:xfrm>
      </p:grpSpPr>
      <p:sp>
        <p:nvSpPr>
          <p:cNvPr id="1473" name="Google Shape;1473;p141"/>
          <p:cNvSpPr/>
          <p:nvPr>
            <p:ph idx="2" type="pic"/>
          </p:nvPr>
        </p:nvSpPr>
        <p:spPr>
          <a:xfrm>
            <a:off x="199677" y="190500"/>
            <a:ext cx="2594400" cy="4764600"/>
          </a:xfrm>
          <a:prstGeom prst="roundRect">
            <a:avLst>
              <a:gd fmla="val 2162" name="adj"/>
            </a:avLst>
          </a:prstGeom>
          <a:noFill/>
          <a:ln>
            <a:noFill/>
          </a:ln>
        </p:spPr>
      </p:sp>
      <p:sp>
        <p:nvSpPr>
          <p:cNvPr id="1474" name="Google Shape;1474;p141"/>
          <p:cNvSpPr txBox="1"/>
          <p:nvPr>
            <p:ph idx="1" type="body"/>
          </p:nvPr>
        </p:nvSpPr>
        <p:spPr>
          <a:xfrm>
            <a:off x="2987961" y="300038"/>
            <a:ext cx="5616900" cy="33306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accent1"/>
              </a:buClr>
              <a:buSzPts val="2300"/>
              <a:buFont typeface="Arial"/>
              <a:buNone/>
            </a:pPr>
            <a:r>
              <a:rPr lang="en"/>
              <a:t>“Full page quote or sentence. Lorem ipsum dolor sit amet, consectetur adipiscing elit. Lorem ipsum dolor sit amet, consectetur adipiscing elit. Lorem ipsum dolor sit amet, consectetur adipiscing elit, sed do eiusmod tempor incididunt ut labore et dolore magna aliqua. Ut enim ad minim veniam, quis nostrud exercitation ullamco laboris nisi ut aliquip ex ea commodo consequat.”</a:t>
            </a:r>
            <a:endParaRPr/>
          </a:p>
          <a:p>
            <a:pPr indent="0" lvl="0" marL="0" rtl="0" algn="l">
              <a:lnSpc>
                <a:spcPct val="90000"/>
              </a:lnSpc>
              <a:spcBef>
                <a:spcPts val="0"/>
              </a:spcBef>
              <a:spcAft>
                <a:spcPts val="0"/>
              </a:spcAft>
              <a:buClr>
                <a:schemeClr val="accent1"/>
              </a:buClr>
              <a:buSzPts val="2300"/>
              <a:buFont typeface="Arial"/>
              <a:buNone/>
            </a:pPr>
            <a:r>
              <a:t/>
            </a:r>
            <a:endParaRPr/>
          </a:p>
        </p:txBody>
      </p:sp>
      <p:sp>
        <p:nvSpPr>
          <p:cNvPr id="1475" name="Google Shape;1475;p141"/>
          <p:cNvSpPr txBox="1"/>
          <p:nvPr>
            <p:ph idx="3" type="body"/>
          </p:nvPr>
        </p:nvSpPr>
        <p:spPr>
          <a:xfrm>
            <a:off x="2987961" y="4238078"/>
            <a:ext cx="4968600" cy="213300"/>
          </a:xfrm>
          <a:prstGeom prst="rect">
            <a:avLst/>
          </a:prstGeom>
          <a:noFill/>
          <a:ln>
            <a:noFill/>
          </a:ln>
        </p:spPr>
        <p:txBody>
          <a:bodyPr anchorCtr="0" anchor="t" bIns="17150" lIns="0" spcFirstLastPara="1" rIns="0" wrap="square" tIns="17150">
            <a:normAutofit/>
          </a:bodyPr>
          <a:lstStyle/>
          <a:p>
            <a:pPr indent="0" lvl="0" marL="0" rtl="0" algn="l">
              <a:lnSpc>
                <a:spcPct val="90000"/>
              </a:lnSpc>
              <a:spcBef>
                <a:spcPts val="0"/>
              </a:spcBef>
              <a:spcAft>
                <a:spcPts val="0"/>
              </a:spcAft>
              <a:buClr>
                <a:schemeClr val="accent1"/>
              </a:buClr>
              <a:buSzPts val="1100"/>
              <a:buFont typeface="Arial"/>
              <a:buNone/>
            </a:pPr>
            <a:r>
              <a:rPr lang="en"/>
              <a:t>Name</a:t>
            </a:r>
            <a:endParaRPr/>
          </a:p>
        </p:txBody>
      </p:sp>
      <p:sp>
        <p:nvSpPr>
          <p:cNvPr id="1476" name="Google Shape;1476;p141"/>
          <p:cNvSpPr txBox="1"/>
          <p:nvPr>
            <p:ph idx="4" type="body"/>
          </p:nvPr>
        </p:nvSpPr>
        <p:spPr>
          <a:xfrm>
            <a:off x="2987961" y="4483003"/>
            <a:ext cx="4968600" cy="213300"/>
          </a:xfrm>
          <a:prstGeom prst="rect">
            <a:avLst/>
          </a:prstGeom>
          <a:noFill/>
          <a:ln>
            <a:noFill/>
          </a:ln>
        </p:spPr>
        <p:txBody>
          <a:bodyPr anchorCtr="0" anchor="t" bIns="17150" lIns="0" spcFirstLastPara="1" rIns="0" wrap="square" tIns="17150">
            <a:normAutofit/>
          </a:bodyPr>
          <a:lstStyle/>
          <a:p>
            <a:pPr indent="0" lvl="0" marL="0" rtl="0" algn="l">
              <a:lnSpc>
                <a:spcPct val="90000"/>
              </a:lnSpc>
              <a:spcBef>
                <a:spcPts val="0"/>
              </a:spcBef>
              <a:spcAft>
                <a:spcPts val="0"/>
              </a:spcAft>
              <a:buClr>
                <a:srgbClr val="6AA185"/>
              </a:buClr>
              <a:buSzPts val="1100"/>
              <a:buFont typeface="Arial"/>
              <a:buNone/>
            </a:pPr>
            <a:r>
              <a:rPr lang="en"/>
              <a:t>Title</a:t>
            </a:r>
            <a:endParaRPr/>
          </a:p>
        </p:txBody>
      </p:sp>
      <p:sp>
        <p:nvSpPr>
          <p:cNvPr id="1477" name="Google Shape;1477;p141"/>
          <p:cNvSpPr txBox="1"/>
          <p:nvPr>
            <p:ph idx="5" type="body"/>
          </p:nvPr>
        </p:nvSpPr>
        <p:spPr>
          <a:xfrm>
            <a:off x="2987961" y="4727928"/>
            <a:ext cx="4968600" cy="213300"/>
          </a:xfrm>
          <a:prstGeom prst="rect">
            <a:avLst/>
          </a:prstGeom>
          <a:noFill/>
          <a:ln>
            <a:noFill/>
          </a:ln>
        </p:spPr>
        <p:txBody>
          <a:bodyPr anchorCtr="0" anchor="t" bIns="17150" lIns="0" spcFirstLastPara="1" rIns="0" wrap="square" tIns="17150">
            <a:normAutofit/>
          </a:bodyPr>
          <a:lstStyle/>
          <a:p>
            <a:pPr indent="0" lvl="0" marL="0" rtl="0" algn="l">
              <a:lnSpc>
                <a:spcPct val="90000"/>
              </a:lnSpc>
              <a:spcBef>
                <a:spcPts val="0"/>
              </a:spcBef>
              <a:spcAft>
                <a:spcPts val="0"/>
              </a:spcAft>
              <a:buClr>
                <a:srgbClr val="6AA185"/>
              </a:buClr>
              <a:buSzPts val="1100"/>
              <a:buFont typeface="Arial"/>
              <a:buNone/>
            </a:pPr>
            <a:r>
              <a:rPr lang="en"/>
              <a:t>Company</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1" name="Shape 1481"/>
        <p:cNvGrpSpPr/>
        <p:nvPr/>
      </p:nvGrpSpPr>
      <p:grpSpPr>
        <a:xfrm>
          <a:off x="0" y="0"/>
          <a:ext cx="0" cy="0"/>
          <a:chOff x="0" y="0"/>
          <a:chExt cx="0" cy="0"/>
        </a:xfrm>
      </p:grpSpPr>
      <p:sp>
        <p:nvSpPr>
          <p:cNvPr id="1482" name="Google Shape;1482;p142"/>
          <p:cNvSpPr txBox="1"/>
          <p:nvPr>
            <p:ph idx="1" type="body"/>
          </p:nvPr>
        </p:nvSpPr>
        <p:spPr>
          <a:xfrm>
            <a:off x="300038" y="299286"/>
            <a:ext cx="8304600" cy="33306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accent1"/>
              </a:buClr>
              <a:buSzPts val="2800"/>
              <a:buFont typeface="Arial"/>
              <a:buNone/>
            </a:pPr>
            <a:r>
              <a:rPr lang="en"/>
              <a:t>“Full page quote or sentence. Lorem ipsum dolor sit amet, consectetur adipiscing elit. Lorem ipsum dolor sit amet, consectetur adipiscing elit. Lorem ipsum dolor sit amet, consectetur adipiscing elit, sed do eiusmod tempor incididunt ut labore et dolore magna aliqua. Ut enim ad minim veniam, quis nostrud exercitation ullamco laboris nisi ut aliquip ex ea commodo consequat.”</a:t>
            </a:r>
            <a:endParaRPr/>
          </a:p>
        </p:txBody>
      </p:sp>
      <p:sp>
        <p:nvSpPr>
          <p:cNvPr id="1483" name="Google Shape;1483;p142"/>
          <p:cNvSpPr txBox="1"/>
          <p:nvPr>
            <p:ph idx="2" type="body"/>
          </p:nvPr>
        </p:nvSpPr>
        <p:spPr>
          <a:xfrm>
            <a:off x="300038" y="4238078"/>
            <a:ext cx="4968600" cy="213300"/>
          </a:xfrm>
          <a:prstGeom prst="rect">
            <a:avLst/>
          </a:prstGeom>
          <a:noFill/>
          <a:ln>
            <a:noFill/>
          </a:ln>
        </p:spPr>
        <p:txBody>
          <a:bodyPr anchorCtr="0" anchor="t" bIns="17150" lIns="0" spcFirstLastPara="1" rIns="0" wrap="square" tIns="17150">
            <a:normAutofit/>
          </a:bodyPr>
          <a:lstStyle/>
          <a:p>
            <a:pPr indent="0" lvl="0" marL="0" rtl="0" algn="l">
              <a:lnSpc>
                <a:spcPct val="90000"/>
              </a:lnSpc>
              <a:spcBef>
                <a:spcPts val="0"/>
              </a:spcBef>
              <a:spcAft>
                <a:spcPts val="0"/>
              </a:spcAft>
              <a:buClr>
                <a:schemeClr val="accent1"/>
              </a:buClr>
              <a:buSzPts val="1100"/>
              <a:buFont typeface="Arial"/>
              <a:buNone/>
            </a:pPr>
            <a:r>
              <a:rPr lang="en"/>
              <a:t>Name</a:t>
            </a:r>
            <a:endParaRPr/>
          </a:p>
        </p:txBody>
      </p:sp>
      <p:sp>
        <p:nvSpPr>
          <p:cNvPr id="1484" name="Google Shape;1484;p142"/>
          <p:cNvSpPr txBox="1"/>
          <p:nvPr>
            <p:ph idx="3" type="body"/>
          </p:nvPr>
        </p:nvSpPr>
        <p:spPr>
          <a:xfrm>
            <a:off x="300038" y="4483003"/>
            <a:ext cx="4968600" cy="213300"/>
          </a:xfrm>
          <a:prstGeom prst="rect">
            <a:avLst/>
          </a:prstGeom>
          <a:noFill/>
          <a:ln>
            <a:noFill/>
          </a:ln>
        </p:spPr>
        <p:txBody>
          <a:bodyPr anchorCtr="0" anchor="t" bIns="17150" lIns="0" spcFirstLastPara="1" rIns="0" wrap="square" tIns="17150">
            <a:normAutofit/>
          </a:bodyPr>
          <a:lstStyle/>
          <a:p>
            <a:pPr indent="0" lvl="0" marL="0" rtl="0" algn="l">
              <a:lnSpc>
                <a:spcPct val="90000"/>
              </a:lnSpc>
              <a:spcBef>
                <a:spcPts val="0"/>
              </a:spcBef>
              <a:spcAft>
                <a:spcPts val="0"/>
              </a:spcAft>
              <a:buClr>
                <a:srgbClr val="6AA185"/>
              </a:buClr>
              <a:buSzPts val="1100"/>
              <a:buFont typeface="Arial"/>
              <a:buNone/>
            </a:pPr>
            <a:r>
              <a:rPr lang="en"/>
              <a:t>Company</a:t>
            </a:r>
            <a:endParaRPr/>
          </a:p>
        </p:txBody>
      </p:sp>
      <p:sp>
        <p:nvSpPr>
          <p:cNvPr id="1485" name="Google Shape;1485;p142"/>
          <p:cNvSpPr txBox="1"/>
          <p:nvPr>
            <p:ph idx="4" type="body"/>
          </p:nvPr>
        </p:nvSpPr>
        <p:spPr>
          <a:xfrm>
            <a:off x="300038" y="4727928"/>
            <a:ext cx="4968600" cy="213300"/>
          </a:xfrm>
          <a:prstGeom prst="rect">
            <a:avLst/>
          </a:prstGeom>
          <a:noFill/>
          <a:ln>
            <a:noFill/>
          </a:ln>
        </p:spPr>
        <p:txBody>
          <a:bodyPr anchorCtr="0" anchor="t" bIns="17150" lIns="0" spcFirstLastPara="1" rIns="0" wrap="square" tIns="17150">
            <a:normAutofit/>
          </a:bodyPr>
          <a:lstStyle/>
          <a:p>
            <a:pPr indent="0" lvl="0" marL="0" rtl="0" algn="l">
              <a:lnSpc>
                <a:spcPct val="90000"/>
              </a:lnSpc>
              <a:spcBef>
                <a:spcPts val="0"/>
              </a:spcBef>
              <a:spcAft>
                <a:spcPts val="0"/>
              </a:spcAft>
              <a:buClr>
                <a:srgbClr val="6AA185"/>
              </a:buClr>
              <a:buSzPts val="1100"/>
              <a:buFont typeface="Arial"/>
              <a:buNone/>
            </a:pPr>
            <a:r>
              <a:rPr lang="en"/>
              <a:t>Title</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9" name="Shape 1489"/>
        <p:cNvGrpSpPr/>
        <p:nvPr/>
      </p:nvGrpSpPr>
      <p:grpSpPr>
        <a:xfrm>
          <a:off x="0" y="0"/>
          <a:ext cx="0" cy="0"/>
          <a:chOff x="0" y="0"/>
          <a:chExt cx="0" cy="0"/>
        </a:xfrm>
      </p:grpSpPr>
      <p:sp>
        <p:nvSpPr>
          <p:cNvPr id="1490" name="Google Shape;1490;p143"/>
          <p:cNvSpPr txBox="1"/>
          <p:nvPr>
            <p:ph type="title"/>
          </p:nvPr>
        </p:nvSpPr>
        <p:spPr>
          <a:xfrm>
            <a:off x="295956" y="594518"/>
            <a:ext cx="2767500" cy="6420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accent5"/>
              </a:buClr>
              <a:buSzPts val="3800"/>
              <a:buFont typeface="Outfit"/>
              <a:buNone/>
            </a:pPr>
            <a:r>
              <a:rPr lang="en"/>
              <a:t>Speakers</a:t>
            </a:r>
            <a:endParaRPr/>
          </a:p>
        </p:txBody>
      </p:sp>
      <p:sp>
        <p:nvSpPr>
          <p:cNvPr id="1491" name="Google Shape;1491;p143"/>
          <p:cNvSpPr txBox="1"/>
          <p:nvPr>
            <p:ph idx="1" type="body"/>
          </p:nvPr>
        </p:nvSpPr>
        <p:spPr>
          <a:xfrm>
            <a:off x="3263462" y="3997406"/>
            <a:ext cx="2573100" cy="4173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FFFFF"/>
              </a:buClr>
              <a:buSzPts val="800"/>
              <a:buFont typeface="Arial"/>
              <a:buNone/>
            </a:pPr>
            <a:r>
              <a:t/>
            </a:r>
            <a:endParaRPr/>
          </a:p>
        </p:txBody>
      </p:sp>
      <p:sp>
        <p:nvSpPr>
          <p:cNvPr id="1492" name="Google Shape;1492;p143"/>
          <p:cNvSpPr txBox="1"/>
          <p:nvPr>
            <p:ph idx="2" type="body"/>
          </p:nvPr>
        </p:nvSpPr>
        <p:spPr>
          <a:xfrm>
            <a:off x="3263462" y="3321844"/>
            <a:ext cx="2573100" cy="2460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chemeClr val="accent5"/>
              </a:buClr>
              <a:buSzPts val="1500"/>
              <a:buFont typeface="Arial"/>
              <a:buNone/>
            </a:pPr>
            <a:r>
              <a:t/>
            </a:r>
            <a:endParaRPr/>
          </a:p>
        </p:txBody>
      </p:sp>
      <p:sp>
        <p:nvSpPr>
          <p:cNvPr id="1493" name="Google Shape;1493;p143"/>
          <p:cNvSpPr/>
          <p:nvPr>
            <p:ph idx="3" type="pic"/>
          </p:nvPr>
        </p:nvSpPr>
        <p:spPr>
          <a:xfrm>
            <a:off x="3263503" y="4519193"/>
            <a:ext cx="1288200" cy="300000"/>
          </a:xfrm>
          <a:prstGeom prst="rect">
            <a:avLst/>
          </a:prstGeom>
          <a:noFill/>
          <a:ln>
            <a:noFill/>
          </a:ln>
        </p:spPr>
      </p:sp>
      <p:sp>
        <p:nvSpPr>
          <p:cNvPr id="1494" name="Google Shape;1494;p143"/>
          <p:cNvSpPr txBox="1"/>
          <p:nvPr>
            <p:ph idx="4" type="body"/>
          </p:nvPr>
        </p:nvSpPr>
        <p:spPr>
          <a:xfrm>
            <a:off x="3263462" y="3664744"/>
            <a:ext cx="2573100" cy="2460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chemeClr val="accent5"/>
              </a:buClr>
              <a:buSzPts val="1100"/>
              <a:buFont typeface="Arial"/>
              <a:buNone/>
            </a:pPr>
            <a:r>
              <a:t/>
            </a:r>
            <a:endParaRPr/>
          </a:p>
        </p:txBody>
      </p:sp>
      <p:sp>
        <p:nvSpPr>
          <p:cNvPr id="1495" name="Google Shape;1495;p143"/>
          <p:cNvSpPr/>
          <p:nvPr>
            <p:ph idx="5" type="pic"/>
          </p:nvPr>
        </p:nvSpPr>
        <p:spPr>
          <a:xfrm>
            <a:off x="3166611" y="1350168"/>
            <a:ext cx="2770500" cy="1704600"/>
          </a:xfrm>
          <a:prstGeom prst="roundRect">
            <a:avLst>
              <a:gd fmla="val 3635" name="adj"/>
            </a:avLst>
          </a:prstGeom>
          <a:solidFill>
            <a:schemeClr val="accent2"/>
          </a:solidFill>
          <a:ln>
            <a:noFill/>
          </a:ln>
        </p:spPr>
      </p:sp>
      <p:sp>
        <p:nvSpPr>
          <p:cNvPr id="1496" name="Google Shape;1496;p143"/>
          <p:cNvSpPr/>
          <p:nvPr>
            <p:ph idx="6" type="pic"/>
          </p:nvPr>
        </p:nvSpPr>
        <p:spPr>
          <a:xfrm>
            <a:off x="6033964" y="1350168"/>
            <a:ext cx="2770500" cy="1704600"/>
          </a:xfrm>
          <a:prstGeom prst="roundRect">
            <a:avLst>
              <a:gd fmla="val 3635" name="adj"/>
            </a:avLst>
          </a:prstGeom>
          <a:solidFill>
            <a:schemeClr val="accent2"/>
          </a:solidFill>
          <a:ln>
            <a:noFill/>
          </a:ln>
        </p:spPr>
      </p:sp>
      <p:sp>
        <p:nvSpPr>
          <p:cNvPr id="1497" name="Google Shape;1497;p143"/>
          <p:cNvSpPr txBox="1"/>
          <p:nvPr>
            <p:ph idx="7" type="body"/>
          </p:nvPr>
        </p:nvSpPr>
        <p:spPr>
          <a:xfrm>
            <a:off x="6136728" y="3997406"/>
            <a:ext cx="2573100" cy="4173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FFFFF"/>
              </a:buClr>
              <a:buSzPts val="800"/>
              <a:buFont typeface="Arial"/>
              <a:buNone/>
            </a:pPr>
            <a:r>
              <a:t/>
            </a:r>
            <a:endParaRPr/>
          </a:p>
        </p:txBody>
      </p:sp>
      <p:sp>
        <p:nvSpPr>
          <p:cNvPr id="1498" name="Google Shape;1498;p143"/>
          <p:cNvSpPr txBox="1"/>
          <p:nvPr>
            <p:ph idx="8" type="body"/>
          </p:nvPr>
        </p:nvSpPr>
        <p:spPr>
          <a:xfrm>
            <a:off x="6136728" y="3321844"/>
            <a:ext cx="2573100" cy="2460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chemeClr val="accent5"/>
              </a:buClr>
              <a:buSzPts val="1500"/>
              <a:buFont typeface="Arial"/>
              <a:buNone/>
            </a:pPr>
            <a:r>
              <a:t/>
            </a:r>
            <a:endParaRPr/>
          </a:p>
        </p:txBody>
      </p:sp>
      <p:sp>
        <p:nvSpPr>
          <p:cNvPr id="1499" name="Google Shape;1499;p143"/>
          <p:cNvSpPr/>
          <p:nvPr>
            <p:ph idx="9" type="pic"/>
          </p:nvPr>
        </p:nvSpPr>
        <p:spPr>
          <a:xfrm>
            <a:off x="6136769" y="4519193"/>
            <a:ext cx="1288200" cy="300000"/>
          </a:xfrm>
          <a:prstGeom prst="rect">
            <a:avLst/>
          </a:prstGeom>
          <a:noFill/>
          <a:ln>
            <a:noFill/>
          </a:ln>
        </p:spPr>
      </p:sp>
      <p:sp>
        <p:nvSpPr>
          <p:cNvPr id="1500" name="Google Shape;1500;p143"/>
          <p:cNvSpPr txBox="1"/>
          <p:nvPr>
            <p:ph idx="13" type="body"/>
          </p:nvPr>
        </p:nvSpPr>
        <p:spPr>
          <a:xfrm>
            <a:off x="6136728" y="3664744"/>
            <a:ext cx="2573100" cy="2460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chemeClr val="accent5"/>
              </a:buClr>
              <a:buSzPts val="1100"/>
              <a:buFont typeface="Arial"/>
              <a:buNone/>
            </a:pPr>
            <a:r>
              <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4" name="Shape 1504"/>
        <p:cNvGrpSpPr/>
        <p:nvPr/>
      </p:nvGrpSpPr>
      <p:grpSpPr>
        <a:xfrm>
          <a:off x="0" y="0"/>
          <a:ext cx="0" cy="0"/>
          <a:chOff x="0" y="0"/>
          <a:chExt cx="0" cy="0"/>
        </a:xfrm>
      </p:grpSpPr>
      <p:sp>
        <p:nvSpPr>
          <p:cNvPr id="1505" name="Google Shape;1505;p144"/>
          <p:cNvSpPr txBox="1"/>
          <p:nvPr>
            <p:ph type="title"/>
          </p:nvPr>
        </p:nvSpPr>
        <p:spPr>
          <a:xfrm>
            <a:off x="295956" y="594518"/>
            <a:ext cx="2767500" cy="6420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accent5"/>
              </a:buClr>
              <a:buSzPts val="3800"/>
              <a:buFont typeface="Outfit"/>
              <a:buNone/>
            </a:pPr>
            <a:r>
              <a:rPr lang="en"/>
              <a:t>Speakers</a:t>
            </a:r>
            <a:endParaRPr/>
          </a:p>
        </p:txBody>
      </p:sp>
      <p:sp>
        <p:nvSpPr>
          <p:cNvPr id="1506" name="Google Shape;1506;p144"/>
          <p:cNvSpPr/>
          <p:nvPr>
            <p:ph idx="2" type="pic"/>
          </p:nvPr>
        </p:nvSpPr>
        <p:spPr>
          <a:xfrm>
            <a:off x="5090886" y="1350169"/>
            <a:ext cx="1801200" cy="1704600"/>
          </a:xfrm>
          <a:prstGeom prst="roundRect">
            <a:avLst>
              <a:gd fmla="val 3635" name="adj"/>
            </a:avLst>
          </a:prstGeom>
          <a:solidFill>
            <a:schemeClr val="accent2"/>
          </a:solidFill>
          <a:ln>
            <a:noFill/>
          </a:ln>
        </p:spPr>
      </p:sp>
      <p:sp>
        <p:nvSpPr>
          <p:cNvPr id="1507" name="Google Shape;1507;p144"/>
          <p:cNvSpPr/>
          <p:nvPr>
            <p:ph idx="3" type="pic"/>
          </p:nvPr>
        </p:nvSpPr>
        <p:spPr>
          <a:xfrm>
            <a:off x="3166611" y="1350168"/>
            <a:ext cx="1801200" cy="1704600"/>
          </a:xfrm>
          <a:prstGeom prst="roundRect">
            <a:avLst>
              <a:gd fmla="val 3635" name="adj"/>
            </a:avLst>
          </a:prstGeom>
          <a:solidFill>
            <a:schemeClr val="accent2"/>
          </a:solidFill>
          <a:ln>
            <a:noFill/>
          </a:ln>
        </p:spPr>
      </p:sp>
      <p:sp>
        <p:nvSpPr>
          <p:cNvPr id="1508" name="Google Shape;1508;p144"/>
          <p:cNvSpPr/>
          <p:nvPr>
            <p:ph idx="4" type="pic"/>
          </p:nvPr>
        </p:nvSpPr>
        <p:spPr>
          <a:xfrm>
            <a:off x="7015163" y="1350168"/>
            <a:ext cx="1801200" cy="1704600"/>
          </a:xfrm>
          <a:prstGeom prst="roundRect">
            <a:avLst>
              <a:gd fmla="val 3635" name="adj"/>
            </a:avLst>
          </a:prstGeom>
          <a:solidFill>
            <a:schemeClr val="accent2"/>
          </a:solidFill>
          <a:ln>
            <a:noFill/>
          </a:ln>
        </p:spPr>
      </p:sp>
      <p:sp>
        <p:nvSpPr>
          <p:cNvPr id="1509" name="Google Shape;1509;p144"/>
          <p:cNvSpPr txBox="1"/>
          <p:nvPr>
            <p:ph idx="1" type="body"/>
          </p:nvPr>
        </p:nvSpPr>
        <p:spPr>
          <a:xfrm>
            <a:off x="7111675" y="3280086"/>
            <a:ext cx="1594500" cy="2907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chemeClr val="accent5"/>
              </a:buClr>
              <a:buSzPts val="1300"/>
              <a:buFont typeface="Arial"/>
              <a:buNone/>
            </a:pPr>
            <a:r>
              <a:t/>
            </a:r>
            <a:endParaRPr/>
          </a:p>
        </p:txBody>
      </p:sp>
      <p:sp>
        <p:nvSpPr>
          <p:cNvPr id="1510" name="Google Shape;1510;p144"/>
          <p:cNvSpPr txBox="1"/>
          <p:nvPr>
            <p:ph idx="5" type="body"/>
          </p:nvPr>
        </p:nvSpPr>
        <p:spPr>
          <a:xfrm>
            <a:off x="7111675" y="3632509"/>
            <a:ext cx="1594500" cy="3000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chemeClr val="accent5"/>
              </a:buClr>
              <a:buSzPts val="1000"/>
              <a:buFont typeface="Arial"/>
              <a:buNone/>
            </a:pPr>
            <a:r>
              <a:t/>
            </a:r>
            <a:endParaRPr/>
          </a:p>
        </p:txBody>
      </p:sp>
      <p:sp>
        <p:nvSpPr>
          <p:cNvPr id="1511" name="Google Shape;1511;p144"/>
          <p:cNvSpPr txBox="1"/>
          <p:nvPr>
            <p:ph idx="6" type="body"/>
          </p:nvPr>
        </p:nvSpPr>
        <p:spPr>
          <a:xfrm>
            <a:off x="7111675" y="4009705"/>
            <a:ext cx="1590900" cy="4173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FFFFF"/>
              </a:buClr>
              <a:buSzPts val="800"/>
              <a:buFont typeface="Arial"/>
              <a:buNone/>
            </a:pPr>
            <a:r>
              <a:t/>
            </a:r>
            <a:endParaRPr/>
          </a:p>
        </p:txBody>
      </p:sp>
      <p:sp>
        <p:nvSpPr>
          <p:cNvPr id="1512" name="Google Shape;1512;p144"/>
          <p:cNvSpPr/>
          <p:nvPr>
            <p:ph idx="7" type="pic"/>
          </p:nvPr>
        </p:nvSpPr>
        <p:spPr>
          <a:xfrm>
            <a:off x="7111675" y="4556507"/>
            <a:ext cx="1146600" cy="285000"/>
          </a:xfrm>
          <a:prstGeom prst="rect">
            <a:avLst/>
          </a:prstGeom>
          <a:noFill/>
          <a:ln>
            <a:noFill/>
          </a:ln>
        </p:spPr>
      </p:sp>
      <p:sp>
        <p:nvSpPr>
          <p:cNvPr id="1513" name="Google Shape;1513;p144"/>
          <p:cNvSpPr txBox="1"/>
          <p:nvPr>
            <p:ph idx="8" type="body"/>
          </p:nvPr>
        </p:nvSpPr>
        <p:spPr>
          <a:xfrm>
            <a:off x="5190253" y="3280086"/>
            <a:ext cx="1594500" cy="2907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chemeClr val="accent5"/>
              </a:buClr>
              <a:buSzPts val="1300"/>
              <a:buFont typeface="Arial"/>
              <a:buNone/>
            </a:pPr>
            <a:r>
              <a:t/>
            </a:r>
            <a:endParaRPr/>
          </a:p>
        </p:txBody>
      </p:sp>
      <p:sp>
        <p:nvSpPr>
          <p:cNvPr id="1514" name="Google Shape;1514;p144"/>
          <p:cNvSpPr txBox="1"/>
          <p:nvPr>
            <p:ph idx="9" type="body"/>
          </p:nvPr>
        </p:nvSpPr>
        <p:spPr>
          <a:xfrm>
            <a:off x="5190253" y="3632509"/>
            <a:ext cx="1594500" cy="3000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chemeClr val="accent5"/>
              </a:buClr>
              <a:buSzPts val="1000"/>
              <a:buFont typeface="Arial"/>
              <a:buNone/>
            </a:pPr>
            <a:r>
              <a:t/>
            </a:r>
            <a:endParaRPr/>
          </a:p>
        </p:txBody>
      </p:sp>
      <p:sp>
        <p:nvSpPr>
          <p:cNvPr id="1515" name="Google Shape;1515;p144"/>
          <p:cNvSpPr txBox="1"/>
          <p:nvPr>
            <p:ph idx="13" type="body"/>
          </p:nvPr>
        </p:nvSpPr>
        <p:spPr>
          <a:xfrm>
            <a:off x="5190253" y="4009705"/>
            <a:ext cx="1590900" cy="4173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FFFFF"/>
              </a:buClr>
              <a:buSzPts val="800"/>
              <a:buFont typeface="Arial"/>
              <a:buNone/>
            </a:pPr>
            <a:r>
              <a:t/>
            </a:r>
            <a:endParaRPr/>
          </a:p>
        </p:txBody>
      </p:sp>
      <p:sp>
        <p:nvSpPr>
          <p:cNvPr id="1516" name="Google Shape;1516;p144"/>
          <p:cNvSpPr/>
          <p:nvPr>
            <p:ph idx="14" type="pic"/>
          </p:nvPr>
        </p:nvSpPr>
        <p:spPr>
          <a:xfrm>
            <a:off x="5190253" y="4556507"/>
            <a:ext cx="1146600" cy="285000"/>
          </a:xfrm>
          <a:prstGeom prst="rect">
            <a:avLst/>
          </a:prstGeom>
          <a:noFill/>
          <a:ln>
            <a:noFill/>
          </a:ln>
        </p:spPr>
      </p:sp>
      <p:sp>
        <p:nvSpPr>
          <p:cNvPr id="1517" name="Google Shape;1517;p144"/>
          <p:cNvSpPr txBox="1"/>
          <p:nvPr>
            <p:ph idx="15" type="body"/>
          </p:nvPr>
        </p:nvSpPr>
        <p:spPr>
          <a:xfrm>
            <a:off x="3262918" y="3280086"/>
            <a:ext cx="1594500" cy="2907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chemeClr val="accent5"/>
              </a:buClr>
              <a:buSzPts val="1300"/>
              <a:buFont typeface="Arial"/>
              <a:buNone/>
            </a:pPr>
            <a:r>
              <a:t/>
            </a:r>
            <a:endParaRPr/>
          </a:p>
        </p:txBody>
      </p:sp>
      <p:sp>
        <p:nvSpPr>
          <p:cNvPr id="1518" name="Google Shape;1518;p144"/>
          <p:cNvSpPr txBox="1"/>
          <p:nvPr>
            <p:ph idx="16" type="body"/>
          </p:nvPr>
        </p:nvSpPr>
        <p:spPr>
          <a:xfrm>
            <a:off x="3262918" y="3632509"/>
            <a:ext cx="1594500" cy="3000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chemeClr val="accent5"/>
              </a:buClr>
              <a:buSzPts val="1000"/>
              <a:buFont typeface="Arial"/>
              <a:buNone/>
            </a:pPr>
            <a:r>
              <a:t/>
            </a:r>
            <a:endParaRPr/>
          </a:p>
        </p:txBody>
      </p:sp>
      <p:sp>
        <p:nvSpPr>
          <p:cNvPr id="1519" name="Google Shape;1519;p144"/>
          <p:cNvSpPr txBox="1"/>
          <p:nvPr>
            <p:ph idx="17" type="body"/>
          </p:nvPr>
        </p:nvSpPr>
        <p:spPr>
          <a:xfrm>
            <a:off x="3262918" y="4009705"/>
            <a:ext cx="1590900" cy="4173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FFFFF"/>
              </a:buClr>
              <a:buSzPts val="800"/>
              <a:buFont typeface="Arial"/>
              <a:buNone/>
            </a:pPr>
            <a:r>
              <a:t/>
            </a:r>
            <a:endParaRPr/>
          </a:p>
        </p:txBody>
      </p:sp>
      <p:sp>
        <p:nvSpPr>
          <p:cNvPr id="1520" name="Google Shape;1520;p144"/>
          <p:cNvSpPr/>
          <p:nvPr>
            <p:ph idx="18" type="pic"/>
          </p:nvPr>
        </p:nvSpPr>
        <p:spPr>
          <a:xfrm>
            <a:off x="3262918" y="4556507"/>
            <a:ext cx="1146600" cy="285000"/>
          </a:xfrm>
          <a:prstGeom prst="rect">
            <a:avLst/>
          </a:prstGeom>
          <a:noFill/>
          <a:ln>
            <a:noFill/>
          </a:ln>
        </p:spPr>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4" name="Shape 1524"/>
        <p:cNvGrpSpPr/>
        <p:nvPr/>
      </p:nvGrpSpPr>
      <p:grpSpPr>
        <a:xfrm>
          <a:off x="0" y="0"/>
          <a:ext cx="0" cy="0"/>
          <a:chOff x="0" y="0"/>
          <a:chExt cx="0" cy="0"/>
        </a:xfrm>
      </p:grpSpPr>
      <p:sp>
        <p:nvSpPr>
          <p:cNvPr id="1525" name="Google Shape;1525;p145"/>
          <p:cNvSpPr txBox="1"/>
          <p:nvPr>
            <p:ph type="title"/>
          </p:nvPr>
        </p:nvSpPr>
        <p:spPr>
          <a:xfrm>
            <a:off x="295956" y="594518"/>
            <a:ext cx="2047500" cy="6420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accent5"/>
              </a:buClr>
              <a:buSzPts val="3800"/>
              <a:buFont typeface="Outfit"/>
              <a:buNone/>
            </a:pPr>
            <a:r>
              <a:rPr lang="en"/>
              <a:t>Speakers</a:t>
            </a:r>
            <a:endParaRPr/>
          </a:p>
        </p:txBody>
      </p:sp>
      <p:sp>
        <p:nvSpPr>
          <p:cNvPr id="1526" name="Google Shape;1526;p145"/>
          <p:cNvSpPr txBox="1"/>
          <p:nvPr>
            <p:ph idx="1" type="body"/>
          </p:nvPr>
        </p:nvSpPr>
        <p:spPr>
          <a:xfrm>
            <a:off x="392807" y="4073999"/>
            <a:ext cx="1843200" cy="4173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FFFFF"/>
              </a:buClr>
              <a:buSzPts val="800"/>
              <a:buFont typeface="Arial"/>
              <a:buNone/>
            </a:pPr>
            <a:r>
              <a:t/>
            </a:r>
            <a:endParaRPr/>
          </a:p>
        </p:txBody>
      </p:sp>
      <p:sp>
        <p:nvSpPr>
          <p:cNvPr id="1527" name="Google Shape;1527;p145"/>
          <p:cNvSpPr/>
          <p:nvPr>
            <p:ph idx="2" type="pic"/>
          </p:nvPr>
        </p:nvSpPr>
        <p:spPr>
          <a:xfrm>
            <a:off x="295956" y="1350169"/>
            <a:ext cx="2049600" cy="1812600"/>
          </a:xfrm>
          <a:prstGeom prst="roundRect">
            <a:avLst>
              <a:gd fmla="val 3635" name="adj"/>
            </a:avLst>
          </a:prstGeom>
          <a:solidFill>
            <a:schemeClr val="accent2"/>
          </a:solidFill>
          <a:ln>
            <a:noFill/>
          </a:ln>
        </p:spPr>
      </p:sp>
      <p:sp>
        <p:nvSpPr>
          <p:cNvPr id="1528" name="Google Shape;1528;p145"/>
          <p:cNvSpPr txBox="1"/>
          <p:nvPr>
            <p:ph idx="3" type="body"/>
          </p:nvPr>
        </p:nvSpPr>
        <p:spPr>
          <a:xfrm>
            <a:off x="392807" y="3398436"/>
            <a:ext cx="1843200" cy="2460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chemeClr val="accent5"/>
              </a:buClr>
              <a:buSzPts val="1500"/>
              <a:buFont typeface="Arial"/>
              <a:buNone/>
            </a:pPr>
            <a:r>
              <a:t/>
            </a:r>
            <a:endParaRPr/>
          </a:p>
        </p:txBody>
      </p:sp>
      <p:sp>
        <p:nvSpPr>
          <p:cNvPr id="1529" name="Google Shape;1529;p145"/>
          <p:cNvSpPr/>
          <p:nvPr>
            <p:ph idx="4" type="pic"/>
          </p:nvPr>
        </p:nvSpPr>
        <p:spPr>
          <a:xfrm>
            <a:off x="392848" y="4555724"/>
            <a:ext cx="1288200" cy="300000"/>
          </a:xfrm>
          <a:prstGeom prst="rect">
            <a:avLst/>
          </a:prstGeom>
          <a:noFill/>
          <a:ln>
            <a:noFill/>
          </a:ln>
        </p:spPr>
      </p:sp>
      <p:sp>
        <p:nvSpPr>
          <p:cNvPr id="1530" name="Google Shape;1530;p145"/>
          <p:cNvSpPr txBox="1"/>
          <p:nvPr>
            <p:ph idx="5" type="body"/>
          </p:nvPr>
        </p:nvSpPr>
        <p:spPr>
          <a:xfrm>
            <a:off x="392807" y="3689156"/>
            <a:ext cx="1843200" cy="2460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chemeClr val="accent5"/>
              </a:buClr>
              <a:buSzPts val="1100"/>
              <a:buFont typeface="Arial"/>
              <a:buNone/>
            </a:pPr>
            <a:r>
              <a:t/>
            </a:r>
            <a:endParaRPr/>
          </a:p>
        </p:txBody>
      </p:sp>
      <p:sp>
        <p:nvSpPr>
          <p:cNvPr id="1531" name="Google Shape;1531;p145"/>
          <p:cNvSpPr txBox="1"/>
          <p:nvPr>
            <p:ph idx="6" type="body"/>
          </p:nvPr>
        </p:nvSpPr>
        <p:spPr>
          <a:xfrm>
            <a:off x="2544800" y="4073999"/>
            <a:ext cx="1843200" cy="4173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FFFFF"/>
              </a:buClr>
              <a:buSzPts val="800"/>
              <a:buFont typeface="Arial"/>
              <a:buNone/>
            </a:pPr>
            <a:r>
              <a:t/>
            </a:r>
            <a:endParaRPr/>
          </a:p>
        </p:txBody>
      </p:sp>
      <p:sp>
        <p:nvSpPr>
          <p:cNvPr id="1532" name="Google Shape;1532;p145"/>
          <p:cNvSpPr/>
          <p:nvPr>
            <p:ph idx="7" type="pic"/>
          </p:nvPr>
        </p:nvSpPr>
        <p:spPr>
          <a:xfrm>
            <a:off x="2447949" y="1350169"/>
            <a:ext cx="2049600" cy="1812600"/>
          </a:xfrm>
          <a:prstGeom prst="roundRect">
            <a:avLst>
              <a:gd fmla="val 3635" name="adj"/>
            </a:avLst>
          </a:prstGeom>
          <a:solidFill>
            <a:schemeClr val="accent2"/>
          </a:solidFill>
          <a:ln>
            <a:noFill/>
          </a:ln>
        </p:spPr>
      </p:sp>
      <p:sp>
        <p:nvSpPr>
          <p:cNvPr id="1533" name="Google Shape;1533;p145"/>
          <p:cNvSpPr txBox="1"/>
          <p:nvPr>
            <p:ph idx="8" type="body"/>
          </p:nvPr>
        </p:nvSpPr>
        <p:spPr>
          <a:xfrm>
            <a:off x="2544800" y="3398436"/>
            <a:ext cx="1843200" cy="2460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chemeClr val="accent5"/>
              </a:buClr>
              <a:buSzPts val="1500"/>
              <a:buFont typeface="Arial"/>
              <a:buNone/>
            </a:pPr>
            <a:r>
              <a:t/>
            </a:r>
            <a:endParaRPr/>
          </a:p>
        </p:txBody>
      </p:sp>
      <p:sp>
        <p:nvSpPr>
          <p:cNvPr id="1534" name="Google Shape;1534;p145"/>
          <p:cNvSpPr/>
          <p:nvPr>
            <p:ph idx="9" type="pic"/>
          </p:nvPr>
        </p:nvSpPr>
        <p:spPr>
          <a:xfrm>
            <a:off x="2544841" y="4555724"/>
            <a:ext cx="1288200" cy="300000"/>
          </a:xfrm>
          <a:prstGeom prst="rect">
            <a:avLst/>
          </a:prstGeom>
          <a:noFill/>
          <a:ln>
            <a:noFill/>
          </a:ln>
        </p:spPr>
      </p:sp>
      <p:sp>
        <p:nvSpPr>
          <p:cNvPr id="1535" name="Google Shape;1535;p145"/>
          <p:cNvSpPr txBox="1"/>
          <p:nvPr>
            <p:ph idx="13" type="body"/>
          </p:nvPr>
        </p:nvSpPr>
        <p:spPr>
          <a:xfrm>
            <a:off x="2544800" y="3689156"/>
            <a:ext cx="1843200" cy="2460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chemeClr val="accent5"/>
              </a:buClr>
              <a:buSzPts val="1100"/>
              <a:buFont typeface="Arial"/>
              <a:buNone/>
            </a:pPr>
            <a:r>
              <a:t/>
            </a:r>
            <a:endParaRPr/>
          </a:p>
        </p:txBody>
      </p:sp>
      <p:sp>
        <p:nvSpPr>
          <p:cNvPr id="1536" name="Google Shape;1536;p145"/>
          <p:cNvSpPr txBox="1"/>
          <p:nvPr>
            <p:ph idx="14" type="body"/>
          </p:nvPr>
        </p:nvSpPr>
        <p:spPr>
          <a:xfrm>
            <a:off x="4702705" y="4073999"/>
            <a:ext cx="1843200" cy="4173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FFFFF"/>
              </a:buClr>
              <a:buSzPts val="800"/>
              <a:buFont typeface="Arial"/>
              <a:buNone/>
            </a:pPr>
            <a:r>
              <a:t/>
            </a:r>
            <a:endParaRPr/>
          </a:p>
        </p:txBody>
      </p:sp>
      <p:sp>
        <p:nvSpPr>
          <p:cNvPr id="1537" name="Google Shape;1537;p145"/>
          <p:cNvSpPr/>
          <p:nvPr>
            <p:ph idx="15" type="pic"/>
          </p:nvPr>
        </p:nvSpPr>
        <p:spPr>
          <a:xfrm>
            <a:off x="4605854" y="1350169"/>
            <a:ext cx="2049600" cy="1812600"/>
          </a:xfrm>
          <a:prstGeom prst="roundRect">
            <a:avLst>
              <a:gd fmla="val 3635" name="adj"/>
            </a:avLst>
          </a:prstGeom>
          <a:solidFill>
            <a:schemeClr val="accent2"/>
          </a:solidFill>
          <a:ln>
            <a:noFill/>
          </a:ln>
        </p:spPr>
      </p:sp>
      <p:sp>
        <p:nvSpPr>
          <p:cNvPr id="1538" name="Google Shape;1538;p145"/>
          <p:cNvSpPr txBox="1"/>
          <p:nvPr>
            <p:ph idx="16" type="body"/>
          </p:nvPr>
        </p:nvSpPr>
        <p:spPr>
          <a:xfrm>
            <a:off x="4702705" y="3398436"/>
            <a:ext cx="1843200" cy="2460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chemeClr val="accent5"/>
              </a:buClr>
              <a:buSzPts val="1500"/>
              <a:buFont typeface="Arial"/>
              <a:buNone/>
            </a:pPr>
            <a:r>
              <a:t/>
            </a:r>
            <a:endParaRPr/>
          </a:p>
        </p:txBody>
      </p:sp>
      <p:sp>
        <p:nvSpPr>
          <p:cNvPr id="1539" name="Google Shape;1539;p145"/>
          <p:cNvSpPr/>
          <p:nvPr>
            <p:ph idx="17" type="pic"/>
          </p:nvPr>
        </p:nvSpPr>
        <p:spPr>
          <a:xfrm>
            <a:off x="4702746" y="4555724"/>
            <a:ext cx="1288200" cy="300000"/>
          </a:xfrm>
          <a:prstGeom prst="rect">
            <a:avLst/>
          </a:prstGeom>
          <a:noFill/>
          <a:ln>
            <a:noFill/>
          </a:ln>
        </p:spPr>
      </p:sp>
      <p:sp>
        <p:nvSpPr>
          <p:cNvPr id="1540" name="Google Shape;1540;p145"/>
          <p:cNvSpPr txBox="1"/>
          <p:nvPr>
            <p:ph idx="18" type="body"/>
          </p:nvPr>
        </p:nvSpPr>
        <p:spPr>
          <a:xfrm>
            <a:off x="4702705" y="3689156"/>
            <a:ext cx="1843200" cy="2460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chemeClr val="accent5"/>
              </a:buClr>
              <a:buSzPts val="1100"/>
              <a:buFont typeface="Arial"/>
              <a:buNone/>
            </a:pPr>
            <a:r>
              <a:t/>
            </a:r>
            <a:endParaRPr/>
          </a:p>
        </p:txBody>
      </p:sp>
      <p:sp>
        <p:nvSpPr>
          <p:cNvPr id="1541" name="Google Shape;1541;p145"/>
          <p:cNvSpPr txBox="1"/>
          <p:nvPr>
            <p:ph idx="19" type="body"/>
          </p:nvPr>
        </p:nvSpPr>
        <p:spPr>
          <a:xfrm>
            <a:off x="6866522" y="4073999"/>
            <a:ext cx="1843200" cy="4173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FFFFF"/>
              </a:buClr>
              <a:buSzPts val="800"/>
              <a:buFont typeface="Arial"/>
              <a:buNone/>
            </a:pPr>
            <a:r>
              <a:t/>
            </a:r>
            <a:endParaRPr/>
          </a:p>
        </p:txBody>
      </p:sp>
      <p:sp>
        <p:nvSpPr>
          <p:cNvPr id="1542" name="Google Shape;1542;p145"/>
          <p:cNvSpPr/>
          <p:nvPr>
            <p:ph idx="20" type="pic"/>
          </p:nvPr>
        </p:nvSpPr>
        <p:spPr>
          <a:xfrm>
            <a:off x="6769671" y="1350169"/>
            <a:ext cx="2049600" cy="1812600"/>
          </a:xfrm>
          <a:prstGeom prst="roundRect">
            <a:avLst>
              <a:gd fmla="val 3635" name="adj"/>
            </a:avLst>
          </a:prstGeom>
          <a:solidFill>
            <a:schemeClr val="accent2"/>
          </a:solidFill>
          <a:ln>
            <a:noFill/>
          </a:ln>
        </p:spPr>
      </p:sp>
      <p:sp>
        <p:nvSpPr>
          <p:cNvPr id="1543" name="Google Shape;1543;p145"/>
          <p:cNvSpPr txBox="1"/>
          <p:nvPr>
            <p:ph idx="21" type="body"/>
          </p:nvPr>
        </p:nvSpPr>
        <p:spPr>
          <a:xfrm>
            <a:off x="6866522" y="3398436"/>
            <a:ext cx="1843200" cy="2460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chemeClr val="accent5"/>
              </a:buClr>
              <a:buSzPts val="1500"/>
              <a:buFont typeface="Arial"/>
              <a:buNone/>
            </a:pPr>
            <a:r>
              <a:t/>
            </a:r>
            <a:endParaRPr/>
          </a:p>
        </p:txBody>
      </p:sp>
      <p:sp>
        <p:nvSpPr>
          <p:cNvPr id="1544" name="Google Shape;1544;p145"/>
          <p:cNvSpPr/>
          <p:nvPr>
            <p:ph idx="22" type="pic"/>
          </p:nvPr>
        </p:nvSpPr>
        <p:spPr>
          <a:xfrm>
            <a:off x="6866563" y="4555724"/>
            <a:ext cx="1288200" cy="300000"/>
          </a:xfrm>
          <a:prstGeom prst="rect">
            <a:avLst/>
          </a:prstGeom>
          <a:noFill/>
          <a:ln>
            <a:noFill/>
          </a:ln>
        </p:spPr>
      </p:sp>
      <p:sp>
        <p:nvSpPr>
          <p:cNvPr id="1545" name="Google Shape;1545;p145"/>
          <p:cNvSpPr txBox="1"/>
          <p:nvPr>
            <p:ph idx="23" type="body"/>
          </p:nvPr>
        </p:nvSpPr>
        <p:spPr>
          <a:xfrm>
            <a:off x="6866522" y="3689156"/>
            <a:ext cx="1843200" cy="2460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chemeClr val="accent5"/>
              </a:buClr>
              <a:buSzPts val="1100"/>
              <a:buFont typeface="Arial"/>
              <a:buNone/>
            </a:pPr>
            <a:r>
              <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9" name="Shape 1549"/>
        <p:cNvGrpSpPr/>
        <p:nvPr/>
      </p:nvGrpSpPr>
      <p:grpSpPr>
        <a:xfrm>
          <a:off x="0" y="0"/>
          <a:ext cx="0" cy="0"/>
          <a:chOff x="0" y="0"/>
          <a:chExt cx="0" cy="0"/>
        </a:xfrm>
      </p:grpSpPr>
      <p:sp>
        <p:nvSpPr>
          <p:cNvPr id="1550" name="Google Shape;1550;p146"/>
          <p:cNvSpPr/>
          <p:nvPr>
            <p:ph idx="2" type="pic"/>
          </p:nvPr>
        </p:nvSpPr>
        <p:spPr>
          <a:xfrm>
            <a:off x="178594" y="190500"/>
            <a:ext cx="8741400" cy="4764600"/>
          </a:xfrm>
          <a:prstGeom prst="roundRect">
            <a:avLst>
              <a:gd fmla="val 2162" name="adj"/>
            </a:avLst>
          </a:prstGeom>
          <a:noFill/>
          <a:ln>
            <a:noFill/>
          </a:ln>
        </p:spPr>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4" name="Shape 1554"/>
        <p:cNvGrpSpPr/>
        <p:nvPr/>
      </p:nvGrpSpPr>
      <p:grpSpPr>
        <a:xfrm>
          <a:off x="0" y="0"/>
          <a:ext cx="0" cy="0"/>
          <a:chOff x="0" y="0"/>
          <a:chExt cx="0" cy="0"/>
        </a:xfrm>
      </p:grpSpPr>
      <p:sp>
        <p:nvSpPr>
          <p:cNvPr id="1555" name="Google Shape;1555;p147"/>
          <p:cNvSpPr/>
          <p:nvPr>
            <p:ph idx="2" type="pic"/>
          </p:nvPr>
        </p:nvSpPr>
        <p:spPr>
          <a:xfrm>
            <a:off x="6812495" y="2620976"/>
            <a:ext cx="2107500" cy="2334900"/>
          </a:xfrm>
          <a:prstGeom prst="roundRect">
            <a:avLst>
              <a:gd fmla="val 3438" name="adj"/>
            </a:avLst>
          </a:prstGeom>
          <a:noFill/>
          <a:ln>
            <a:noFill/>
          </a:ln>
        </p:spPr>
      </p:sp>
      <p:sp>
        <p:nvSpPr>
          <p:cNvPr id="1556" name="Google Shape;1556;p147"/>
          <p:cNvSpPr/>
          <p:nvPr>
            <p:ph idx="3" type="pic"/>
          </p:nvPr>
        </p:nvSpPr>
        <p:spPr>
          <a:xfrm>
            <a:off x="4602497" y="2620976"/>
            <a:ext cx="2107500" cy="2334900"/>
          </a:xfrm>
          <a:prstGeom prst="roundRect">
            <a:avLst>
              <a:gd fmla="val 3438" name="adj"/>
            </a:avLst>
          </a:prstGeom>
          <a:noFill/>
          <a:ln>
            <a:noFill/>
          </a:ln>
        </p:spPr>
      </p:sp>
      <p:sp>
        <p:nvSpPr>
          <p:cNvPr id="1557" name="Google Shape;1557;p147"/>
          <p:cNvSpPr/>
          <p:nvPr>
            <p:ph idx="4" type="pic"/>
          </p:nvPr>
        </p:nvSpPr>
        <p:spPr>
          <a:xfrm>
            <a:off x="178594" y="187708"/>
            <a:ext cx="4317300" cy="4768200"/>
          </a:xfrm>
          <a:prstGeom prst="roundRect">
            <a:avLst>
              <a:gd fmla="val 1663" name="adj"/>
            </a:avLst>
          </a:prstGeom>
          <a:noFill/>
          <a:ln>
            <a:noFill/>
          </a:ln>
        </p:spPr>
      </p:sp>
      <p:sp>
        <p:nvSpPr>
          <p:cNvPr id="1558" name="Google Shape;1558;p147"/>
          <p:cNvSpPr/>
          <p:nvPr>
            <p:ph idx="5" type="pic"/>
          </p:nvPr>
        </p:nvSpPr>
        <p:spPr>
          <a:xfrm>
            <a:off x="4602497" y="187708"/>
            <a:ext cx="4317300" cy="2334900"/>
          </a:xfrm>
          <a:prstGeom prst="roundRect">
            <a:avLst>
              <a:gd fmla="val 3438" name="adj"/>
            </a:avLst>
          </a:prstGeom>
          <a:noFill/>
          <a:ln>
            <a:noFill/>
          </a:ln>
        </p:spPr>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2" name="Shape 1562"/>
        <p:cNvGrpSpPr/>
        <p:nvPr/>
      </p:nvGrpSpPr>
      <p:grpSpPr>
        <a:xfrm>
          <a:off x="0" y="0"/>
          <a:ext cx="0" cy="0"/>
          <a:chOff x="0" y="0"/>
          <a:chExt cx="0" cy="0"/>
        </a:xfrm>
      </p:grpSpPr>
      <p:sp>
        <p:nvSpPr>
          <p:cNvPr id="1563" name="Google Shape;1563;p148"/>
          <p:cNvSpPr/>
          <p:nvPr>
            <p:ph idx="2" type="pic"/>
          </p:nvPr>
        </p:nvSpPr>
        <p:spPr>
          <a:xfrm>
            <a:off x="178594" y="187708"/>
            <a:ext cx="4317300" cy="4768200"/>
          </a:xfrm>
          <a:prstGeom prst="roundRect">
            <a:avLst>
              <a:gd fmla="val 1663" name="adj"/>
            </a:avLst>
          </a:prstGeom>
          <a:noFill/>
          <a:ln>
            <a:noFill/>
          </a:ln>
        </p:spPr>
      </p:sp>
      <p:sp>
        <p:nvSpPr>
          <p:cNvPr id="1564" name="Google Shape;1564;p148"/>
          <p:cNvSpPr/>
          <p:nvPr>
            <p:ph idx="3" type="pic"/>
          </p:nvPr>
        </p:nvSpPr>
        <p:spPr>
          <a:xfrm>
            <a:off x="6812495" y="187636"/>
            <a:ext cx="2107500" cy="4768200"/>
          </a:xfrm>
          <a:prstGeom prst="roundRect">
            <a:avLst>
              <a:gd fmla="val 3438" name="adj"/>
            </a:avLst>
          </a:prstGeom>
          <a:noFill/>
          <a:ln>
            <a:noFill/>
          </a:ln>
        </p:spPr>
      </p:sp>
      <p:sp>
        <p:nvSpPr>
          <p:cNvPr id="1565" name="Google Shape;1565;p148"/>
          <p:cNvSpPr/>
          <p:nvPr>
            <p:ph idx="4" type="pic"/>
          </p:nvPr>
        </p:nvSpPr>
        <p:spPr>
          <a:xfrm>
            <a:off x="4602497" y="187636"/>
            <a:ext cx="2107500" cy="4768200"/>
          </a:xfrm>
          <a:prstGeom prst="roundRect">
            <a:avLst>
              <a:gd fmla="val 3438" name="adj"/>
            </a:avLst>
          </a:prstGeom>
          <a:noFill/>
          <a:ln>
            <a:noFill/>
          </a:ln>
        </p:spPr>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9" name="Shape 1569"/>
        <p:cNvGrpSpPr/>
        <p:nvPr/>
      </p:nvGrpSpPr>
      <p:grpSpPr>
        <a:xfrm>
          <a:off x="0" y="0"/>
          <a:ext cx="0" cy="0"/>
          <a:chOff x="0" y="0"/>
          <a:chExt cx="0" cy="0"/>
        </a:xfrm>
      </p:grpSpPr>
      <p:sp>
        <p:nvSpPr>
          <p:cNvPr id="1570" name="Google Shape;1570;p149"/>
          <p:cNvSpPr/>
          <p:nvPr>
            <p:ph idx="2" type="pic"/>
          </p:nvPr>
        </p:nvSpPr>
        <p:spPr>
          <a:xfrm>
            <a:off x="178594" y="185497"/>
            <a:ext cx="2844900" cy="2333700"/>
          </a:xfrm>
          <a:prstGeom prst="roundRect">
            <a:avLst>
              <a:gd fmla="val 4415" name="adj"/>
            </a:avLst>
          </a:prstGeom>
          <a:noFill/>
          <a:ln>
            <a:noFill/>
          </a:ln>
        </p:spPr>
      </p:sp>
      <p:sp>
        <p:nvSpPr>
          <p:cNvPr id="1571" name="Google Shape;1571;p149"/>
          <p:cNvSpPr/>
          <p:nvPr>
            <p:ph idx="3" type="pic"/>
          </p:nvPr>
        </p:nvSpPr>
        <p:spPr>
          <a:xfrm>
            <a:off x="3126823" y="185497"/>
            <a:ext cx="2844900" cy="2333700"/>
          </a:xfrm>
          <a:prstGeom prst="roundRect">
            <a:avLst>
              <a:gd fmla="val 4415" name="adj"/>
            </a:avLst>
          </a:prstGeom>
          <a:noFill/>
          <a:ln>
            <a:noFill/>
          </a:ln>
        </p:spPr>
      </p:sp>
      <p:sp>
        <p:nvSpPr>
          <p:cNvPr id="1572" name="Google Shape;1572;p149"/>
          <p:cNvSpPr/>
          <p:nvPr>
            <p:ph idx="4" type="pic"/>
          </p:nvPr>
        </p:nvSpPr>
        <p:spPr>
          <a:xfrm>
            <a:off x="6075052" y="185497"/>
            <a:ext cx="2844900" cy="2333700"/>
          </a:xfrm>
          <a:prstGeom prst="roundRect">
            <a:avLst>
              <a:gd fmla="val 4415" name="adj"/>
            </a:avLst>
          </a:prstGeom>
          <a:noFill/>
          <a:ln>
            <a:noFill/>
          </a:ln>
        </p:spPr>
      </p:sp>
      <p:sp>
        <p:nvSpPr>
          <p:cNvPr id="1573" name="Google Shape;1573;p149"/>
          <p:cNvSpPr/>
          <p:nvPr>
            <p:ph idx="5" type="pic"/>
          </p:nvPr>
        </p:nvSpPr>
        <p:spPr>
          <a:xfrm>
            <a:off x="178594" y="2619375"/>
            <a:ext cx="2844900" cy="2333700"/>
          </a:xfrm>
          <a:prstGeom prst="roundRect">
            <a:avLst>
              <a:gd fmla="val 4415" name="adj"/>
            </a:avLst>
          </a:prstGeom>
          <a:noFill/>
          <a:ln>
            <a:noFill/>
          </a:ln>
        </p:spPr>
      </p:sp>
      <p:sp>
        <p:nvSpPr>
          <p:cNvPr id="1574" name="Google Shape;1574;p149"/>
          <p:cNvSpPr/>
          <p:nvPr>
            <p:ph idx="6" type="pic"/>
          </p:nvPr>
        </p:nvSpPr>
        <p:spPr>
          <a:xfrm>
            <a:off x="3126823" y="2619375"/>
            <a:ext cx="2844900" cy="2333700"/>
          </a:xfrm>
          <a:prstGeom prst="roundRect">
            <a:avLst>
              <a:gd fmla="val 4415" name="adj"/>
            </a:avLst>
          </a:prstGeom>
          <a:noFill/>
          <a:ln>
            <a:noFill/>
          </a:ln>
        </p:spPr>
      </p:sp>
      <p:sp>
        <p:nvSpPr>
          <p:cNvPr id="1575" name="Google Shape;1575;p149"/>
          <p:cNvSpPr/>
          <p:nvPr>
            <p:ph idx="7" type="pic"/>
          </p:nvPr>
        </p:nvSpPr>
        <p:spPr>
          <a:xfrm>
            <a:off x="6075052" y="2619375"/>
            <a:ext cx="2844900" cy="2333700"/>
          </a:xfrm>
          <a:prstGeom prst="roundRect">
            <a:avLst>
              <a:gd fmla="val 4415" name="adj"/>
            </a:avLst>
          </a:prstGeom>
          <a:noFill/>
          <a:ln>
            <a:noFill/>
          </a:ln>
        </p:spPr>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9" name="Shape 1579"/>
        <p:cNvGrpSpPr/>
        <p:nvPr/>
      </p:nvGrpSpPr>
      <p:grpSpPr>
        <a:xfrm>
          <a:off x="0" y="0"/>
          <a:ext cx="0" cy="0"/>
          <a:chOff x="0" y="0"/>
          <a:chExt cx="0" cy="0"/>
        </a:xfrm>
      </p:grpSpPr>
      <p:sp>
        <p:nvSpPr>
          <p:cNvPr id="1580" name="Google Shape;1580;p150"/>
          <p:cNvSpPr/>
          <p:nvPr>
            <p:ph idx="2" type="pic"/>
          </p:nvPr>
        </p:nvSpPr>
        <p:spPr>
          <a:xfrm>
            <a:off x="178594" y="187708"/>
            <a:ext cx="2107500" cy="2333700"/>
          </a:xfrm>
          <a:prstGeom prst="roundRect">
            <a:avLst>
              <a:gd fmla="val 4991" name="adj"/>
            </a:avLst>
          </a:prstGeom>
          <a:noFill/>
          <a:ln>
            <a:noFill/>
          </a:ln>
        </p:spPr>
      </p:sp>
      <p:sp>
        <p:nvSpPr>
          <p:cNvPr id="1581" name="Google Shape;1581;p150"/>
          <p:cNvSpPr/>
          <p:nvPr>
            <p:ph idx="3" type="pic"/>
          </p:nvPr>
        </p:nvSpPr>
        <p:spPr>
          <a:xfrm>
            <a:off x="2389230" y="187708"/>
            <a:ext cx="2107500" cy="2333700"/>
          </a:xfrm>
          <a:prstGeom prst="roundRect">
            <a:avLst>
              <a:gd fmla="val 4991" name="adj"/>
            </a:avLst>
          </a:prstGeom>
          <a:noFill/>
          <a:ln>
            <a:noFill/>
          </a:ln>
        </p:spPr>
      </p:sp>
      <p:sp>
        <p:nvSpPr>
          <p:cNvPr id="1582" name="Google Shape;1582;p150"/>
          <p:cNvSpPr/>
          <p:nvPr>
            <p:ph idx="4" type="pic"/>
          </p:nvPr>
        </p:nvSpPr>
        <p:spPr>
          <a:xfrm>
            <a:off x="4600862" y="187708"/>
            <a:ext cx="2107500" cy="2333700"/>
          </a:xfrm>
          <a:prstGeom prst="roundRect">
            <a:avLst>
              <a:gd fmla="val 4991" name="adj"/>
            </a:avLst>
          </a:prstGeom>
          <a:noFill/>
          <a:ln>
            <a:noFill/>
          </a:ln>
        </p:spPr>
      </p:sp>
      <p:sp>
        <p:nvSpPr>
          <p:cNvPr id="1583" name="Google Shape;1583;p150"/>
          <p:cNvSpPr/>
          <p:nvPr>
            <p:ph idx="5" type="pic"/>
          </p:nvPr>
        </p:nvSpPr>
        <p:spPr>
          <a:xfrm>
            <a:off x="6812495" y="187708"/>
            <a:ext cx="2107500" cy="2333700"/>
          </a:xfrm>
          <a:prstGeom prst="roundRect">
            <a:avLst>
              <a:gd fmla="val 4991" name="adj"/>
            </a:avLst>
          </a:prstGeom>
          <a:noFill/>
          <a:ln>
            <a:noFill/>
          </a:ln>
        </p:spPr>
      </p:sp>
      <p:sp>
        <p:nvSpPr>
          <p:cNvPr id="1584" name="Google Shape;1584;p150"/>
          <p:cNvSpPr/>
          <p:nvPr>
            <p:ph idx="6" type="pic"/>
          </p:nvPr>
        </p:nvSpPr>
        <p:spPr>
          <a:xfrm>
            <a:off x="178594" y="2621586"/>
            <a:ext cx="2107500" cy="2333700"/>
          </a:xfrm>
          <a:prstGeom prst="roundRect">
            <a:avLst>
              <a:gd fmla="val 4991" name="adj"/>
            </a:avLst>
          </a:prstGeom>
          <a:noFill/>
          <a:ln>
            <a:noFill/>
          </a:ln>
        </p:spPr>
      </p:sp>
      <p:sp>
        <p:nvSpPr>
          <p:cNvPr id="1585" name="Google Shape;1585;p150"/>
          <p:cNvSpPr/>
          <p:nvPr>
            <p:ph idx="7" type="pic"/>
          </p:nvPr>
        </p:nvSpPr>
        <p:spPr>
          <a:xfrm>
            <a:off x="2389230" y="2621586"/>
            <a:ext cx="2107500" cy="2333700"/>
          </a:xfrm>
          <a:prstGeom prst="roundRect">
            <a:avLst>
              <a:gd fmla="val 4991" name="adj"/>
            </a:avLst>
          </a:prstGeom>
          <a:noFill/>
          <a:ln>
            <a:noFill/>
          </a:ln>
        </p:spPr>
      </p:sp>
      <p:sp>
        <p:nvSpPr>
          <p:cNvPr id="1586" name="Google Shape;1586;p150"/>
          <p:cNvSpPr/>
          <p:nvPr>
            <p:ph idx="8" type="pic"/>
          </p:nvPr>
        </p:nvSpPr>
        <p:spPr>
          <a:xfrm>
            <a:off x="4600862" y="2621586"/>
            <a:ext cx="2107500" cy="2333700"/>
          </a:xfrm>
          <a:prstGeom prst="roundRect">
            <a:avLst>
              <a:gd fmla="val 4991" name="adj"/>
            </a:avLst>
          </a:prstGeom>
          <a:noFill/>
          <a:ln>
            <a:noFill/>
          </a:ln>
        </p:spPr>
      </p:sp>
      <p:sp>
        <p:nvSpPr>
          <p:cNvPr id="1587" name="Google Shape;1587;p150"/>
          <p:cNvSpPr/>
          <p:nvPr>
            <p:ph idx="9" type="pic"/>
          </p:nvPr>
        </p:nvSpPr>
        <p:spPr>
          <a:xfrm>
            <a:off x="6812495" y="2621586"/>
            <a:ext cx="2107500" cy="2333700"/>
          </a:xfrm>
          <a:prstGeom prst="roundRect">
            <a:avLst>
              <a:gd fmla="val 4991" name="adj"/>
            </a:avLst>
          </a:prstGeom>
          <a:noFill/>
          <a:ln>
            <a:noFill/>
          </a:ln>
        </p:spPr>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1" name="Shape 1591"/>
        <p:cNvGrpSpPr/>
        <p:nvPr/>
      </p:nvGrpSpPr>
      <p:grpSpPr>
        <a:xfrm>
          <a:off x="0" y="0"/>
          <a:ext cx="0" cy="0"/>
          <a:chOff x="0" y="0"/>
          <a:chExt cx="0" cy="0"/>
        </a:xfrm>
      </p:grpSpPr>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normAutofit/>
          </a:bodyPr>
          <a:lstStyle/>
          <a:p>
            <a:pPr indent="0" marL="0">
              <a:buNone/>
            </a:pPr>
            <a:r>
              <a:rPr sz="1000"/>
              <a:t>March–April  ·  Mid-fi prototype</a:t>
            </a:r>
          </a:p>
          <a:p>
            <a:pPr indent="0" marL="0">
              <a:buNone/>
            </a:pPr>
          </a:p>
          <a:p>
            <a:pPr indent="0" marL="0">
              <a:buNone/>
            </a:pPr>
            <a:r>
              <a:rPr b="1"/>
              <a:t>Participants  </a:t>
            </a:r>
            <a:r>
              <a:t>·  3 ATCs</a:t>
            </a:r>
          </a:p>
          <a:p>
            <a:pPr indent="0" marL="0">
              <a:buNone/>
            </a:pPr>
            <a:r>
              <a:rPr b="1"/>
              <a:t>Mechanic tested  </a:t>
            </a:r>
            <a:r>
              <a:t>·  Interpret IT-supplied doc, map values to UI</a:t>
            </a:r>
          </a:p>
          <a:p>
            <a:pPr indent="0" marL="0">
              <a:buNone/>
            </a:pPr>
            <a:r>
              <a:rPr b="1"/>
              <a:t>Headline finding  </a:t>
            </a:r>
            <a:r>
              <a:t>·  Labels diverging from the doc = stall point</a:t>
            </a:r>
          </a:p>
        </p:txBody>
      </p:sp>
      <p:sp>
        <p:nvSpPr>
          <p:cNvPr id="3" name="Text Placeholder 2"/>
          <p:cNvSpPr>
            <a:spLocks noGrp="1"/>
          </p:cNvSpPr>
          <p:nvPr>
            <p:ph type="body" idx="2"/>
          </p:nvPr>
        </p:nvSpPr>
        <p:spPr/>
        <p:txBody>
          <a:bodyPr>
            <a:normAutofit/>
          </a:bodyPr>
          <a:lstStyle/>
          <a:p>
            <a:pPr indent="0" marL="0">
              <a:buNone/>
            </a:pPr>
            <a:r>
              <a:rPr b="1"/>
              <a:t>API connector study</a:t>
            </a:r>
          </a:p>
        </p:txBody>
      </p:sp>
      <p:sp>
        <p:nvSpPr>
          <p:cNvPr id="4" name="Text Placeholder 3"/>
          <p:cNvSpPr>
            <a:spLocks noGrp="1"/>
          </p:cNvSpPr>
          <p:nvPr>
            <p:ph type="body" idx="3"/>
          </p:nvPr>
        </p:nvSpPr>
        <p:spPr/>
        <p:txBody>
          <a:bodyPr>
            <a:normAutofit/>
          </a:bodyPr>
          <a:lstStyle/>
          <a:p>
            <a:pPr indent="0" marL="0">
              <a:buNone/>
            </a:pPr>
            <a:r>
              <a:rPr sz="1000"/>
              <a:t>May  ·  Low-fi Figma prototype</a:t>
            </a:r>
          </a:p>
          <a:p>
            <a:pPr indent="0" marL="0">
              <a:buNone/>
            </a:pPr>
          </a:p>
          <a:p>
            <a:pPr indent="0" marL="0">
              <a:buNone/>
            </a:pPr>
            <a:r>
              <a:rPr b="1"/>
              <a:t>Participants  </a:t>
            </a:r>
            <a:r>
              <a:t>·  2 ATCs  (Senior ATC + ATC II)</a:t>
            </a:r>
          </a:p>
          <a:p>
            <a:pPr indent="0" marL="0">
              <a:buNone/>
            </a:pPr>
            <a:r>
              <a:rPr b="1"/>
              <a:t>Mechanic tested  </a:t>
            </a:r>
            <a:r>
              <a:t>·  Confirm pre-filled config, choose tier and state</a:t>
            </a:r>
          </a:p>
          <a:p>
            <a:pPr indent="0" marL="0">
              <a:buNone/>
            </a:pPr>
            <a:r>
              <a:rPr b="1"/>
              <a:t>Headline finding  </a:t>
            </a:r>
            <a:r>
              <a:t>·  Status terminology + tier defaults need work</a:t>
            </a:r>
          </a:p>
        </p:txBody>
      </p:sp>
      <p:sp>
        <p:nvSpPr>
          <p:cNvPr id="5" name="Text Placeholder 4"/>
          <p:cNvSpPr>
            <a:spLocks noGrp="1"/>
          </p:cNvSpPr>
          <p:nvPr>
            <p:ph type="body" idx="4"/>
          </p:nvPr>
        </p:nvSpPr>
        <p:spPr/>
        <p:txBody>
          <a:bodyPr>
            <a:normAutofit/>
          </a:bodyPr>
          <a:lstStyle/>
          <a:p>
            <a:pPr indent="0" marL="0">
              <a:buNone/>
            </a:pPr>
            <a:r>
              <a:rPr b="1"/>
              <a:t>CDC / NetSuite study</a:t>
            </a:r>
          </a:p>
        </p:txBody>
      </p:sp>
      <p:sp>
        <p:nvSpPr>
          <p:cNvPr id="6" name="Title 5"/>
          <p:cNvSpPr>
            <a:spLocks noGrp="1"/>
          </p:cNvSpPr>
          <p:nvPr>
            <p:ph type="title"/>
          </p:nvPr>
        </p:nvSpPr>
        <p:spPr/>
        <p:txBody>
          <a:bodyPr>
            <a:normAutofit/>
          </a:bodyPr>
          <a:lstStyle/>
          <a:p>
            <a:r>
              <a:t>Two studies, five sessions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normAutofit/>
          </a:bodyPr>
          <a:lstStyle/>
          <a:p>
            <a:pPr indent="0" marL="0">
              <a:buNone/>
            </a:pPr>
            <a:r>
              <a:rPr b="1"/>
              <a:t>Labels are the dominant blocker</a:t>
            </a:r>
            <a:r>
              <a:t>  —  </a:t>
            </a:r>
            <a:r>
              <a:t>Every non-bug stumble across both studies traced to an unfamiliar word with no in-context explanation.</a:t>
            </a:r>
          </a:p>
          <a:p>
            <a:pPr indent="0" marL="0">
              <a:buNone/>
            </a:pPr>
            <a:r>
              <a:rPr b="1"/>
              <a:t>Contextual help is the most-requested feature (5 for 5)</a:t>
            </a:r>
            <a:r>
              <a:t>  —  </a:t>
            </a:r>
            <a:r>
              <a:t>Tooltips, blurbs, link-outs, sidebars, before-confirm summaries — same need, different form factors.</a:t>
            </a:r>
          </a:p>
          <a:p>
            <a:pPr indent="0" marL="0">
              <a:buNone/>
            </a:pPr>
            <a:r>
              <a:rPr b="1"/>
              <a:t>Confident-but-wrong defaults are a recurring risk</a:t>
            </a:r>
            <a:r>
              <a:t>  —  </a:t>
            </a:r>
            <a:r>
              <a:t>'Full refresh' for GL data, 'Enhanced' tier without contract check — UI accepts the choice without surfacing implications.</a:t>
            </a:r>
          </a:p>
          <a:p>
            <a:pPr indent="0" marL="0">
              <a:buNone/>
            </a:pPr>
            <a:r>
              <a:rPr b="1"/>
              <a:t>Two-state models confuse non-technical users</a:t>
            </a:r>
            <a:r>
              <a:t>  —  </a:t>
            </a:r>
            <a:r>
              <a:t>Incremental / full refresh, Pause / Active, Save Only / Save and Set Active — state machines need plain-language gating.</a:t>
            </a:r>
          </a:p>
          <a:p>
            <a:pPr indent="0" marL="0">
              <a:buNone/>
            </a:pPr>
            <a:r>
              <a:rPr b="1"/>
              <a:t>Sample-data previews keep being asked for</a:t>
            </a:r>
            <a:r>
              <a:t>  —  </a:t>
            </a:r>
            <a:r>
              <a:t>Lilith after Test Endpoint, Mallory on Select Tables — a recurring trust signal before users commit to active.</a:t>
            </a:r>
          </a:p>
        </p:txBody>
      </p:sp>
      <p:sp>
        <p:nvSpPr>
          <p:cNvPr id="3" name="Text Placeholder 2"/>
          <p:cNvSpPr>
            <a:spLocks noGrp="1"/>
          </p:cNvSpPr>
          <p:nvPr>
            <p:ph type="body" idx="2"/>
          </p:nvPr>
        </p:nvSpPr>
        <p:spPr/>
        <p:txBody>
          <a:bodyPr>
            <a:normAutofit/>
          </a:bodyPr>
          <a:lstStyle/>
          <a:p>
            <a:pPr indent="0" marL="0">
              <a:buNone/>
            </a:pPr>
            <a:r>
              <a:t>The high-confidence findings — design against these</a:t>
            </a:r>
          </a:p>
        </p:txBody>
      </p:sp>
      <p:sp>
        <p:nvSpPr>
          <p:cNvPr id="4" name="Title 3"/>
          <p:cNvSpPr>
            <a:spLocks noGrp="1"/>
          </p:cNvSpPr>
          <p:nvPr>
            <p:ph type="title"/>
          </p:nvPr>
        </p:nvSpPr>
        <p:spPr/>
        <p:txBody>
          <a:bodyPr>
            <a:normAutofit/>
          </a:bodyPr>
          <a:lstStyle/>
          <a:p>
            <a:r>
              <a:t>Five patterns across both studies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What the CDC study added on top</a:t>
            </a:r>
          </a:p>
        </p:txBody>
      </p:sp>
      <p:sp>
        <p:nvSpPr>
          <p:cNvPr id="3" name="Text Placeholder 2"/>
          <p:cNvSpPr>
            <a:spLocks noGrp="1"/>
          </p:cNvSpPr>
          <p:nvPr>
            <p:ph type="body" idx="1"/>
          </p:nvPr>
        </p:nvSpPr>
        <p:spPr/>
        <p:txBody>
          <a:bodyPr>
            <a:normAutofit/>
          </a:bodyPr>
          <a:lstStyle/>
          <a:p>
            <a:pPr indent="0" marL="0">
              <a:buNone/>
            </a:pPr>
            <a:r>
              <a:t>IT admins and accountants need different things from these screens. One composite flow today.</a:t>
            </a:r>
          </a:p>
          <a:p>
            <a:pPr indent="0" marL="0">
              <a:buNone/>
            </a:pPr>
          </a:p>
          <a:p>
            <a:pPr indent="0" marL="0">
              <a:buNone/>
            </a:pPr>
            <a:r>
              <a:rPr b="1"/>
              <a:t>Open: progressive disclosure or role-segmented flows?</a:t>
            </a:r>
          </a:p>
        </p:txBody>
      </p:sp>
      <p:sp>
        <p:nvSpPr>
          <p:cNvPr id="4" name="Text Placeholder 3"/>
          <p:cNvSpPr>
            <a:spLocks noGrp="1"/>
          </p:cNvSpPr>
          <p:nvPr>
            <p:ph type="body" idx="2"/>
          </p:nvPr>
        </p:nvSpPr>
        <p:spPr/>
        <p:txBody>
          <a:bodyPr>
            <a:normAutofit/>
          </a:bodyPr>
          <a:lstStyle/>
          <a:p>
            <a:pPr indent="0" marL="0">
              <a:buNone/>
            </a:pPr>
            <a:r>
              <a:rPr b="1"/>
              <a:t>Dual-audience problem</a:t>
            </a:r>
          </a:p>
        </p:txBody>
      </p:sp>
      <p:sp>
        <p:nvSpPr>
          <p:cNvPr id="5" name="Text Placeholder 4"/>
          <p:cNvSpPr>
            <a:spLocks noGrp="1"/>
          </p:cNvSpPr>
          <p:nvPr>
            <p:ph type="body" idx="3"/>
          </p:nvPr>
        </p:nvSpPr>
        <p:spPr/>
        <p:txBody>
          <a:bodyPr>
            <a:normAutofit/>
          </a:bodyPr>
          <a:lstStyle/>
          <a:p>
            <a:pPr indent="0" marL="0">
              <a:buNone/>
            </a:pPr>
            <a:r>
              <a:t>Mallory: “Does this replace the existing setup link?”</a:t>
            </a:r>
          </a:p>
          <a:p>
            <a:pPr indent="0" marL="0">
              <a:buNone/>
            </a:pPr>
          </a:p>
          <a:p>
            <a:pPr indent="0" marL="0">
              <a:buNone/>
            </a:pPr>
            <a:r>
              <a:t>Intersects onboarding and ATC workflows. Not a UX-only question.</a:t>
            </a:r>
          </a:p>
        </p:txBody>
      </p:sp>
      <p:sp>
        <p:nvSpPr>
          <p:cNvPr id="6" name="Text Placeholder 5"/>
          <p:cNvSpPr>
            <a:spLocks noGrp="1"/>
          </p:cNvSpPr>
          <p:nvPr>
            <p:ph type="body" idx="4"/>
          </p:nvPr>
        </p:nvSpPr>
        <p:spPr/>
        <p:txBody>
          <a:bodyPr>
            <a:normAutofit/>
          </a:bodyPr>
          <a:lstStyle/>
          <a:p>
            <a:pPr indent="0" marL="0">
              <a:buNone/>
            </a:pPr>
            <a:r>
              <a:rPr b="1"/>
              <a:t>Where this sits in the broader setup journey</a:t>
            </a:r>
          </a:p>
        </p:txBody>
      </p:sp>
      <p:sp>
        <p:nvSpPr>
          <p:cNvPr id="7" name="Text Placeholder 6"/>
          <p:cNvSpPr>
            <a:spLocks noGrp="1"/>
          </p:cNvSpPr>
          <p:nvPr>
            <p:ph type="body" idx="5"/>
          </p:nvPr>
        </p:nvSpPr>
        <p:spPr/>
        <p:txBody>
          <a:bodyPr>
            <a:normAutofit/>
          </a:bodyPr>
          <a:lstStyle/>
          <a:p>
            <a:pPr indent="0" marL="0">
              <a:buNone/>
            </a:pPr>
            <a:r>
              <a:t>Mallory assumed direct integrations would refresh closer to real time. CDC is hourly (Fivetran).</a:t>
            </a:r>
          </a:p>
          <a:p>
            <a:pPr indent="0" marL="0">
              <a:buNone/>
            </a:pPr>
          </a:p>
          <a:p>
            <a:pPr indent="0" marL="0">
              <a:buNone/>
            </a:pPr>
            <a:r>
              <a:rPr b="1"/>
              <a:t>For PM: customer comms, not a UX or eng change.</a:t>
            </a:r>
          </a:p>
        </p:txBody>
      </p:sp>
      <p:sp>
        <p:nvSpPr>
          <p:cNvPr id="8" name="Text Placeholder 7"/>
          <p:cNvSpPr>
            <a:spLocks noGrp="1"/>
          </p:cNvSpPr>
          <p:nvPr>
            <p:ph type="body" idx="6"/>
          </p:nvPr>
        </p:nvSpPr>
        <p:spPr/>
        <p:txBody>
          <a:bodyPr>
            <a:normAutofit/>
          </a:bodyPr>
          <a:lstStyle/>
          <a:p>
            <a:pPr indent="0" marL="0">
              <a:buNone/>
            </a:pPr>
            <a:r>
              <a:rPr b="1"/>
              <a:t>Refresh-frequency expectation gap</a:t>
            </a:r>
          </a:p>
        </p:txBody>
      </p:sp>
      <p:sp>
        <p:nvSpPr>
          <p:cNvPr id="9" name="Text Placeholder 8"/>
          <p:cNvSpPr>
            <a:spLocks noGrp="1"/>
          </p:cNvSpPr>
          <p:nvPr>
            <p:ph type="body" idx="7"/>
          </p:nvPr>
        </p:nvSpPr>
        <p:spPr/>
        <p:txBody>
          <a:bodyPr>
            <a:normAutofit/>
          </a:bodyPr>
          <a:lstStyle/>
          <a:p>
            <a:pPr indent="0" marL="0">
              <a:buNone/>
            </a:pPr>
            <a:r>
              <a:t>“Pre-built vs. custom” clashes with the language used in sales/setup (“direct integration”).</a:t>
            </a:r>
          </a:p>
          <a:p>
            <a:pPr indent="0" marL="0">
              <a:buNone/>
            </a:pPr>
          </a:p>
          <a:p>
            <a:pPr indent="0" marL="0">
              <a:buNone/>
            </a:pPr>
            <a:r>
              <a:t>Two participants flagged this independently.</a:t>
            </a:r>
          </a:p>
        </p:txBody>
      </p:sp>
      <p:sp>
        <p:nvSpPr>
          <p:cNvPr id="10" name="Text Placeholder 9"/>
          <p:cNvSpPr>
            <a:spLocks noGrp="1"/>
          </p:cNvSpPr>
          <p:nvPr>
            <p:ph type="body" idx="8"/>
          </p:nvPr>
        </p:nvSpPr>
        <p:spPr/>
        <p:txBody>
          <a:bodyPr>
            <a:normAutofit/>
          </a:bodyPr>
          <a:lstStyle/>
          <a:p>
            <a:pPr indent="0" marL="0">
              <a:buNone/>
            </a:pPr>
            <a:r>
              <a:rPr b="1"/>
              <a:t>Connection-type picker terminology</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normAutofit/>
          </a:bodyPr>
          <a:lstStyle/>
          <a:p>
            <a:pPr indent="0" marL="0">
              <a:buNone/>
            </a:pPr>
            <a:r>
              <a:t>Labels-as-failure-mode — every flow, every connector type</a:t>
            </a:r>
          </a:p>
          <a:p>
            <a:pPr indent="0" marL="0">
              <a:buNone/>
            </a:pPr>
          </a:p>
          <a:p>
            <a:pPr indent="0" marL="0">
              <a:buNone/>
            </a:pPr>
            <a:r>
              <a:t>Contextual help is settled as a pattern — design question is what form</a:t>
            </a:r>
          </a:p>
          <a:p>
            <a:pPr indent="0" marL="0">
              <a:buNone/>
            </a:pPr>
          </a:p>
          <a:p>
            <a:pPr indent="0" marL="0">
              <a:buNone/>
            </a:pPr>
            <a:r>
              <a:t>Confident-but-wrong defaults — a class of risk to address systemically</a:t>
            </a:r>
          </a:p>
        </p:txBody>
      </p:sp>
      <p:sp>
        <p:nvSpPr>
          <p:cNvPr id="3" name="Text Placeholder 2"/>
          <p:cNvSpPr>
            <a:spLocks noGrp="1"/>
          </p:cNvSpPr>
          <p:nvPr>
            <p:ph type="body" idx="2"/>
          </p:nvPr>
        </p:nvSpPr>
        <p:spPr/>
        <p:txBody>
          <a:bodyPr>
            <a:normAutofit/>
          </a:bodyPr>
          <a:lstStyle/>
          <a:p>
            <a:pPr indent="0" marL="0">
              <a:buNone/>
            </a:pPr>
            <a:r>
              <a:rPr b="1"/>
              <a:t>High-confidence patterns we're designing against</a:t>
            </a:r>
          </a:p>
        </p:txBody>
      </p:sp>
      <p:sp>
        <p:nvSpPr>
          <p:cNvPr id="4" name="Text Placeholder 3"/>
          <p:cNvSpPr>
            <a:spLocks noGrp="1"/>
          </p:cNvSpPr>
          <p:nvPr>
            <p:ph type="body" idx="3"/>
          </p:nvPr>
        </p:nvSpPr>
        <p:spPr/>
        <p:txBody>
          <a:bodyPr>
            <a:normAutofit/>
          </a:bodyPr>
          <a:lstStyle/>
          <a:p>
            <a:pPr indent="0" marL="0">
              <a:buNone/>
            </a:pPr>
            <a:r>
              <a:t>What does the consistent contextual-help pattern look like across Data Studio?</a:t>
            </a:r>
          </a:p>
          <a:p>
            <a:pPr indent="0" marL="0">
              <a:buNone/>
            </a:pPr>
          </a:p>
          <a:p>
            <a:pPr indent="0" marL="0">
              <a:buNone/>
            </a:pPr>
            <a:r>
              <a:t>How do we handle the dual-audience question (IT vs. accounting) without forking the flow?</a:t>
            </a:r>
          </a:p>
        </p:txBody>
      </p:sp>
      <p:sp>
        <p:nvSpPr>
          <p:cNvPr id="5" name="Text Placeholder 4"/>
          <p:cNvSpPr>
            <a:spLocks noGrp="1"/>
          </p:cNvSpPr>
          <p:nvPr>
            <p:ph type="body" idx="4"/>
          </p:nvPr>
        </p:nvSpPr>
        <p:spPr/>
        <p:txBody>
          <a:bodyPr>
            <a:normAutofit/>
          </a:bodyPr>
          <a:lstStyle/>
          <a:p>
            <a:pPr indent="0" marL="0">
              <a:buNone/>
            </a:pPr>
            <a:r>
              <a:rPr b="1"/>
              <a:t>Open design questions we'd value team input on</a:t>
            </a:r>
          </a:p>
        </p:txBody>
      </p:sp>
      <p:sp>
        <p:nvSpPr>
          <p:cNvPr id="6" name="Text Placeholder 5"/>
          <p:cNvSpPr>
            <a:spLocks noGrp="1"/>
          </p:cNvSpPr>
          <p:nvPr>
            <p:ph type="body" idx="5"/>
          </p:nvPr>
        </p:nvSpPr>
        <p:spPr/>
        <p:txBody>
          <a:bodyPr>
            <a:normAutofit/>
          </a:bodyPr>
          <a:lstStyle/>
          <a:p>
            <a:pPr indent="0" marL="0">
              <a:buNone/>
            </a:pPr>
            <a:r>
              <a:t>Where Data Studio fits in the broader first-time customer setup journey</a:t>
            </a:r>
          </a:p>
        </p:txBody>
      </p:sp>
      <p:sp>
        <p:nvSpPr>
          <p:cNvPr id="7" name="Text Placeholder 6"/>
          <p:cNvSpPr>
            <a:spLocks noGrp="1"/>
          </p:cNvSpPr>
          <p:nvPr>
            <p:ph type="body" idx="6"/>
          </p:nvPr>
        </p:nvSpPr>
        <p:spPr/>
        <p:txBody>
          <a:bodyPr>
            <a:normAutofit/>
          </a:bodyPr>
          <a:lstStyle/>
          <a:p>
            <a:pPr indent="0" marL="0">
              <a:buNone/>
            </a:pPr>
            <a:r>
              <a:rPr b="1"/>
              <a:t>Not ours to solve alone, but worth tracking</a:t>
            </a:r>
          </a:p>
        </p:txBody>
      </p:sp>
      <p:sp>
        <p:nvSpPr>
          <p:cNvPr id="8" name="Title 7"/>
          <p:cNvSpPr>
            <a:spLocks noGrp="1"/>
          </p:cNvSpPr>
          <p:nvPr>
            <p:ph type="title"/>
          </p:nvPr>
        </p:nvSpPr>
        <p:spPr/>
        <p:txBody>
          <a:bodyPr>
            <a:normAutofit/>
          </a:bodyPr>
          <a:lstStyle/>
          <a:p>
            <a:r>
              <a:t>Where this leaves us</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New Master Layout">
  <a:themeElements>
    <a:clrScheme name="FQ 2025">
      <a:dk1>
        <a:srgbClr val="12352A"/>
      </a:dk1>
      <a:lt1>
        <a:srgbClr val="233046"/>
      </a:lt1>
      <a:dk2>
        <a:srgbClr val="30153C"/>
      </a:dk2>
      <a:lt2>
        <a:srgbClr val="401908"/>
      </a:lt2>
      <a:accent1>
        <a:srgbClr val="C8DACF"/>
      </a:accent1>
      <a:accent2>
        <a:srgbClr val="CDE0EF"/>
      </a:accent2>
      <a:accent3>
        <a:srgbClr val="E8DBF2"/>
      </a:accent3>
      <a:accent4>
        <a:srgbClr val="FBD3AD"/>
      </a:accent4>
      <a:accent5>
        <a:srgbClr val="90E39A"/>
      </a:accent5>
      <a:accent6>
        <a:srgbClr val="F4F3F1"/>
      </a:accent6>
      <a:hlink>
        <a:srgbClr val="226547"/>
      </a:hlink>
      <a:folHlink>
        <a:srgbClr val="69A08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